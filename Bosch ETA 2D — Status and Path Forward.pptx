
<file path=[Content_Types].xml><?xml version="1.0" encoding="utf-8"?>
<Types xmlns="http://schemas.openxmlformats.org/package/2006/content-types">
  <Default Extension="emf" ContentType="image/x-emf"/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embeddings/oleObject1.bin" ContentType="application/vnd.openxmlformats-officedocument.oleObject"/>
  <Override PartName="/ppt/embeddings/oleObject2.bin" ContentType="application/vnd.openxmlformats-officedocument.oleObject"/>
  <Override PartName="/ppt/handoutMasters/handoutMaster1.xml" ContentType="application/vnd.openxmlformats-officedocument.presentationml.handoutMaster+xml"/>
  <Override PartName="/ppt/media/image19.svg" ContentType="image/svg+xml"/>
  <Override PartName="/ppt/media/image2.svg" ContentType="image/svg+xml"/>
  <Override PartName="/ppt/media/image20.svg" ContentType="image/svg+xml"/>
  <Override PartName="/ppt/media/image4.svg" ContentType="image/svg+xml"/>
  <Override PartName="/ppt/media/image5.svg" ContentType="image/svg+xml"/>
  <Override PartName="/ppt/media/image7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104.xml" ContentType="application/vnd.openxmlformats-officedocument.presentationml.slideLayout+xml"/>
  <Override PartName="/ppt/slideLayouts/slideLayout105.xml" ContentType="application/vnd.openxmlformats-officedocument.presentationml.slideLayout+xml"/>
  <Override PartName="/ppt/slideLayouts/slideLayout106.xml" ContentType="application/vnd.openxmlformats-officedocument.presentationml.slideLayout+xml"/>
  <Override PartName="/ppt/slideLayouts/slideLayout107.xml" ContentType="application/vnd.openxmlformats-officedocument.presentationml.slideLayout+xml"/>
  <Override PartName="/ppt/slideLayouts/slideLayout108.xml" ContentType="application/vnd.openxmlformats-officedocument.presentationml.slideLayout+xml"/>
  <Override PartName="/ppt/slideLayouts/slideLayout10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10.xml" ContentType="application/vnd.openxmlformats-officedocument.presentationml.slideLayout+xml"/>
  <Override PartName="/ppt/slideLayouts/slideLayout111.xml" ContentType="application/vnd.openxmlformats-officedocument.presentationml.slideLayout+xml"/>
  <Override PartName="/ppt/slideLayouts/slideLayout112.xml" ContentType="application/vnd.openxmlformats-officedocument.presentationml.slideLayout+xml"/>
  <Override PartName="/ppt/slideLayouts/slideLayout113.xml" ContentType="application/vnd.openxmlformats-officedocument.presentationml.slideLayout+xml"/>
  <Override PartName="/ppt/slideLayouts/slideLayout114.xml" ContentType="application/vnd.openxmlformats-officedocument.presentationml.slideLayout+xml"/>
  <Override PartName="/ppt/slideLayouts/slideLayout115.xml" ContentType="application/vnd.openxmlformats-officedocument.presentationml.slideLayout+xml"/>
  <Override PartName="/ppt/slideLayouts/slideLayout116.xml" ContentType="application/vnd.openxmlformats-officedocument.presentationml.slideLayout+xml"/>
  <Override PartName="/ppt/slideLayouts/slideLayout117.xml" ContentType="application/vnd.openxmlformats-officedocument.presentationml.slideLayout+xml"/>
  <Override PartName="/ppt/slideLayouts/slideLayout118.xml" ContentType="application/vnd.openxmlformats-officedocument.presentationml.slideLayout+xml"/>
  <Override PartName="/ppt/slideLayouts/slideLayout119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20.xml" ContentType="application/vnd.openxmlformats-officedocument.presentationml.slideLayout+xml"/>
  <Override PartName="/ppt/slideLayouts/slideLayout121.xml" ContentType="application/vnd.openxmlformats-officedocument.presentationml.slideLayout+xml"/>
  <Override PartName="/ppt/slideLayouts/slideLayout122.xml" ContentType="application/vnd.openxmlformats-officedocument.presentationml.slideLayout+xml"/>
  <Override PartName="/ppt/slideLayouts/slideLayout123.xml" ContentType="application/vnd.openxmlformats-officedocument.presentationml.slideLayout+xml"/>
  <Override PartName="/ppt/slideLayouts/slideLayout124.xml" ContentType="application/vnd.openxmlformats-officedocument.presentationml.slideLayout+xml"/>
  <Override PartName="/ppt/slideLayouts/slideLayout125.xml" ContentType="application/vnd.openxmlformats-officedocument.presentationml.slideLayout+xml"/>
  <Override PartName="/ppt/slideLayouts/slideLayout126.xml" ContentType="application/vnd.openxmlformats-officedocument.presentationml.slideLayout+xml"/>
  <Override PartName="/ppt/slideLayouts/slideLayout127.xml" ContentType="application/vnd.openxmlformats-officedocument.presentationml.slideLayout+xml"/>
  <Override PartName="/ppt/slideLayouts/slideLayout128.xml" ContentType="application/vnd.openxmlformats-officedocument.presentationml.slideLayout+xml"/>
  <Override PartName="/ppt/slideLayouts/slideLayout129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30.xml" ContentType="application/vnd.openxmlformats-officedocument.presentationml.slideLayout+xml"/>
  <Override PartName="/ppt/slideLayouts/slideLayout131.xml" ContentType="application/vnd.openxmlformats-officedocument.presentationml.slideLayout+xml"/>
  <Override PartName="/ppt/slideLayouts/slideLayout132.xml" ContentType="application/vnd.openxmlformats-officedocument.presentationml.slideLayout+xml"/>
  <Override PartName="/ppt/slideLayouts/slideLayout133.xml" ContentType="application/vnd.openxmlformats-officedocument.presentationml.slideLayout+xml"/>
  <Override PartName="/ppt/slideLayouts/slideLayout134.xml" ContentType="application/vnd.openxmlformats-officedocument.presentationml.slideLayout+xml"/>
  <Override PartName="/ppt/slideLayouts/slideLayout135.xml" ContentType="application/vnd.openxmlformats-officedocument.presentationml.slideLayout+xml"/>
  <Override PartName="/ppt/slideLayouts/slideLayout136.xml" ContentType="application/vnd.openxmlformats-officedocument.presentationml.slideLayout+xml"/>
  <Override PartName="/ppt/slideLayouts/slideLayout137.xml" ContentType="application/vnd.openxmlformats-officedocument.presentationml.slideLayout+xml"/>
  <Override PartName="/ppt/slideLayouts/slideLayout138.xml" ContentType="application/vnd.openxmlformats-officedocument.presentationml.slideLayout+xml"/>
  <Override PartName="/ppt/slideLayouts/slideLayout139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40.xml" ContentType="application/vnd.openxmlformats-officedocument.presentationml.slideLayout+xml"/>
  <Override PartName="/ppt/slideLayouts/slideLayout141.xml" ContentType="application/vnd.openxmlformats-officedocument.presentationml.slideLayout+xml"/>
  <Override PartName="/ppt/slideLayouts/slideLayout142.xml" ContentType="application/vnd.openxmlformats-officedocument.presentationml.slideLayout+xml"/>
  <Override PartName="/ppt/slideLayouts/slideLayout143.xml" ContentType="application/vnd.openxmlformats-officedocument.presentationml.slideLayout+xml"/>
  <Override PartName="/ppt/slideLayouts/slideLayout144.xml" ContentType="application/vnd.openxmlformats-officedocument.presentationml.slideLayout+xml"/>
  <Override PartName="/ppt/slideLayouts/slideLayout145.xml" ContentType="application/vnd.openxmlformats-officedocument.presentationml.slideLayout+xml"/>
  <Override PartName="/ppt/slideLayouts/slideLayout146.xml" ContentType="application/vnd.openxmlformats-officedocument.presentationml.slideLayout+xml"/>
  <Override PartName="/ppt/slideLayouts/slideLayout147.xml" ContentType="application/vnd.openxmlformats-officedocument.presentationml.slideLayout+xml"/>
  <Override PartName="/ppt/slideLayouts/slideLayout148.xml" ContentType="application/vnd.openxmlformats-officedocument.presentationml.slideLayout+xml"/>
  <Override PartName="/ppt/slideLayouts/slideLayout149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50.xml" ContentType="application/vnd.openxmlformats-officedocument.presentationml.slideLayout+xml"/>
  <Override PartName="/ppt/slideLayouts/slideLayout151.xml" ContentType="application/vnd.openxmlformats-officedocument.presentationml.slideLayout+xml"/>
  <Override PartName="/ppt/slideLayouts/slideLayout152.xml" ContentType="application/vnd.openxmlformats-officedocument.presentationml.slideLayout+xml"/>
  <Override PartName="/ppt/slideLayouts/slideLayout153.xml" ContentType="application/vnd.openxmlformats-officedocument.presentationml.slideLayout+xml"/>
  <Override PartName="/ppt/slideLayouts/slideLayout154.xml" ContentType="application/vnd.openxmlformats-officedocument.presentationml.slideLayout+xml"/>
  <Override PartName="/ppt/slideLayouts/slideLayout155.xml" ContentType="application/vnd.openxmlformats-officedocument.presentationml.slideLayout+xml"/>
  <Override PartName="/ppt/slideLayouts/slideLayout156.xml" ContentType="application/vnd.openxmlformats-officedocument.presentationml.slideLayout+xml"/>
  <Override PartName="/ppt/slideLayouts/slideLayout157.xml" ContentType="application/vnd.openxmlformats-officedocument.presentationml.slideLayout+xml"/>
  <Override PartName="/ppt/slideLayouts/slideLayout158.xml" ContentType="application/vnd.openxmlformats-officedocument.presentationml.slideLayout+xml"/>
  <Override PartName="/ppt/slideLayouts/slideLayout159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60.xml" ContentType="application/vnd.openxmlformats-officedocument.presentationml.slideLayout+xml"/>
  <Override PartName="/ppt/slideLayouts/slideLayout161.xml" ContentType="application/vnd.openxmlformats-officedocument.presentationml.slideLayout+xml"/>
  <Override PartName="/ppt/slideLayouts/slideLayout162.xml" ContentType="application/vnd.openxmlformats-officedocument.presentationml.slideLayout+xml"/>
  <Override PartName="/ppt/slideLayouts/slideLayout163.xml" ContentType="application/vnd.openxmlformats-officedocument.presentationml.slideLayout+xml"/>
  <Override PartName="/ppt/slideLayouts/slideLayout164.xml" ContentType="application/vnd.openxmlformats-officedocument.presentationml.slideLayout+xml"/>
  <Override PartName="/ppt/slideLayouts/slideLayout165.xml" ContentType="application/vnd.openxmlformats-officedocument.presentationml.slideLayout+xml"/>
  <Override PartName="/ppt/slideLayouts/slideLayout166.xml" ContentType="application/vnd.openxmlformats-officedocument.presentationml.slideLayout+xml"/>
  <Override PartName="/ppt/slideLayouts/slideLayout167.xml" ContentType="application/vnd.openxmlformats-officedocument.presentationml.slideLayout+xml"/>
  <Override PartName="/ppt/slideLayouts/slideLayout168.xml" ContentType="application/vnd.openxmlformats-officedocument.presentationml.slideLayout+xml"/>
  <Override PartName="/ppt/slideLayouts/slideLayout169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70.xml" ContentType="application/vnd.openxmlformats-officedocument.presentationml.slideLayout+xml"/>
  <Override PartName="/ppt/slideLayouts/slideLayout171.xml" ContentType="application/vnd.openxmlformats-officedocument.presentationml.slideLayout+xml"/>
  <Override PartName="/ppt/slideLayouts/slideLayout172.xml" ContentType="application/vnd.openxmlformats-officedocument.presentationml.slideLayout+xml"/>
  <Override PartName="/ppt/slideLayouts/slideLayout173.xml" ContentType="application/vnd.openxmlformats-officedocument.presentationml.slideLayout+xml"/>
  <Override PartName="/ppt/slideLayouts/slideLayout174.xml" ContentType="application/vnd.openxmlformats-officedocument.presentationml.slideLayout+xml"/>
  <Override PartName="/ppt/slideLayouts/slideLayout175.xml" ContentType="application/vnd.openxmlformats-officedocument.presentationml.slideLayout+xml"/>
  <Override PartName="/ppt/slideLayouts/slideLayout176.xml" ContentType="application/vnd.openxmlformats-officedocument.presentationml.slideLayout+xml"/>
  <Override PartName="/ppt/slideLayouts/slideLayout177.xml" ContentType="application/vnd.openxmlformats-officedocument.presentationml.slideLayout+xml"/>
  <Override PartName="/ppt/slideLayouts/slideLayout178.xml" ContentType="application/vnd.openxmlformats-officedocument.presentationml.slideLayout+xml"/>
  <Override PartName="/ppt/slideLayouts/slideLayout179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80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4"/>
    <p:sldMasterId id="2147483792" r:id="rId5"/>
    <p:sldMasterId id="2147483839" r:id="rId6"/>
    <p:sldMasterId id="2147483890" r:id="rId7"/>
  </p:sldMasterIdLst>
  <p:notesMasterIdLst>
    <p:notesMasterId r:id="rId14"/>
  </p:notesMasterIdLst>
  <p:handoutMasterIdLst>
    <p:handoutMasterId r:id="rId15"/>
  </p:handoutMasterIdLst>
  <p:sldIdLst>
    <p:sldId id="2147480451" r:id="rId8"/>
    <p:sldId id="2147480452" r:id="rId9"/>
    <p:sldId id="2147480453" r:id="rId10"/>
    <p:sldId id="2147480454" r:id="rId11"/>
    <p:sldId id="2147480455" r:id="rId12"/>
    <p:sldId id="2147480456" r:id="rId13"/>
  </p:sldIdLst>
  <p:sldSz cx="12192000" cy="6858000"/>
  <p:notesSz cx="6797675" cy="9928225"/>
  <p:embeddedFontLst>
    <p:embeddedFont>
      <p:font typeface="Maersk Headline Light" pitchFamily="2" charset="77"/>
      <p:regular r:id="rId16"/>
      <p:italic r:id="rId17"/>
    </p:embeddedFont>
    <p:embeddedFont>
      <p:font typeface="Maersk Headline Office" pitchFamily="2" charset="77"/>
      <p:regular r:id="rId18"/>
      <p:bold r:id="rId19"/>
      <p:italic r:id="rId20"/>
      <p:boldItalic r:id="rId21"/>
    </p:embeddedFont>
    <p:embeddedFont>
      <p:font typeface="Maersk Text" pitchFamily="2" charset="77"/>
      <p:regular r:id="rId22"/>
      <p:bold r:id="rId23"/>
      <p:italic r:id="rId24"/>
      <p:boldItalic r:id="rId25"/>
    </p:embeddedFont>
    <p:embeddedFont>
      <p:font typeface="Maersk Text Office Light" pitchFamily="2" charset="77"/>
      <p:regular r:id="rId26"/>
      <p:bold r:id="rId27"/>
      <p:italic r:id="rId28"/>
      <p:boldItalic r:id="rId2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17F1023D-B2B0-4AF3-B3D7-10DA161F5790}">
          <p14:sldIdLst>
            <p14:sldId id="2147480451"/>
            <p14:sldId id="2147480452"/>
            <p14:sldId id="2147480453"/>
            <p14:sldId id="2147480454"/>
            <p14:sldId id="2147480455"/>
            <p14:sldId id="2147480456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66C7DA5D-4BD9-2F30-F95C-4B17C92CBAFF}" name="Mats Bark" initials="MB" userId="S::mats.bark@maersk.com::fd692113-dd41-4187-9757-12960bd4be64" providerId="AD"/>
  <p188:author id="{97B32360-3735-B974-E60A-718527C1A3A4}" name="Wibke Weilacher-Carstensen" initials="WW" userId="S::wibke.weilacher-carstensen@maersk.com::15748654-9a49-4ad3-8751-5c0d06d76e62" providerId="AD"/>
  <p188:author id="{CD0F61A6-540D-0EE6-3977-0BE9DD81815B}" name="Brian Borup" initials="" userId="S::brian.borup@maersk.com::738dcffa-a049-4eff-9a71-7222163ffc30" providerId="AD"/>
  <p188:author id="{374321AC-C62D-4403-D577-ADBC3E4599B9}" name="Camilla Schutt Magnussen" initials="" userId="S::Camilla.Magnussen@maersk.com::cf1765ca-fc5d-4805-9d1d-57b2e5d03e6f" providerId="AD"/>
  <p188:author id="{EC80DEAE-F592-FE52-F351-55B6D50E8AF1}" name="Jesper Lov" initials="JL" userId="S::jesper.lov@maersk.com::cce5e551-aa31-4b9e-b393-a74d8acdeef9" providerId="AD"/>
  <p188:author id="{51D455C1-B2D3-DD28-6A15-34AC8FDB1806}" name="Karina Edske Rubin" initials="" userId="S::karina.rubin@maersk.com::54063aa3-20db-4d02-bf78-22d5cf042e7b" providerId="AD"/>
  <p188:author id="{671CFDEA-8978-41A8-D043-B49DE055DC9E}" name="Mats Bark" initials="" userId="S::Mats.Bark@maersk.com::fd692113-dd41-4187-9757-12960bd4be64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scaleToFitPaper="1"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FCFCF"/>
    <a:srgbClr val="FFFFCC"/>
    <a:srgbClr val="99FFCC"/>
    <a:srgbClr val="B5E1F6"/>
    <a:srgbClr val="0073A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B77B123-D66D-4883-AD42-5B84EB77FF5D}" v="1" dt="2025-10-20T11:19:01.398"/>
  </p1510:revLst>
</p1510:revInfo>
</file>

<file path=ppt/tableStyles.xml><?xml version="1.0" encoding="utf-8"?>
<a:tblStyleLst xmlns:a="http://schemas.openxmlformats.org/drawingml/2006/main" def="{C083E6E3-FA7D-4D7B-A595-EF9225AFEA82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790"/>
    <p:restoredTop sz="95427"/>
  </p:normalViewPr>
  <p:slideViewPr>
    <p:cSldViewPr snapToGrid="0">
      <p:cViewPr varScale="1">
        <p:scale>
          <a:sx n="106" d="100"/>
          <a:sy n="106" d="100"/>
        </p:scale>
        <p:origin x="84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Master" Target="slideMasters/slideMaster2.xml"/><Relationship Id="rId6" Type="http://schemas.openxmlformats.org/officeDocument/2006/relationships/slideMaster" Target="slideMasters/slideMaster3.xml"/><Relationship Id="rId7" Type="http://schemas.openxmlformats.org/officeDocument/2006/relationships/slideMaster" Target="slideMasters/slideMaster4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notesMaster" Target="notesMasters/notesMaster1.xml"/><Relationship Id="rId15" Type="http://schemas.openxmlformats.org/officeDocument/2006/relationships/handoutMaster" Target="handoutMasters/handoutMaster1.xml"/><Relationship Id="rId16" Type="http://schemas.openxmlformats.org/officeDocument/2006/relationships/font" Target="fonts/font1.fntdata"/><Relationship Id="rId17" Type="http://schemas.openxmlformats.org/officeDocument/2006/relationships/font" Target="fonts/font2.fntdata"/><Relationship Id="rId18" Type="http://schemas.openxmlformats.org/officeDocument/2006/relationships/font" Target="fonts/font3.fntdata"/><Relationship Id="rId19" Type="http://schemas.openxmlformats.org/officeDocument/2006/relationships/font" Target="fonts/font4.fntdata"/><Relationship Id="rId20" Type="http://schemas.openxmlformats.org/officeDocument/2006/relationships/font" Target="fonts/font5.fntdata"/><Relationship Id="rId21" Type="http://schemas.openxmlformats.org/officeDocument/2006/relationships/font" Target="fonts/font6.fntdata"/><Relationship Id="rId22" Type="http://schemas.openxmlformats.org/officeDocument/2006/relationships/font" Target="fonts/font7.fntdata"/><Relationship Id="rId23" Type="http://schemas.openxmlformats.org/officeDocument/2006/relationships/font" Target="fonts/font8.fntdata"/><Relationship Id="rId24" Type="http://schemas.openxmlformats.org/officeDocument/2006/relationships/font" Target="fonts/font9.fntdata"/><Relationship Id="rId25" Type="http://schemas.openxmlformats.org/officeDocument/2006/relationships/font" Target="fonts/font10.fntdata"/><Relationship Id="rId26" Type="http://schemas.openxmlformats.org/officeDocument/2006/relationships/font" Target="fonts/font11.fntdata"/><Relationship Id="rId27" Type="http://schemas.openxmlformats.org/officeDocument/2006/relationships/font" Target="fonts/font12.fntdata"/><Relationship Id="rId28" Type="http://schemas.openxmlformats.org/officeDocument/2006/relationships/font" Target="fonts/font13.fntdata"/><Relationship Id="rId29" Type="http://schemas.openxmlformats.org/officeDocument/2006/relationships/font" Target="fonts/font14.fntdata"/><Relationship Id="rId30" Type="http://schemas.openxmlformats.org/officeDocument/2006/relationships/presProps" Target="presProps.xml"/><Relationship Id="rId31" Type="http://schemas.openxmlformats.org/officeDocument/2006/relationships/viewProps" Target="viewProps.xml"/><Relationship Id="rId32" Type="http://schemas.openxmlformats.org/officeDocument/2006/relationships/theme" Target="theme/theme1.xml"/><Relationship Id="rId33" Type="http://schemas.openxmlformats.org/officeDocument/2006/relationships/tableStyles" Target="tableStyles.xml"/><Relationship Id="rId34" Type="http://schemas.microsoft.com/office/2015/10/relationships/revisionInfo" Target="revisionInfo.xml"/><Relationship Id="rId35" Type="http://schemas.microsoft.com/office/2018/10/relationships/authors" Target="authors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200" b="1">
                <a:solidFill>
                  <a:srgbClr val="00243D"/>
                </a:solidFill>
              </a:rPr>
              <a:t>Weekly ETA 2D Accuracy — % within ±48h (CW09–CW17)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Accuracy (%)</c:v>
                </c:pt>
              </c:strCache>
            </c:strRef>
          </c:tx>
          <c:spPr>
            <a:ln w="31750">
              <a:solidFill>
                <a:srgbClr val="C15F3C"/>
              </a:solidFill>
            </a:ln>
          </c:spPr>
          <c:marker>
            <c:symbol val="circle"/>
            <c:size val="7"/>
            <c:spPr>
              <a:solidFill>
                <a:srgbClr val="C15F3C"/>
              </a:solidFill>
            </c:spPr>
          </c:marker>
          <c:cat>
            <c:strRef>
              <c:f>Sheet1!$A$2:$A$9</c:f>
              <c:strCache>
                <c:ptCount val="8"/>
                <c:pt idx="0">
                  <c:v>CW09</c:v>
                </c:pt>
                <c:pt idx="1">
                  <c:v>CW10</c:v>
                </c:pt>
                <c:pt idx="2">
                  <c:v>CW11</c:v>
                </c:pt>
                <c:pt idx="3">
                  <c:v>CW12</c:v>
                </c:pt>
                <c:pt idx="4">
                  <c:v>CW13</c:v>
                </c:pt>
                <c:pt idx="5">
                  <c:v>CW15</c:v>
                </c:pt>
                <c:pt idx="6">
                  <c:v>CW16</c:v>
                </c:pt>
                <c:pt idx="7">
                  <c:v>CW17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36.5</c:v>
                </c:pt>
                <c:pt idx="1">
                  <c:v>28.1</c:v>
                </c:pt>
                <c:pt idx="2">
                  <c:v>33.2</c:v>
                </c:pt>
                <c:pt idx="3">
                  <c:v>30.2</c:v>
                </c:pt>
                <c:pt idx="4">
                  <c:v>24.1</c:v>
                </c:pt>
                <c:pt idx="5">
                  <c:v>16.5</c:v>
                </c:pt>
                <c:pt idx="6">
                  <c:v>9.1</c:v>
                </c:pt>
                <c:pt idx="7">
                  <c:v>13.1</c:v>
                </c:pt>
              </c:numCache>
            </c:numRef>
          </c:val>
          <c:smooth val="0"/>
        </c:ser>
        <c:dLbls>
          <c:numFmt formatCode="0.0&quot;%&quot;" sourceLinked="0"/>
          <c:txPr>
            <a:bodyPr/>
            <a:lstStyle/>
            <a:p>
              <a:pPr>
                <a:defRPr sz="900">
                  <a:solidFill>
                    <a:srgbClr val="00243D"/>
                  </a:solidFill>
                </a:defRPr>
              </a:pPr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6B655E"/>
                </a:solidFill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ax val="50.0"/>
          <c:min val="0.0"/>
        </c:scaling>
        <c:delete val="0"/>
        <c:axPos val="l"/>
        <c:majorGridlines/>
        <c:numFmt formatCode="0&quot;%&quot;" sourceLinked="0"/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6B655E"/>
                </a:solidFill>
              </a:defRPr>
            </a:pPr>
          </a:p>
        </c:txPr>
        <c:crossAx val="2118791784"/>
        <c:crosses val="autoZero"/>
        <c:majorUnit val="10.0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Accuracy %</c:v>
                </c:pt>
              </c:strCache>
            </c:strRef>
          </c:tx>
          <c:spPr>
            <a:solidFill>
              <a:srgbClr val="C15F3C"/>
            </a:solidFill>
            <a:ln>
              <a:noFill/>
            </a:ln>
          </c:spPr>
          <c:cat>
            <c:strRef>
              <c:f>Sheet1!$A$2:$A$8</c:f>
              <c:strCache>
                <c:ptCount val="7"/>
                <c:pt idx="0">
                  <c:v>±48h</c:v>
                </c:pt>
                <c:pt idx="1">
                  <c:v>±72h</c:v>
                </c:pt>
                <c:pt idx="2">
                  <c:v>±96h</c:v>
                </c:pt>
                <c:pt idx="3">
                  <c:v>±120h</c:v>
                </c:pt>
                <c:pt idx="4">
                  <c:v>±168h</c:v>
                </c:pt>
                <c:pt idx="5">
                  <c:v>±240h</c:v>
                </c:pt>
                <c:pt idx="6">
                  <c:v>±336h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25.4</c:v>
                </c:pt>
                <c:pt idx="1">
                  <c:v>38.0</c:v>
                </c:pt>
                <c:pt idx="2">
                  <c:v>49.6</c:v>
                </c:pt>
                <c:pt idx="3">
                  <c:v>53.5</c:v>
                </c:pt>
                <c:pt idx="4">
                  <c:v>66.9</c:v>
                </c:pt>
                <c:pt idx="5">
                  <c:v>75.0</c:v>
                </c:pt>
                <c:pt idx="6">
                  <c:v>83.5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sz="900">
                  <a:solidFill>
                    <a:srgbClr val="00243D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6B655E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0.0"/>
          <c:min val="0.0"/>
        </c:scaling>
        <c:delete val="0"/>
        <c:axPos val="b"/>
        <c:majorGridlines/>
        <c:numFmt formatCode="0&quot;%&quot;" sourceLinked="0"/>
        <c:majorTickMark val="out"/>
        <c:minorTickMark val="none"/>
        <c:tickLblPos val="nextTo"/>
        <c:txPr>
          <a:bodyPr/>
          <a:lstStyle/>
          <a:p>
            <a:pPr>
              <a:defRPr sz="800">
                <a:solidFill>
                  <a:srgbClr val="6B655E"/>
                </a:solidFill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6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5"/>
          <p:cNvSpPr>
            <a:spLocks noGrp="1"/>
          </p:cNvSpPr>
          <p:nvPr>
            <p:ph type="ftr" sz="quarter" idx="2"/>
          </p:nvPr>
        </p:nvSpPr>
        <p:spPr>
          <a:xfrm>
            <a:off x="0" y="9430091"/>
            <a:ext cx="2945659" cy="498134"/>
          </a:xfrm>
          <a:prstGeom prst="rect">
            <a:avLst/>
          </a:prstGeom>
        </p:spPr>
        <p:txBody>
          <a:bodyPr vert="horz" lIns="93239" tIns="46620" rIns="93239" bIns="46620" rtlCol="0" anchor="b"/>
          <a:lstStyle>
            <a:lvl1pPr algn="l">
              <a:defRPr sz="13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3"/>
          </p:nvPr>
        </p:nvSpPr>
        <p:spPr>
          <a:xfrm>
            <a:off x="3850443" y="9430091"/>
            <a:ext cx="2945659" cy="498134"/>
          </a:xfrm>
          <a:prstGeom prst="rect">
            <a:avLst/>
          </a:prstGeom>
        </p:spPr>
        <p:txBody>
          <a:bodyPr vert="horz" lIns="93239" tIns="46620" rIns="93239" bIns="46620" rtlCol="0" anchor="b"/>
          <a:lstStyle>
            <a:lvl1pPr algn="r">
              <a:defRPr sz="1300"/>
            </a:lvl1pPr>
          </a:lstStyle>
          <a:p>
            <a:fld id="{5D8382C0-1D05-4229-918E-CDD7B7E48B4A}" type="slidenum">
              <a:rPr lang="en-GB" smtClean="0"/>
              <a:t>‹#›</a:t>
            </a:fld>
            <a:endParaRPr lang="en-GB"/>
          </a:p>
        </p:txBody>
      </p:sp>
      <p:sp>
        <p:nvSpPr>
          <p:cNvPr id="8" name="Date Placeholder 7"/>
          <p:cNvSpPr>
            <a:spLocks noGrp="1"/>
          </p:cNvSpPr>
          <p:nvPr>
            <p:ph type="dt" sz="quarter" idx="1"/>
          </p:nvPr>
        </p:nvSpPr>
        <p:spPr>
          <a:xfrm>
            <a:off x="3850443" y="0"/>
            <a:ext cx="2945659" cy="498135"/>
          </a:xfrm>
          <a:prstGeom prst="rect">
            <a:avLst/>
          </a:prstGeom>
        </p:spPr>
        <p:txBody>
          <a:bodyPr vert="horz" lIns="93239" tIns="46620" rIns="93239" bIns="46620" rtlCol="0"/>
          <a:lstStyle>
            <a:lvl1pPr algn="r">
              <a:defRPr sz="1300"/>
            </a:lvl1pPr>
          </a:lstStyle>
          <a:p>
            <a:fld id="{13F6AEEE-E778-402E-8B8F-9A98AED26EB8}" type="datetimeFigureOut">
              <a:rPr lang="en-GB" smtClean="0"/>
              <a:t>13/05/2026</a:t>
            </a:fld>
            <a:endParaRPr lang="en-GB"/>
          </a:p>
        </p:txBody>
      </p:sp>
      <p:sp>
        <p:nvSpPr>
          <p:cNvPr id="9" name="Header Placeholder 8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8135"/>
          </a:xfrm>
          <a:prstGeom prst="rect">
            <a:avLst/>
          </a:prstGeom>
        </p:spPr>
        <p:txBody>
          <a:bodyPr vert="horz" lIns="93239" tIns="46620" rIns="93239" bIns="46620" rtlCol="0"/>
          <a:lstStyle>
            <a:lvl1pPr algn="l">
              <a:defRPr sz="1300"/>
            </a:lvl1pPr>
          </a:lstStyle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94799716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3127" userDrawn="1">
          <p15:clr>
            <a:srgbClr val="F26B43"/>
          </p15:clr>
        </p15:guide>
        <p15:guide id="2" pos="2141" userDrawn="1">
          <p15:clr>
            <a:srgbClr val="F26B43"/>
          </p15:clr>
        </p15:guide>
      </p15:sldGuideLst>
    </p:ext>
  </p:extLst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Notes Placeholder 7"/>
          <p:cNvSpPr>
            <a:spLocks noGrp="1"/>
          </p:cNvSpPr>
          <p:nvPr>
            <p:ph type="body" sz="quarter" idx="3"/>
          </p:nvPr>
        </p:nvSpPr>
        <p:spPr>
          <a:xfrm>
            <a:off x="679768" y="4777959"/>
            <a:ext cx="5438140" cy="3909239"/>
          </a:xfrm>
          <a:prstGeom prst="rect">
            <a:avLst/>
          </a:prstGeom>
        </p:spPr>
        <p:txBody>
          <a:bodyPr vert="horz" lIns="93239" tIns="46620" rIns="93239" bIns="466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9" name="Date Placeholder 8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8135"/>
          </a:xfrm>
          <a:prstGeom prst="rect">
            <a:avLst/>
          </a:prstGeom>
        </p:spPr>
        <p:txBody>
          <a:bodyPr vert="horz" lIns="93239" tIns="46620" rIns="93239" bIns="46620" rtlCol="0"/>
          <a:lstStyle>
            <a:lvl1pPr algn="r">
              <a:defRPr sz="1100"/>
            </a:lvl1pPr>
          </a:lstStyle>
          <a:p>
            <a:fld id="{1386E511-D742-4EFE-90B5-C9FC42762E0F}" type="datetimeFigureOut">
              <a:rPr lang="en-GB" smtClean="0"/>
              <a:pPr/>
              <a:t>13/05/2026</a:t>
            </a:fld>
            <a:endParaRPr lang="en-GB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5"/>
          </p:nvPr>
        </p:nvSpPr>
        <p:spPr>
          <a:xfrm>
            <a:off x="3850443" y="9430091"/>
            <a:ext cx="2945659" cy="498134"/>
          </a:xfrm>
          <a:prstGeom prst="rect">
            <a:avLst/>
          </a:prstGeom>
        </p:spPr>
        <p:txBody>
          <a:bodyPr vert="horz" lIns="93239" tIns="46620" rIns="93239" bIns="46620" rtlCol="0" anchor="b"/>
          <a:lstStyle>
            <a:lvl1pPr algn="r">
              <a:defRPr sz="1100"/>
            </a:lvl1pPr>
          </a:lstStyle>
          <a:p>
            <a:fld id="{A16CFAD1-D197-4A88-B173-A6412E995EE5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4"/>
          </p:nvPr>
        </p:nvSpPr>
        <p:spPr>
          <a:xfrm>
            <a:off x="0" y="9430091"/>
            <a:ext cx="2945659" cy="498134"/>
          </a:xfrm>
          <a:prstGeom prst="rect">
            <a:avLst/>
          </a:prstGeom>
        </p:spPr>
        <p:txBody>
          <a:bodyPr vert="horz" lIns="93239" tIns="46620" rIns="93239" bIns="46620" rtlCol="0" anchor="b"/>
          <a:lstStyle>
            <a:lvl1pPr algn="l">
              <a:defRPr sz="1100"/>
            </a:lvl1pPr>
          </a:lstStyle>
          <a:p>
            <a:endParaRPr lang="en-GB"/>
          </a:p>
        </p:txBody>
      </p:sp>
      <p:sp>
        <p:nvSpPr>
          <p:cNvPr id="12" name="Slide Image Placeholder 11"/>
          <p:cNvSpPr>
            <a:spLocks noGrp="1" noRot="1" noChangeAspect="1"/>
          </p:cNvSpPr>
          <p:nvPr>
            <p:ph type="sldImg" idx="2"/>
          </p:nvPr>
        </p:nvSpPr>
        <p:spPr>
          <a:xfrm>
            <a:off x="420688" y="1241425"/>
            <a:ext cx="5956300" cy="335121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239" tIns="46620" rIns="93239" bIns="46620" rtlCol="0" anchor="ctr"/>
          <a:lstStyle/>
          <a:p>
            <a:endParaRPr lang="en-GB"/>
          </a:p>
        </p:txBody>
      </p:sp>
      <p:sp>
        <p:nvSpPr>
          <p:cNvPr id="13" name="Header Placeholder 12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8135"/>
          </a:xfrm>
          <a:prstGeom prst="rect">
            <a:avLst/>
          </a:prstGeom>
        </p:spPr>
        <p:txBody>
          <a:bodyPr vert="horz" lIns="93239" tIns="46620" rIns="93239" bIns="46620" rtlCol="0"/>
          <a:lstStyle>
            <a:lvl1pPr algn="l">
              <a:defRPr sz="1100"/>
            </a:lvl1pPr>
          </a:lstStyle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006011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emf"/><Relationship Id="rId3" Type="http://schemas.openxmlformats.org/officeDocument/2006/relationships/image" Target="../media/image2.sv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emf"/><Relationship Id="rId3" Type="http://schemas.openxmlformats.org/officeDocument/2006/relationships/image" Target="../media/image4.sv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svg"/><Relationship Id="rId3" Type="http://schemas.openxmlformats.org/officeDocument/2006/relationships/image" Target="../media/image6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svg"/><Relationship Id="rId3" Type="http://schemas.openxmlformats.org/officeDocument/2006/relationships/image" Target="../media/image1.emf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sv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emf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emf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emf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emf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emf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emf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emf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emf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emf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emf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emf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emf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emf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emf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emf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emf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emf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emf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emf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emf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5" Type="http://schemas.openxmlformats.org/officeDocument/2006/relationships/image" Target="../media/image11.png"/><Relationship Id="rId6" Type="http://schemas.openxmlformats.org/officeDocument/2006/relationships/image" Target="../media/image12.png"/><Relationship Id="rId7" Type="http://schemas.openxmlformats.org/officeDocument/2006/relationships/image" Target="../media/image13.png"/><Relationship Id="rId8" Type="http://schemas.openxmlformats.org/officeDocument/2006/relationships/image" Target="../media/image14.png"/><Relationship Id="rId9" Type="http://schemas.openxmlformats.org/officeDocument/2006/relationships/image" Target="../media/image15.png"/><Relationship Id="rId10" Type="http://schemas.openxmlformats.org/officeDocument/2006/relationships/image" Target="../media/image16.png"/><Relationship Id="rId11" Type="http://schemas.openxmlformats.org/officeDocument/2006/relationships/image" Target="../media/image17.png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0.svg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emf"/><Relationship Id="rId3" Type="http://schemas.openxmlformats.org/officeDocument/2006/relationships/image" Target="../media/image4.svg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.svg"/><Relationship Id="rId3" Type="http://schemas.openxmlformats.org/officeDocument/2006/relationships/image" Target="../media/image7.svg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emf"/><Relationship Id="rId3" Type="http://schemas.openxmlformats.org/officeDocument/2006/relationships/image" Target="../media/image4.svg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.svg"/><Relationship Id="rId3" Type="http://schemas.openxmlformats.org/officeDocument/2006/relationships/image" Target="../media/image20.svg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9.svg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9.svg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9.svg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9.svg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9.svg"/></Relationships>
</file>

<file path=ppt/slideLayouts/_rels/slideLayout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9.svg"/></Relationships>
</file>

<file path=ppt/slideLayouts/_rels/slideLayout5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9.svg"/></Relationships>
</file>

<file path=ppt/slideLayouts/_rels/slideLayout5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9.svg"/></Relationships>
</file>

<file path=ppt/slideLayouts/_rels/slideLayout6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9.svg"/></Relationships>
</file>

<file path=ppt/slideLayouts/_rels/slideLayout6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9.svg"/></Relationships>
</file>

<file path=ppt/slideLayouts/_rels/slideLayout6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7.svg"/></Relationships>
</file>

<file path=ppt/slideLayouts/_rels/slideLayout6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9.svg"/></Relationships>
</file>

<file path=ppt/slideLayouts/_rels/slideLayout6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0.svg"/></Relationships>
</file>

<file path=ppt/slideLayouts/_rels/slideLayout6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0.svg"/></Relationships>
</file>

<file path=ppt/slideLayouts/_rels/slideLayout6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9.svg"/></Relationships>
</file>

<file path=ppt/slideLayouts/_rels/slideLayout6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7.svg"/></Relationships>
</file>

<file path=ppt/slideLayouts/_rels/slideLayout6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9.svg"/></Relationships>
</file>

<file path=ppt/slideLayouts/_rels/slideLayout6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7.svg"/></Relationships>
</file>

<file path=ppt/slideLayouts/_rels/slideLayout7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9.svg"/></Relationships>
</file>

<file path=ppt/slideLayouts/_rels/slideLayout7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9.svg"/></Relationships>
</file>

<file path=ppt/slideLayouts/_rels/slideLayout7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9.svg"/></Relationships>
</file>

<file path=ppt/slideLayouts/_rels/slideLayout7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9.svg"/></Relationships>
</file>

<file path=ppt/slideLayouts/_rels/slideLayout7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9.svg"/></Relationships>
</file>

<file path=ppt/slideLayouts/_rels/slideLayout7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9.svg"/></Relationships>
</file>

<file path=ppt/slideLayouts/_rels/slideLayout7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9.svg"/></Relationships>
</file>

<file path=ppt/slideLayouts/_rels/slideLayout7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9.svg"/></Relationships>
</file>

<file path=ppt/slideLayouts/_rels/slideLayout7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9.svg"/></Relationships>
</file>

<file path=ppt/slideLayouts/_rels/slideLayout7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9.svg"/></Relationships>
</file>

<file path=ppt/slideLayouts/_rels/slideLayout8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9.svg"/></Relationships>
</file>

<file path=ppt/slideLayouts/_rels/slideLayout8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9.svg"/></Relationships>
</file>

<file path=ppt/slideLayouts/_rels/slideLayout8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9.svg"/></Relationships>
</file>

<file path=ppt/slideLayouts/_rels/slideLayout8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9.svg"/></Relationships>
</file>

<file path=ppt/slideLayouts/_rels/slideLayout8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9.svg"/></Relationships>
</file>

<file path=ppt/slideLayouts/_rels/slideLayout8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7.svg"/></Relationships>
</file>

<file path=ppt/slideLayouts/_rels/slideLayout8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8.png"/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5" Type="http://schemas.openxmlformats.org/officeDocument/2006/relationships/image" Target="../media/image11.png"/><Relationship Id="rId6" Type="http://schemas.openxmlformats.org/officeDocument/2006/relationships/image" Target="../media/image12.png"/><Relationship Id="rId7" Type="http://schemas.openxmlformats.org/officeDocument/2006/relationships/image" Target="../media/image13.png"/><Relationship Id="rId8" Type="http://schemas.openxmlformats.org/officeDocument/2006/relationships/image" Target="../media/image14.png"/><Relationship Id="rId9" Type="http://schemas.openxmlformats.org/officeDocument/2006/relationships/image" Target="../media/image15.png"/><Relationship Id="rId10" Type="http://schemas.openxmlformats.org/officeDocument/2006/relationships/image" Target="../media/image16.png"/><Relationship Id="rId11" Type="http://schemas.openxmlformats.org/officeDocument/2006/relationships/image" Target="../media/image17.png"/></Relationships>
</file>

<file path=ppt/slideLayouts/_rels/slideLayout8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.emf"/><Relationship Id="rId3" Type="http://schemas.openxmlformats.org/officeDocument/2006/relationships/image" Target="../media/image2.svg"/></Relationships>
</file>

<file path=ppt/slideLayouts/_rels/slideLayout8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3.emf"/><Relationship Id="rId3" Type="http://schemas.openxmlformats.org/officeDocument/2006/relationships/image" Target="../media/image4.svg"/></Relationships>
</file>

<file path=ppt/slideLayouts/_rels/slideLayout9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5.svg"/><Relationship Id="rId3" Type="http://schemas.openxmlformats.org/officeDocument/2006/relationships/image" Target="../media/image6.png"/></Relationships>
</file>

<file path=ppt/slideLayouts/_rels/slideLayout9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4.svg"/><Relationship Id="rId3" Type="http://schemas.openxmlformats.org/officeDocument/2006/relationships/image" Target="../media/image1.emf"/></Relationships>
</file>

<file path=ppt/slideLayouts/_rels/slideLayout9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7.svg"/></Relationships>
</file>

<file path=ppt/slideLayouts/_rels/slideLayout9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3.emf"/></Relationships>
</file>

<file path=ppt/slideLayouts/_rels/slideLayout9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.emf"/></Relationships>
</file>

<file path=ppt/slideLayouts/_rels/slideLayout9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.emf"/></Relationships>
</file>

<file path=ppt/slideLayouts/_rels/slideLayout9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3.emf"/></Relationships>
</file>

<file path=ppt/slideLayouts/_rels/slideLayout9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3.emf"/></Relationships>
</file>

<file path=ppt/slideLayouts/_rels/slideLayout9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3.emf"/></Relationships>
</file>

<file path=ppt/slideLayouts/_rels/slideLayout9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3.emf"/></Relationships>
</file>

<file path=ppt/slideLayouts/_rels/slideLayout10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3.emf"/></Relationships>
</file>

<file path=ppt/slideLayouts/_rels/slideLayout10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.emf"/></Relationships>
</file>

<file path=ppt/slideLayouts/_rels/slideLayout10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.emf"/></Relationships>
</file>

<file path=ppt/slideLayouts/_rels/slideLayout10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.emf"/></Relationships>
</file>

<file path=ppt/slideLayouts/_rels/slideLayout1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.emf"/></Relationships>
</file>

<file path=ppt/slideLayouts/_rels/slideLayout1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.emf"/></Relationships>
</file>

<file path=ppt/slideLayouts/_rels/slideLayout1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.emf"/></Relationships>
</file>

<file path=ppt/slideLayouts/_rels/slideLayout1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.emf"/></Relationships>
</file>

<file path=ppt/slideLayouts/_rels/slideLayout1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.emf"/></Relationships>
</file>

<file path=ppt/slideLayouts/_rels/slideLayout1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.emf"/></Relationships>
</file>

<file path=ppt/slideLayouts/_rels/slideLayout1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.emf"/></Relationships>
</file>

<file path=ppt/slideLayouts/_rels/slideLayout1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.emf"/></Relationships>
</file>

<file path=ppt/slideLayouts/_rels/slideLayout1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.emf"/></Relationships>
</file>

<file path=ppt/slideLayouts/_rels/slideLayout1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8.png"/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5" Type="http://schemas.openxmlformats.org/officeDocument/2006/relationships/image" Target="../media/image11.png"/><Relationship Id="rId6" Type="http://schemas.openxmlformats.org/officeDocument/2006/relationships/image" Target="../media/image12.png"/><Relationship Id="rId7" Type="http://schemas.openxmlformats.org/officeDocument/2006/relationships/image" Target="../media/image13.png"/><Relationship Id="rId8" Type="http://schemas.openxmlformats.org/officeDocument/2006/relationships/image" Target="../media/image14.png"/><Relationship Id="rId9" Type="http://schemas.openxmlformats.org/officeDocument/2006/relationships/image" Target="../media/image15.png"/><Relationship Id="rId10" Type="http://schemas.openxmlformats.org/officeDocument/2006/relationships/image" Target="../media/image16.png"/><Relationship Id="rId11" Type="http://schemas.openxmlformats.org/officeDocument/2006/relationships/image" Target="../media/image17.png"/></Relationships>
</file>

<file path=ppt/slideLayouts/_rels/slideLayout1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9.svg"/></Relationships>
</file>

<file path=ppt/slideLayouts/_rels/slideLayout1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21.emf"/></Relationships>
</file>

<file path=ppt/slideLayouts/_rels/slideLayout1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3.emf"/><Relationship Id="rId3" Type="http://schemas.openxmlformats.org/officeDocument/2006/relationships/image" Target="../media/image4.svg"/></Relationships>
</file>

<file path=ppt/slideLayouts/_rels/slideLayout1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21.emf"/></Relationships>
</file>

<file path=ppt/slideLayouts/_rels/slideLayout1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20.svg"/></Relationships>
</file>

<file path=ppt/slideLayouts/_rels/slideLayout1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20.svg"/></Relationships>
</file>

<file path=ppt/slideLayouts/_rels/slideLayout1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3.emf"/><Relationship Id="rId3" Type="http://schemas.openxmlformats.org/officeDocument/2006/relationships/image" Target="../media/image4.svg"/></Relationships>
</file>

<file path=ppt/slideLayouts/_rels/slideLayout1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5.svg"/><Relationship Id="rId3" Type="http://schemas.openxmlformats.org/officeDocument/2006/relationships/image" Target="../media/image7.svg"/></Relationships>
</file>

<file path=ppt/slideLayouts/_rels/slideLayout1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3.emf"/><Relationship Id="rId3" Type="http://schemas.openxmlformats.org/officeDocument/2006/relationships/image" Target="../media/image4.svg"/></Relationships>
</file>

<file path=ppt/slideLayouts/_rels/slideLayout1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5.svg"/><Relationship Id="rId3" Type="http://schemas.openxmlformats.org/officeDocument/2006/relationships/image" Target="../media/image20.svg"/></Relationships>
</file>

<file path=ppt/slideLayouts/_rels/slideLayout1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19.svg"/></Relationships>
</file>

<file path=ppt/slideLayouts/_rels/slideLayout1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19.svg"/></Relationships>
</file>

<file path=ppt/slideLayouts/_rels/slideLayout1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19.svg"/></Relationships>
</file>

<file path=ppt/slideLayouts/_rels/slideLayout1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19.svg"/></Relationships>
</file>

<file path=ppt/slideLayouts/_rels/slideLayout1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19.svg"/></Relationships>
</file>

<file path=ppt/slideLayouts/_rels/slideLayout1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19.svg"/></Relationships>
</file>

<file path=ppt/slideLayouts/_rels/slideLayout1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19.svg"/></Relationships>
</file>

<file path=ppt/slideLayouts/_rels/slideLayout1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19.svg"/></Relationships>
</file>

<file path=ppt/slideLayouts/_rels/slideLayout1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19.svg"/></Relationships>
</file>

<file path=ppt/slideLayouts/_rels/slideLayout1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19.svg"/></Relationships>
</file>

<file path=ppt/slideLayouts/_rels/slideLayout1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7.svg"/></Relationships>
</file>

<file path=ppt/slideLayouts/_rels/slideLayout1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19.svg"/></Relationships>
</file>

<file path=ppt/slideLayouts/_rels/slideLayout1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20.svg"/></Relationships>
</file>

<file path=ppt/slideLayouts/_rels/slideLayout15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20.svg"/></Relationships>
</file>

<file path=ppt/slideLayouts/_rels/slideLayout15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19.svg"/></Relationships>
</file>

<file path=ppt/slideLayouts/_rels/slideLayout16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7.svg"/></Relationships>
</file>

<file path=ppt/slideLayouts/_rels/slideLayout16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19.svg"/></Relationships>
</file>

<file path=ppt/slideLayouts/_rels/slideLayout16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7.svg"/></Relationships>
</file>

<file path=ppt/slideLayouts/_rels/slideLayout16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19.svg"/></Relationships>
</file>

<file path=ppt/slideLayouts/_rels/slideLayout16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19.svg"/></Relationships>
</file>

<file path=ppt/slideLayouts/_rels/slideLayout16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19.svg"/></Relationships>
</file>

<file path=ppt/slideLayouts/_rels/slideLayout16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19.svg"/></Relationships>
</file>

<file path=ppt/slideLayouts/_rels/slideLayout16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19.svg"/></Relationships>
</file>

<file path=ppt/slideLayouts/_rels/slideLayout16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19.svg"/></Relationships>
</file>

<file path=ppt/slideLayouts/_rels/slideLayout16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19.svg"/></Relationships>
</file>

<file path=ppt/slideLayouts/_rels/slideLayout17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19.svg"/></Relationships>
</file>

<file path=ppt/slideLayouts/_rels/slideLayout17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19.svg"/></Relationships>
</file>

<file path=ppt/slideLayouts/_rels/slideLayout17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19.svg"/></Relationships>
</file>

<file path=ppt/slideLayouts/_rels/slideLayout17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19.svg"/></Relationships>
</file>

<file path=ppt/slideLayouts/_rels/slideLayout17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19.svg"/></Relationships>
</file>

<file path=ppt/slideLayouts/_rels/slideLayout17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19.svg"/></Relationships>
</file>

<file path=ppt/slideLayouts/_rels/slideLayout17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19.svg"/></Relationships>
</file>

<file path=ppt/slideLayouts/_rels/slideLayout17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19.svg"/></Relationships>
</file>

<file path=ppt/slideLayouts/_rels/slideLayout17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7.svg"/></Relationships>
</file>

<file path=ppt/slideLayouts/_rels/slideLayout17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8.png"/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5" Type="http://schemas.openxmlformats.org/officeDocument/2006/relationships/image" Target="../media/image11.png"/><Relationship Id="rId6" Type="http://schemas.openxmlformats.org/officeDocument/2006/relationships/image" Target="../media/image12.png"/><Relationship Id="rId7" Type="http://schemas.openxmlformats.org/officeDocument/2006/relationships/image" Target="../media/image13.png"/><Relationship Id="rId8" Type="http://schemas.openxmlformats.org/officeDocument/2006/relationships/image" Target="../media/image14.png"/><Relationship Id="rId9" Type="http://schemas.openxmlformats.org/officeDocument/2006/relationships/image" Target="../media/image15.png"/><Relationship Id="rId10" Type="http://schemas.openxmlformats.org/officeDocument/2006/relationships/image" Target="../media/image16.png"/><Relationship Id="rId11" Type="http://schemas.openxmlformats.org/officeDocument/2006/relationships/image" Target="../media/image17.png"/></Relationships>
</file>

<file path=ppt/slideLayouts/_rels/slideLayout18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Picture A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4A9A4675-1EEC-0D60-EBBE-6630A2306B5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3200" cy="6861600"/>
          </a:xfrm>
          <a:custGeom>
            <a:avLst/>
            <a:gdLst>
              <a:gd name="connsiteX0" fmla="*/ 12192000 w 12193200"/>
              <a:gd name="connsiteY0" fmla="*/ 0 h 6861600"/>
              <a:gd name="connsiteX1" fmla="*/ 12193200 w 12193200"/>
              <a:gd name="connsiteY1" fmla="*/ 0 h 6861600"/>
              <a:gd name="connsiteX2" fmla="*/ 12193200 w 12193200"/>
              <a:gd name="connsiteY2" fmla="*/ 6861600 h 6861600"/>
              <a:gd name="connsiteX3" fmla="*/ 0 w 12193200"/>
              <a:gd name="connsiteY3" fmla="*/ 6861600 h 6861600"/>
              <a:gd name="connsiteX4" fmla="*/ 0 w 12193200"/>
              <a:gd name="connsiteY4" fmla="*/ 6858000 h 6861600"/>
              <a:gd name="connsiteX5" fmla="*/ 12192000 w 12193200"/>
              <a:gd name="connsiteY5" fmla="*/ 6858000 h 6861600"/>
              <a:gd name="connsiteX6" fmla="*/ 0 w 12193200"/>
              <a:gd name="connsiteY6" fmla="*/ 0 h 6861600"/>
              <a:gd name="connsiteX7" fmla="*/ 12191999 w 12193200"/>
              <a:gd name="connsiteY7" fmla="*/ 0 h 6861600"/>
              <a:gd name="connsiteX8" fmla="*/ 12191999 w 12193200"/>
              <a:gd name="connsiteY8" fmla="*/ 4414449 h 6861600"/>
              <a:gd name="connsiteX9" fmla="*/ 12191999 w 12193200"/>
              <a:gd name="connsiteY9" fmla="*/ 4527603 h 6861600"/>
              <a:gd name="connsiteX10" fmla="*/ 12191999 w 12193200"/>
              <a:gd name="connsiteY10" fmla="*/ 5635421 h 6861600"/>
              <a:gd name="connsiteX11" fmla="*/ 11344017 w 12193200"/>
              <a:gd name="connsiteY11" fmla="*/ 6483403 h 6861600"/>
              <a:gd name="connsiteX12" fmla="*/ 10222737 w 12193200"/>
              <a:gd name="connsiteY12" fmla="*/ 6483403 h 6861600"/>
              <a:gd name="connsiteX13" fmla="*/ 9813419 w 12193200"/>
              <a:gd name="connsiteY13" fmla="*/ 6483403 h 6861600"/>
              <a:gd name="connsiteX14" fmla="*/ 5765037 w 12193200"/>
              <a:gd name="connsiteY14" fmla="*/ 6483403 h 6861600"/>
              <a:gd name="connsiteX15" fmla="*/ 5765037 w 12193200"/>
              <a:gd name="connsiteY15" fmla="*/ 6483402 h 6861600"/>
              <a:gd name="connsiteX16" fmla="*/ 0 w 12193200"/>
              <a:gd name="connsiteY16" fmla="*/ 6483402 h 686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2193200" h="6861600">
                <a:moveTo>
                  <a:pt x="12192000" y="0"/>
                </a:moveTo>
                <a:lnTo>
                  <a:pt x="12193200" y="0"/>
                </a:lnTo>
                <a:lnTo>
                  <a:pt x="12193200" y="6861600"/>
                </a:lnTo>
                <a:lnTo>
                  <a:pt x="0" y="6861600"/>
                </a:lnTo>
                <a:lnTo>
                  <a:pt x="0" y="6858000"/>
                </a:lnTo>
                <a:lnTo>
                  <a:pt x="12192000" y="6858000"/>
                </a:lnTo>
                <a:close/>
                <a:moveTo>
                  <a:pt x="0" y="0"/>
                </a:moveTo>
                <a:lnTo>
                  <a:pt x="12191999" y="0"/>
                </a:lnTo>
                <a:lnTo>
                  <a:pt x="12191999" y="4414449"/>
                </a:lnTo>
                <a:lnTo>
                  <a:pt x="12191999" y="4527603"/>
                </a:lnTo>
                <a:lnTo>
                  <a:pt x="12191999" y="5635421"/>
                </a:lnTo>
                <a:cubicBezTo>
                  <a:pt x="12191999" y="6103749"/>
                  <a:pt x="11812345" y="6483403"/>
                  <a:pt x="11344017" y="6483403"/>
                </a:cubicBezTo>
                <a:lnTo>
                  <a:pt x="10222737" y="6483403"/>
                </a:lnTo>
                <a:lnTo>
                  <a:pt x="9813419" y="6483403"/>
                </a:lnTo>
                <a:lnTo>
                  <a:pt x="5765037" y="6483403"/>
                </a:lnTo>
                <a:lnTo>
                  <a:pt x="5765037" y="6483402"/>
                </a:lnTo>
                <a:lnTo>
                  <a:pt x="0" y="6483402"/>
                </a:lnTo>
                <a:close/>
              </a:path>
            </a:pathLst>
          </a:custGeom>
          <a:solidFill>
            <a:srgbClr val="CFCFCF"/>
          </a:solidFill>
        </p:spPr>
        <p:txBody>
          <a:bodyPr wrap="square" tIns="72000" anchor="t" anchorCtr="0">
            <a:noAutofit/>
          </a:bodyPr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1200">
                <a:solidFill>
                  <a:schemeClr val="bg1"/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Click here and insert picture</a:t>
            </a:r>
          </a:p>
        </p:txBody>
      </p:sp>
      <p:sp>
        <p:nvSpPr>
          <p:cNvPr id="18" name="Title 1">
            <a:extLst>
              <a:ext uri="{FF2B5EF4-FFF2-40B4-BE49-F238E27FC236}">
                <a16:creationId xmlns:a16="http://schemas.microsoft.com/office/drawing/2014/main" id="{534A3BBC-EB91-6315-9808-5035B767D3F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00063" y="1943100"/>
            <a:ext cx="10701337" cy="2550523"/>
          </a:xfrm>
        </p:spPr>
        <p:txBody>
          <a:bodyPr anchor="t"/>
          <a:lstStyle>
            <a:lvl1pPr algn="l">
              <a:lnSpc>
                <a:spcPts val="4800"/>
              </a:lnSpc>
              <a:defRPr sz="4400">
                <a:solidFill>
                  <a:schemeClr val="bg1"/>
                </a:solidFill>
              </a:defRPr>
            </a:lvl1pPr>
          </a:lstStyle>
          <a:p>
            <a:r>
              <a:rPr lang="en-GB"/>
              <a:t>Click to add title</a:t>
            </a:r>
          </a:p>
        </p:txBody>
      </p:sp>
      <p:sp>
        <p:nvSpPr>
          <p:cNvPr id="20" name="Text Placeholder logo">
            <a:extLst>
              <a:ext uri="{FF2B5EF4-FFF2-40B4-BE49-F238E27FC236}">
                <a16:creationId xmlns:a16="http://schemas.microsoft.com/office/drawing/2014/main" id="{7BF30186-EED9-7C78-235A-CF514DEF5455}"/>
              </a:ext>
            </a:extLst>
          </p:cNvPr>
          <p:cNvSpPr>
            <a:spLocks noGrp="1" noChangeAspect="1"/>
          </p:cNvSpPr>
          <p:nvPr>
            <p:ph type="body" sz="quarter" idx="18" hasCustomPrompt="1"/>
          </p:nvPr>
        </p:nvSpPr>
        <p:spPr>
          <a:xfrm>
            <a:off x="500061" y="5683203"/>
            <a:ext cx="1904985" cy="425604"/>
          </a:xfrm>
          <a:blipFill>
            <a:blip r:embed="rId2"/>
            <a:stretch>
              <a:fillRect/>
            </a:stretch>
          </a:blipFill>
        </p:spPr>
        <p:txBody>
          <a:bodyPr/>
          <a:lstStyle>
            <a:lvl1pPr marL="0" indent="0">
              <a:buNone/>
              <a:defRPr sz="100">
                <a:noFill/>
              </a:defRPr>
            </a:lvl1pPr>
          </a:lstStyle>
          <a:p>
            <a:pPr lvl="0"/>
            <a:r>
              <a:rPr lang="en-GB"/>
              <a:t>.</a:t>
            </a:r>
          </a:p>
        </p:txBody>
      </p:sp>
      <p:sp>
        <p:nvSpPr>
          <p:cNvPr id="75" name="Text Placeholder 73">
            <a:extLst>
              <a:ext uri="{FF2B5EF4-FFF2-40B4-BE49-F238E27FC236}">
                <a16:creationId xmlns:a16="http://schemas.microsoft.com/office/drawing/2014/main" id="{FDC12E48-E954-79B8-71E7-AB04BB7646BB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0067925" y="5803900"/>
            <a:ext cx="1620838" cy="193675"/>
          </a:xfr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 sz="100">
                <a:solidFill>
                  <a:schemeClr val="bg1"/>
                </a:solidFill>
              </a:defRPr>
            </a:lvl1pPr>
          </a:lstStyle>
          <a:p>
            <a:pPr lvl="0"/>
            <a:r>
              <a:rPr lang="en-001"/>
              <a:t>  </a:t>
            </a:r>
          </a:p>
        </p:txBody>
      </p:sp>
    </p:spTree>
    <p:extLst>
      <p:ext uri="{BB962C8B-B14F-4D97-AF65-F5344CB8AC3E}">
        <p14:creationId xmlns:p14="http://schemas.microsoft.com/office/powerpoint/2010/main" val="22776557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Whit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11">
            <a:extLst>
              <a:ext uri="{FF2B5EF4-FFF2-40B4-BE49-F238E27FC236}">
                <a16:creationId xmlns:a16="http://schemas.microsoft.com/office/drawing/2014/main" id="{AB12982D-D35D-CD4E-DFD3-3B65652528D8}"/>
              </a:ext>
            </a:extLst>
          </p:cNvPr>
          <p:cNvSpPr/>
          <p:nvPr userDrawn="1"/>
        </p:nvSpPr>
        <p:spPr>
          <a:xfrm>
            <a:off x="-1" y="-1"/>
            <a:ext cx="12192000" cy="6483404"/>
          </a:xfrm>
          <a:custGeom>
            <a:avLst/>
            <a:gdLst>
              <a:gd name="connsiteX0" fmla="*/ 0 w 12192000"/>
              <a:gd name="connsiteY0" fmla="*/ 0 h 6483404"/>
              <a:gd name="connsiteX1" fmla="*/ 8210551 w 12192000"/>
              <a:gd name="connsiteY1" fmla="*/ 0 h 6483404"/>
              <a:gd name="connsiteX2" fmla="*/ 8210551 w 12192000"/>
              <a:gd name="connsiteY2" fmla="*/ 1 h 6483404"/>
              <a:gd name="connsiteX3" fmla="*/ 12192000 w 12192000"/>
              <a:gd name="connsiteY3" fmla="*/ 1 h 6483404"/>
              <a:gd name="connsiteX4" fmla="*/ 12192000 w 12192000"/>
              <a:gd name="connsiteY4" fmla="*/ 4414450 h 6483404"/>
              <a:gd name="connsiteX5" fmla="*/ 12192000 w 12192000"/>
              <a:gd name="connsiteY5" fmla="*/ 4527604 h 6483404"/>
              <a:gd name="connsiteX6" fmla="*/ 12192000 w 12192000"/>
              <a:gd name="connsiteY6" fmla="*/ 5635422 h 6483404"/>
              <a:gd name="connsiteX7" fmla="*/ 11344018 w 12192000"/>
              <a:gd name="connsiteY7" fmla="*/ 6483404 h 6483404"/>
              <a:gd name="connsiteX8" fmla="*/ 10222738 w 12192000"/>
              <a:gd name="connsiteY8" fmla="*/ 6483404 h 6483404"/>
              <a:gd name="connsiteX9" fmla="*/ 9813420 w 12192000"/>
              <a:gd name="connsiteY9" fmla="*/ 6483404 h 6483404"/>
              <a:gd name="connsiteX10" fmla="*/ 5765038 w 12192000"/>
              <a:gd name="connsiteY10" fmla="*/ 6483404 h 6483404"/>
              <a:gd name="connsiteX11" fmla="*/ 5765038 w 12192000"/>
              <a:gd name="connsiteY11" fmla="*/ 6483403 h 6483404"/>
              <a:gd name="connsiteX12" fmla="*/ 0 w 12192000"/>
              <a:gd name="connsiteY12" fmla="*/ 6483403 h 64834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2192000" h="6483404">
                <a:moveTo>
                  <a:pt x="0" y="0"/>
                </a:moveTo>
                <a:lnTo>
                  <a:pt x="8210551" y="0"/>
                </a:lnTo>
                <a:lnTo>
                  <a:pt x="8210551" y="1"/>
                </a:lnTo>
                <a:lnTo>
                  <a:pt x="12192000" y="1"/>
                </a:lnTo>
                <a:lnTo>
                  <a:pt x="12192000" y="4414450"/>
                </a:lnTo>
                <a:lnTo>
                  <a:pt x="12192000" y="4527604"/>
                </a:lnTo>
                <a:lnTo>
                  <a:pt x="12192000" y="5635422"/>
                </a:lnTo>
                <a:cubicBezTo>
                  <a:pt x="12192000" y="6103750"/>
                  <a:pt x="11812346" y="6483404"/>
                  <a:pt x="11344018" y="6483404"/>
                </a:cubicBezTo>
                <a:lnTo>
                  <a:pt x="10222738" y="6483404"/>
                </a:lnTo>
                <a:lnTo>
                  <a:pt x="9813420" y="6483404"/>
                </a:lnTo>
                <a:lnTo>
                  <a:pt x="5765038" y="6483404"/>
                </a:lnTo>
                <a:lnTo>
                  <a:pt x="5765038" y="6483403"/>
                </a:lnTo>
                <a:lnTo>
                  <a:pt x="0" y="6483403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237600" tIns="237600" rIns="237600" bIns="237600" rtlCol="0" anchor="ctr">
            <a:noAutofit/>
          </a:bodyPr>
          <a:lstStyle/>
          <a:p>
            <a:pPr algn="ctr"/>
            <a:endParaRPr lang="en-001" sz="2000" noProof="0" err="1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43A1AF0-8F3A-B813-D2C7-811831038F4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1481" y="5683203"/>
            <a:ext cx="1905000" cy="425604"/>
          </a:xfrm>
          <a:prstGeom prst="rect">
            <a:avLst/>
          </a:prstGeom>
        </p:spPr>
      </p:pic>
      <p:sp>
        <p:nvSpPr>
          <p:cNvPr id="15" name="Title 1">
            <a:extLst>
              <a:ext uri="{FF2B5EF4-FFF2-40B4-BE49-F238E27FC236}">
                <a16:creationId xmlns:a16="http://schemas.microsoft.com/office/drawing/2014/main" id="{F779AE45-9325-9747-A087-FA65D14DF943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00063" y="1943100"/>
            <a:ext cx="10701337" cy="2550523"/>
          </a:xfrm>
        </p:spPr>
        <p:txBody>
          <a:bodyPr anchor="t"/>
          <a:lstStyle>
            <a:lvl1pPr algn="l">
              <a:lnSpc>
                <a:spcPts val="5800"/>
              </a:lnSpc>
              <a:defRPr sz="5400">
                <a:solidFill>
                  <a:schemeClr val="accent2"/>
                </a:solidFill>
              </a:defRPr>
            </a:lvl1pPr>
          </a:lstStyle>
          <a:p>
            <a:r>
              <a:rPr lang="en-GB"/>
              <a:t>Click to add title</a:t>
            </a:r>
          </a:p>
        </p:txBody>
      </p:sp>
      <p:pic>
        <p:nvPicPr>
          <p:cNvPr id="17" name="Graphic 16">
            <a:extLst>
              <a:ext uri="{FF2B5EF4-FFF2-40B4-BE49-F238E27FC236}">
                <a16:creationId xmlns:a16="http://schemas.microsoft.com/office/drawing/2014/main" id="{EA98EC77-38EE-0D5E-CC88-514A9AE6F6D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0067926" y="5801294"/>
            <a:ext cx="1620837" cy="1905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75437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itle Whit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FFEB7B0B-47C0-FFCA-32BF-DA39D7F60BBD}"/>
              </a:ext>
            </a:extLst>
          </p:cNvPr>
          <p:cNvSpPr/>
          <p:nvPr userDrawn="1"/>
        </p:nvSpPr>
        <p:spPr>
          <a:xfrm>
            <a:off x="0" y="5519956"/>
            <a:ext cx="12192000" cy="133804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37600" tIns="237600" rIns="237600" bIns="237600" rtlCol="0" anchor="ctr"/>
          <a:lstStyle/>
          <a:p>
            <a:pPr algn="ctr"/>
            <a:endParaRPr lang="en-DK" sz="2000" noProof="0" err="1"/>
          </a:p>
        </p:txBody>
      </p:sp>
      <p:sp>
        <p:nvSpPr>
          <p:cNvPr id="2" name="Round Single Corner of Rectangle 1">
            <a:extLst>
              <a:ext uri="{FF2B5EF4-FFF2-40B4-BE49-F238E27FC236}">
                <a16:creationId xmlns:a16="http://schemas.microsoft.com/office/drawing/2014/main" id="{EC0CBD2F-6102-A2CA-A701-CB9D298B4D57}"/>
              </a:ext>
            </a:extLst>
          </p:cNvPr>
          <p:cNvSpPr/>
          <p:nvPr userDrawn="1"/>
        </p:nvSpPr>
        <p:spPr>
          <a:xfrm rot="5400000">
            <a:off x="2854300" y="-2847885"/>
            <a:ext cx="6483403" cy="12192000"/>
          </a:xfrm>
          <a:prstGeom prst="round1Rect">
            <a:avLst>
              <a:gd name="adj" fmla="val 13382"/>
            </a:avLst>
          </a:prstGeom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37600" tIns="237600" rIns="237600" bIns="237600" rtlCol="0" anchor="ctr"/>
          <a:lstStyle/>
          <a:p>
            <a:pPr algn="ctr"/>
            <a:endParaRPr lang="en-DK" sz="2000" noProof="0" err="1"/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F779AE45-9325-9747-A087-FA65D14DF943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00063" y="1943100"/>
            <a:ext cx="10701337" cy="2550523"/>
          </a:xfrm>
        </p:spPr>
        <p:txBody>
          <a:bodyPr anchor="t"/>
          <a:lstStyle>
            <a:lvl1pPr algn="l">
              <a:lnSpc>
                <a:spcPts val="5800"/>
              </a:lnSpc>
              <a:defRPr sz="5400">
                <a:solidFill>
                  <a:schemeClr val="accent2"/>
                </a:solidFill>
              </a:defRPr>
            </a:lvl1pPr>
          </a:lstStyle>
          <a:p>
            <a:r>
              <a:rPr lang="en-GB"/>
              <a:t>Click to add title</a:t>
            </a:r>
          </a:p>
        </p:txBody>
      </p:sp>
      <p:pic>
        <p:nvPicPr>
          <p:cNvPr id="17" name="Graphic 16">
            <a:extLst>
              <a:ext uri="{FF2B5EF4-FFF2-40B4-BE49-F238E27FC236}">
                <a16:creationId xmlns:a16="http://schemas.microsoft.com/office/drawing/2014/main" id="{EA98EC77-38EE-0D5E-CC88-514A9AE6F6D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0067926" y="5801294"/>
            <a:ext cx="1620837" cy="190508"/>
          </a:xfrm>
          <a:prstGeom prst="rect">
            <a:avLst/>
          </a:prstGeom>
        </p:spPr>
      </p:pic>
      <p:pic>
        <p:nvPicPr>
          <p:cNvPr id="3" name="Picture 2" descr="A black and white logo&#10;&#10;Description automatically generated">
            <a:extLst>
              <a:ext uri="{FF2B5EF4-FFF2-40B4-BE49-F238E27FC236}">
                <a16:creationId xmlns:a16="http://schemas.microsoft.com/office/drawing/2014/main" id="{A37D7177-37A9-5C0B-1024-624E38A605E2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876" y="5399306"/>
            <a:ext cx="2432495" cy="968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97367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Picture B Blu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Freeform 20">
            <a:extLst>
              <a:ext uri="{FF2B5EF4-FFF2-40B4-BE49-F238E27FC236}">
                <a16:creationId xmlns:a16="http://schemas.microsoft.com/office/drawing/2014/main" id="{23333BE9-BDFC-E99A-B635-C5AD934F45C8}"/>
              </a:ext>
            </a:extLst>
          </p:cNvPr>
          <p:cNvSpPr/>
          <p:nvPr userDrawn="1"/>
        </p:nvSpPr>
        <p:spPr>
          <a:xfrm>
            <a:off x="2925382" y="0"/>
            <a:ext cx="6426962" cy="6858000"/>
          </a:xfrm>
          <a:custGeom>
            <a:avLst/>
            <a:gdLst>
              <a:gd name="connsiteX0" fmla="*/ 0 w 6426962"/>
              <a:gd name="connsiteY0" fmla="*/ 0 h 6858000"/>
              <a:gd name="connsiteX1" fmla="*/ 4457700 w 6426962"/>
              <a:gd name="connsiteY1" fmla="*/ 0 h 6858000"/>
              <a:gd name="connsiteX2" fmla="*/ 4457700 w 6426962"/>
              <a:gd name="connsiteY2" fmla="*/ 0 h 6858000"/>
              <a:gd name="connsiteX3" fmla="*/ 6426962 w 6426962"/>
              <a:gd name="connsiteY3" fmla="*/ 0 h 6858000"/>
              <a:gd name="connsiteX4" fmla="*/ 6426962 w 6426962"/>
              <a:gd name="connsiteY4" fmla="*/ 4789046 h 6858000"/>
              <a:gd name="connsiteX5" fmla="*/ 6426962 w 6426962"/>
              <a:gd name="connsiteY5" fmla="*/ 4902200 h 6858000"/>
              <a:gd name="connsiteX6" fmla="*/ 6426962 w 6426962"/>
              <a:gd name="connsiteY6" fmla="*/ 6010018 h 6858000"/>
              <a:gd name="connsiteX7" fmla="*/ 5578980 w 6426962"/>
              <a:gd name="connsiteY7" fmla="*/ 6858000 h 6858000"/>
              <a:gd name="connsiteX8" fmla="*/ 4457700 w 6426962"/>
              <a:gd name="connsiteY8" fmla="*/ 6858000 h 6858000"/>
              <a:gd name="connsiteX9" fmla="*/ 4048382 w 6426962"/>
              <a:gd name="connsiteY9" fmla="*/ 6858000 h 6858000"/>
              <a:gd name="connsiteX10" fmla="*/ 0 w 6426962"/>
              <a:gd name="connsiteY10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6426962" h="6858000">
                <a:moveTo>
                  <a:pt x="0" y="0"/>
                </a:moveTo>
                <a:lnTo>
                  <a:pt x="4457700" y="0"/>
                </a:lnTo>
                <a:lnTo>
                  <a:pt x="4457700" y="0"/>
                </a:lnTo>
                <a:lnTo>
                  <a:pt x="6426962" y="0"/>
                </a:lnTo>
                <a:lnTo>
                  <a:pt x="6426962" y="4789046"/>
                </a:lnTo>
                <a:lnTo>
                  <a:pt x="6426962" y="4902200"/>
                </a:lnTo>
                <a:lnTo>
                  <a:pt x="6426962" y="6010018"/>
                </a:lnTo>
                <a:cubicBezTo>
                  <a:pt x="6426962" y="6478346"/>
                  <a:pt x="6047308" y="6858000"/>
                  <a:pt x="5578980" y="6858000"/>
                </a:cubicBezTo>
                <a:lnTo>
                  <a:pt x="4457700" y="6858000"/>
                </a:lnTo>
                <a:lnTo>
                  <a:pt x="4048382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237600" tIns="237600" rIns="237600" bIns="237600" rtlCol="0" anchor="ctr">
            <a:noAutofit/>
          </a:bodyPr>
          <a:lstStyle/>
          <a:p>
            <a:pPr algn="ctr"/>
            <a:endParaRPr lang="en-001" sz="2000" noProof="0" err="1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209307A6-245C-BE40-57E1-B01586BAD43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0067926" y="6170605"/>
            <a:ext cx="1620837" cy="190508"/>
          </a:xfrm>
          <a:prstGeom prst="rect">
            <a:avLst/>
          </a:prstGeom>
        </p:spPr>
      </p:pic>
      <p:sp>
        <p:nvSpPr>
          <p:cNvPr id="22" name="Picture Placeholder 21">
            <a:extLst>
              <a:ext uri="{FF2B5EF4-FFF2-40B4-BE49-F238E27FC236}">
                <a16:creationId xmlns:a16="http://schemas.microsoft.com/office/drawing/2014/main" id="{0BCEB7AB-4472-1BC5-CA4B-5262B86514A2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-1200" y="-3600"/>
            <a:ext cx="12193200" cy="6861600"/>
          </a:xfrm>
          <a:custGeom>
            <a:avLst/>
            <a:gdLst>
              <a:gd name="connsiteX0" fmla="*/ 0 w 12193200"/>
              <a:gd name="connsiteY0" fmla="*/ 0 h 6861600"/>
              <a:gd name="connsiteX1" fmla="*/ 12193200 w 12193200"/>
              <a:gd name="connsiteY1" fmla="*/ 0 h 6861600"/>
              <a:gd name="connsiteX2" fmla="*/ 12193200 w 12193200"/>
              <a:gd name="connsiteY2" fmla="*/ 3600 h 6861600"/>
              <a:gd name="connsiteX3" fmla="*/ 9036044 w 12193200"/>
              <a:gd name="connsiteY3" fmla="*/ 3600 h 6861600"/>
              <a:gd name="connsiteX4" fmla="*/ 9036044 w 12193200"/>
              <a:gd name="connsiteY4" fmla="*/ 4792646 h 6861600"/>
              <a:gd name="connsiteX5" fmla="*/ 9036044 w 12193200"/>
              <a:gd name="connsiteY5" fmla="*/ 4905800 h 6861600"/>
              <a:gd name="connsiteX6" fmla="*/ 9036044 w 12193200"/>
              <a:gd name="connsiteY6" fmla="*/ 6013618 h 6861600"/>
              <a:gd name="connsiteX7" fmla="*/ 8188062 w 12193200"/>
              <a:gd name="connsiteY7" fmla="*/ 6861600 h 6861600"/>
              <a:gd name="connsiteX8" fmla="*/ 0 w 12193200"/>
              <a:gd name="connsiteY8" fmla="*/ 6861600 h 686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2193200" h="6861600">
                <a:moveTo>
                  <a:pt x="0" y="0"/>
                </a:moveTo>
                <a:lnTo>
                  <a:pt x="12193200" y="0"/>
                </a:lnTo>
                <a:lnTo>
                  <a:pt x="12193200" y="3600"/>
                </a:lnTo>
                <a:lnTo>
                  <a:pt x="9036044" y="3600"/>
                </a:lnTo>
                <a:lnTo>
                  <a:pt x="9036044" y="4792646"/>
                </a:lnTo>
                <a:lnTo>
                  <a:pt x="9036044" y="4905800"/>
                </a:lnTo>
                <a:lnTo>
                  <a:pt x="9036044" y="6013618"/>
                </a:lnTo>
                <a:cubicBezTo>
                  <a:pt x="9036044" y="6481946"/>
                  <a:pt x="8656390" y="6861600"/>
                  <a:pt x="8188062" y="6861600"/>
                </a:cubicBezTo>
                <a:lnTo>
                  <a:pt x="0" y="6861600"/>
                </a:lnTo>
                <a:close/>
              </a:path>
            </a:pathLst>
          </a:custGeom>
          <a:solidFill>
            <a:srgbClr val="CFCFCF"/>
          </a:solidFill>
        </p:spPr>
        <p:txBody>
          <a:bodyPr wrap="square" tIns="72000" anchor="t" anchorCtr="0">
            <a:noAutofit/>
          </a:bodyPr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1200">
                <a:solidFill>
                  <a:schemeClr val="bg1"/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Click here and insert picture</a:t>
            </a:r>
          </a:p>
        </p:txBody>
      </p:sp>
      <p:sp>
        <p:nvSpPr>
          <p:cNvPr id="25" name="Text Placeholder logo">
            <a:extLst>
              <a:ext uri="{FF2B5EF4-FFF2-40B4-BE49-F238E27FC236}">
                <a16:creationId xmlns:a16="http://schemas.microsoft.com/office/drawing/2014/main" id="{07909FCE-2FAF-C2A2-8A4A-96DC4E6734AE}"/>
              </a:ext>
            </a:extLst>
          </p:cNvPr>
          <p:cNvSpPr>
            <a:spLocks noGrp="1" noChangeAspect="1"/>
          </p:cNvSpPr>
          <p:nvPr>
            <p:ph type="body" sz="quarter" idx="18" hasCustomPrompt="1"/>
          </p:nvPr>
        </p:nvSpPr>
        <p:spPr>
          <a:xfrm>
            <a:off x="500061" y="6057799"/>
            <a:ext cx="1904985" cy="425604"/>
          </a:xfrm>
          <a:blipFill>
            <a:blip r:embed="rId3"/>
            <a:stretch>
              <a:fillRect/>
            </a:stretch>
          </a:blipFill>
        </p:spPr>
        <p:txBody>
          <a:bodyPr/>
          <a:lstStyle>
            <a:lvl1pPr marL="0" indent="0">
              <a:buNone/>
              <a:defRPr sz="100">
                <a:noFill/>
              </a:defRPr>
            </a:lvl1pPr>
          </a:lstStyle>
          <a:p>
            <a:pPr lvl="0"/>
            <a:r>
              <a:rPr lang="en-GB"/>
              <a:t>.</a:t>
            </a:r>
          </a:p>
        </p:txBody>
      </p:sp>
      <p:sp>
        <p:nvSpPr>
          <p:cNvPr id="26" name="Title 1">
            <a:extLst>
              <a:ext uri="{FF2B5EF4-FFF2-40B4-BE49-F238E27FC236}">
                <a16:creationId xmlns:a16="http://schemas.microsoft.com/office/drawing/2014/main" id="{59257972-5121-7C61-D1A1-B1409EF2A53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00063" y="4267733"/>
            <a:ext cx="7833709" cy="1634060"/>
          </a:xfrm>
        </p:spPr>
        <p:txBody>
          <a:bodyPr anchor="t"/>
          <a:lstStyle>
            <a:lvl1pPr algn="l">
              <a:lnSpc>
                <a:spcPts val="5800"/>
              </a:lnSpc>
              <a:defRPr sz="5400">
                <a:solidFill>
                  <a:schemeClr val="bg1"/>
                </a:solidFill>
              </a:defRPr>
            </a:lvl1pPr>
          </a:lstStyle>
          <a:p>
            <a:r>
              <a:rPr lang="en-GB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30704160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reaker Picture B Blue">
    <p:bg>
      <p:bgPr>
        <a:solidFill>
          <a:srgbClr val="CFCFC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icture Placeholder 17">
            <a:extLst>
              <a:ext uri="{FF2B5EF4-FFF2-40B4-BE49-F238E27FC236}">
                <a16:creationId xmlns:a16="http://schemas.microsoft.com/office/drawing/2014/main" id="{5BA87C6B-10E2-291D-6E8A-EA33064FEAE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029200" y="0"/>
            <a:ext cx="7164000" cy="6861600"/>
          </a:xfrm>
          <a:custGeom>
            <a:avLst/>
            <a:gdLst>
              <a:gd name="connsiteX0" fmla="*/ 1397762 w 7164000"/>
              <a:gd name="connsiteY0" fmla="*/ 0 h 6861600"/>
              <a:gd name="connsiteX1" fmla="*/ 7164000 w 7164000"/>
              <a:gd name="connsiteY1" fmla="*/ 0 h 6861600"/>
              <a:gd name="connsiteX2" fmla="*/ 7164000 w 7164000"/>
              <a:gd name="connsiteY2" fmla="*/ 6861600 h 6861600"/>
              <a:gd name="connsiteX3" fmla="*/ 0 w 7164000"/>
              <a:gd name="connsiteY3" fmla="*/ 6861600 h 6861600"/>
              <a:gd name="connsiteX4" fmla="*/ 0 w 7164000"/>
              <a:gd name="connsiteY4" fmla="*/ 6858000 h 6861600"/>
              <a:gd name="connsiteX5" fmla="*/ 549780 w 7164000"/>
              <a:gd name="connsiteY5" fmla="*/ 6858000 h 6861600"/>
              <a:gd name="connsiteX6" fmla="*/ 1397762 w 7164000"/>
              <a:gd name="connsiteY6" fmla="*/ 6010018 h 6861600"/>
              <a:gd name="connsiteX7" fmla="*/ 1397762 w 7164000"/>
              <a:gd name="connsiteY7" fmla="*/ 4902200 h 6861600"/>
              <a:gd name="connsiteX8" fmla="*/ 1397762 w 7164000"/>
              <a:gd name="connsiteY8" fmla="*/ 4789046 h 686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164000" h="6861600">
                <a:moveTo>
                  <a:pt x="1397762" y="0"/>
                </a:moveTo>
                <a:lnTo>
                  <a:pt x="7164000" y="0"/>
                </a:lnTo>
                <a:lnTo>
                  <a:pt x="7164000" y="6861600"/>
                </a:lnTo>
                <a:lnTo>
                  <a:pt x="0" y="6861600"/>
                </a:lnTo>
                <a:lnTo>
                  <a:pt x="0" y="6858000"/>
                </a:lnTo>
                <a:lnTo>
                  <a:pt x="549780" y="6858000"/>
                </a:lnTo>
                <a:cubicBezTo>
                  <a:pt x="1018108" y="6858000"/>
                  <a:pt x="1397762" y="6478346"/>
                  <a:pt x="1397762" y="6010018"/>
                </a:cubicBezTo>
                <a:lnTo>
                  <a:pt x="1397762" y="4902200"/>
                </a:lnTo>
                <a:lnTo>
                  <a:pt x="1397762" y="4789046"/>
                </a:lnTo>
                <a:close/>
              </a:path>
            </a:pathLst>
          </a:custGeom>
        </p:spPr>
        <p:txBody>
          <a:bodyPr wrap="square" tIns="72000" anchor="t" anchorCtr="0">
            <a:noAutofit/>
          </a:bodyPr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1200">
                <a:solidFill>
                  <a:schemeClr val="bg1"/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Click here and insert picture</a:t>
            </a:r>
          </a:p>
        </p:txBody>
      </p:sp>
      <p:sp>
        <p:nvSpPr>
          <p:cNvPr id="21" name="Freeform 20">
            <a:extLst>
              <a:ext uri="{FF2B5EF4-FFF2-40B4-BE49-F238E27FC236}">
                <a16:creationId xmlns:a16="http://schemas.microsoft.com/office/drawing/2014/main" id="{23333BE9-BDFC-E99A-B635-C5AD934F45C8}"/>
              </a:ext>
            </a:extLst>
          </p:cNvPr>
          <p:cNvSpPr/>
          <p:nvPr userDrawn="1"/>
        </p:nvSpPr>
        <p:spPr>
          <a:xfrm>
            <a:off x="0" y="0"/>
            <a:ext cx="6426962" cy="6858000"/>
          </a:xfrm>
          <a:custGeom>
            <a:avLst/>
            <a:gdLst>
              <a:gd name="connsiteX0" fmla="*/ 0 w 6426962"/>
              <a:gd name="connsiteY0" fmla="*/ 0 h 6858000"/>
              <a:gd name="connsiteX1" fmla="*/ 4457700 w 6426962"/>
              <a:gd name="connsiteY1" fmla="*/ 0 h 6858000"/>
              <a:gd name="connsiteX2" fmla="*/ 4457700 w 6426962"/>
              <a:gd name="connsiteY2" fmla="*/ 0 h 6858000"/>
              <a:gd name="connsiteX3" fmla="*/ 6426962 w 6426962"/>
              <a:gd name="connsiteY3" fmla="*/ 0 h 6858000"/>
              <a:gd name="connsiteX4" fmla="*/ 6426962 w 6426962"/>
              <a:gd name="connsiteY4" fmla="*/ 4789046 h 6858000"/>
              <a:gd name="connsiteX5" fmla="*/ 6426962 w 6426962"/>
              <a:gd name="connsiteY5" fmla="*/ 4902200 h 6858000"/>
              <a:gd name="connsiteX6" fmla="*/ 6426962 w 6426962"/>
              <a:gd name="connsiteY6" fmla="*/ 6010018 h 6858000"/>
              <a:gd name="connsiteX7" fmla="*/ 5578980 w 6426962"/>
              <a:gd name="connsiteY7" fmla="*/ 6858000 h 6858000"/>
              <a:gd name="connsiteX8" fmla="*/ 4457700 w 6426962"/>
              <a:gd name="connsiteY8" fmla="*/ 6858000 h 6858000"/>
              <a:gd name="connsiteX9" fmla="*/ 4048382 w 6426962"/>
              <a:gd name="connsiteY9" fmla="*/ 6858000 h 6858000"/>
              <a:gd name="connsiteX10" fmla="*/ 0 w 6426962"/>
              <a:gd name="connsiteY10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6426962" h="6858000">
                <a:moveTo>
                  <a:pt x="0" y="0"/>
                </a:moveTo>
                <a:lnTo>
                  <a:pt x="4457700" y="0"/>
                </a:lnTo>
                <a:lnTo>
                  <a:pt x="4457700" y="0"/>
                </a:lnTo>
                <a:lnTo>
                  <a:pt x="6426962" y="0"/>
                </a:lnTo>
                <a:lnTo>
                  <a:pt x="6426962" y="4789046"/>
                </a:lnTo>
                <a:lnTo>
                  <a:pt x="6426962" y="4902200"/>
                </a:lnTo>
                <a:lnTo>
                  <a:pt x="6426962" y="6010018"/>
                </a:lnTo>
                <a:cubicBezTo>
                  <a:pt x="6426962" y="6478346"/>
                  <a:pt x="6047308" y="6858000"/>
                  <a:pt x="5578980" y="6858000"/>
                </a:cubicBezTo>
                <a:lnTo>
                  <a:pt x="4457700" y="6858000"/>
                </a:lnTo>
                <a:lnTo>
                  <a:pt x="4048382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237600" tIns="237600" rIns="237600" bIns="237600" rtlCol="0" anchor="ctr">
            <a:noAutofit/>
          </a:bodyPr>
          <a:lstStyle/>
          <a:p>
            <a:pPr algn="ctr"/>
            <a:endParaRPr lang="en-001" sz="2000" noProof="0" err="1"/>
          </a:p>
        </p:txBody>
      </p:sp>
      <p:sp>
        <p:nvSpPr>
          <p:cNvPr id="4" name="Freeform 3">
            <a:extLst>
              <a:ext uri="{FF2B5EF4-FFF2-40B4-BE49-F238E27FC236}">
                <a16:creationId xmlns:a16="http://schemas.microsoft.com/office/drawing/2014/main" id="{7DCD57E8-2CA4-5403-8D3A-B46A117F1865}"/>
              </a:ext>
            </a:extLst>
          </p:cNvPr>
          <p:cNvSpPr/>
          <p:nvPr userDrawn="1"/>
        </p:nvSpPr>
        <p:spPr>
          <a:xfrm>
            <a:off x="-13462" y="0"/>
            <a:ext cx="6109462" cy="6858000"/>
          </a:xfrm>
          <a:custGeom>
            <a:avLst/>
            <a:gdLst>
              <a:gd name="connsiteX0" fmla="*/ 0 w 6109462"/>
              <a:gd name="connsiteY0" fmla="*/ 0 h 6858000"/>
              <a:gd name="connsiteX1" fmla="*/ 4140200 w 6109462"/>
              <a:gd name="connsiteY1" fmla="*/ 0 h 6858000"/>
              <a:gd name="connsiteX2" fmla="*/ 4457700 w 6109462"/>
              <a:gd name="connsiteY2" fmla="*/ 0 h 6858000"/>
              <a:gd name="connsiteX3" fmla="*/ 6109462 w 6109462"/>
              <a:gd name="connsiteY3" fmla="*/ 0 h 6858000"/>
              <a:gd name="connsiteX4" fmla="*/ 6109462 w 6109462"/>
              <a:gd name="connsiteY4" fmla="*/ 4789046 h 6858000"/>
              <a:gd name="connsiteX5" fmla="*/ 6109462 w 6109462"/>
              <a:gd name="connsiteY5" fmla="*/ 4902200 h 6858000"/>
              <a:gd name="connsiteX6" fmla="*/ 6109462 w 6109462"/>
              <a:gd name="connsiteY6" fmla="*/ 6010018 h 6858000"/>
              <a:gd name="connsiteX7" fmla="*/ 5261480 w 6109462"/>
              <a:gd name="connsiteY7" fmla="*/ 6858000 h 6858000"/>
              <a:gd name="connsiteX8" fmla="*/ 4457700 w 6109462"/>
              <a:gd name="connsiteY8" fmla="*/ 6858000 h 6858000"/>
              <a:gd name="connsiteX9" fmla="*/ 4140200 w 6109462"/>
              <a:gd name="connsiteY9" fmla="*/ 6858000 h 6858000"/>
              <a:gd name="connsiteX10" fmla="*/ 4048382 w 6109462"/>
              <a:gd name="connsiteY10" fmla="*/ 6858000 h 6858000"/>
              <a:gd name="connsiteX11" fmla="*/ 3730882 w 6109462"/>
              <a:gd name="connsiteY11" fmla="*/ 6858000 h 6858000"/>
              <a:gd name="connsiteX12" fmla="*/ 0 w 6109462"/>
              <a:gd name="connsiteY12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6109462" h="6858000">
                <a:moveTo>
                  <a:pt x="0" y="0"/>
                </a:moveTo>
                <a:lnTo>
                  <a:pt x="4140200" y="0"/>
                </a:lnTo>
                <a:lnTo>
                  <a:pt x="4457700" y="0"/>
                </a:lnTo>
                <a:lnTo>
                  <a:pt x="6109462" y="0"/>
                </a:lnTo>
                <a:lnTo>
                  <a:pt x="6109462" y="4789046"/>
                </a:lnTo>
                <a:lnTo>
                  <a:pt x="6109462" y="4902200"/>
                </a:lnTo>
                <a:lnTo>
                  <a:pt x="6109462" y="6010018"/>
                </a:lnTo>
                <a:cubicBezTo>
                  <a:pt x="6109462" y="6478346"/>
                  <a:pt x="5729808" y="6858000"/>
                  <a:pt x="5261480" y="6858000"/>
                </a:cubicBezTo>
                <a:lnTo>
                  <a:pt x="4457700" y="6858000"/>
                </a:lnTo>
                <a:lnTo>
                  <a:pt x="4140200" y="6858000"/>
                </a:lnTo>
                <a:lnTo>
                  <a:pt x="4048382" y="6858000"/>
                </a:lnTo>
                <a:lnTo>
                  <a:pt x="3730882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237600" tIns="237600" rIns="237600" bIns="237600" rtlCol="0" anchor="ctr">
            <a:noAutofit/>
          </a:bodyPr>
          <a:lstStyle/>
          <a:p>
            <a:pPr algn="ctr"/>
            <a:endParaRPr lang="en-001" sz="2000" noProof="0" err="1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92121" y="314324"/>
            <a:ext cx="5595937" cy="1816100"/>
          </a:xfrm>
        </p:spPr>
        <p:txBody>
          <a:bodyPr anchor="t"/>
          <a:lstStyle>
            <a:lvl1pPr algn="l">
              <a:defRPr sz="6600">
                <a:solidFill>
                  <a:schemeClr val="bg1"/>
                </a:solidFill>
              </a:defRPr>
            </a:lvl1pPr>
          </a:lstStyle>
          <a:p>
            <a:r>
              <a:rPr lang="en-GB"/>
              <a:t>Click to add title</a:t>
            </a:r>
          </a:p>
        </p:txBody>
      </p:sp>
      <p:pic>
        <p:nvPicPr>
          <p:cNvPr id="23" name="Picture 29">
            <a:extLst>
              <a:ext uri="{FF2B5EF4-FFF2-40B4-BE49-F238E27FC236}">
                <a16:creationId xmlns:a16="http://schemas.microsoft.com/office/drawing/2014/main" id="{A4E3A620-A65A-69DB-EF43-8452BD6436AC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487360" y="6120526"/>
            <a:ext cx="1307211" cy="3223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09783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reaker Picture B White">
    <p:bg>
      <p:bgPr>
        <a:solidFill>
          <a:srgbClr val="CFCFC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1AE1C856-837F-0EDE-D6DA-6B349408589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029200" y="0"/>
            <a:ext cx="7164000" cy="6861600"/>
          </a:xfrm>
          <a:custGeom>
            <a:avLst/>
            <a:gdLst>
              <a:gd name="connsiteX0" fmla="*/ 1397762 w 7164000"/>
              <a:gd name="connsiteY0" fmla="*/ 0 h 6861600"/>
              <a:gd name="connsiteX1" fmla="*/ 7164000 w 7164000"/>
              <a:gd name="connsiteY1" fmla="*/ 0 h 6861600"/>
              <a:gd name="connsiteX2" fmla="*/ 7164000 w 7164000"/>
              <a:gd name="connsiteY2" fmla="*/ 6861600 h 6861600"/>
              <a:gd name="connsiteX3" fmla="*/ 0 w 7164000"/>
              <a:gd name="connsiteY3" fmla="*/ 6861600 h 6861600"/>
              <a:gd name="connsiteX4" fmla="*/ 0 w 7164000"/>
              <a:gd name="connsiteY4" fmla="*/ 6858000 h 6861600"/>
              <a:gd name="connsiteX5" fmla="*/ 549780 w 7164000"/>
              <a:gd name="connsiteY5" fmla="*/ 6858000 h 6861600"/>
              <a:gd name="connsiteX6" fmla="*/ 1397762 w 7164000"/>
              <a:gd name="connsiteY6" fmla="*/ 6010018 h 6861600"/>
              <a:gd name="connsiteX7" fmla="*/ 1397762 w 7164000"/>
              <a:gd name="connsiteY7" fmla="*/ 4902200 h 6861600"/>
              <a:gd name="connsiteX8" fmla="*/ 1397762 w 7164000"/>
              <a:gd name="connsiteY8" fmla="*/ 4789046 h 686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164000" h="6861600">
                <a:moveTo>
                  <a:pt x="1397762" y="0"/>
                </a:moveTo>
                <a:lnTo>
                  <a:pt x="7164000" y="0"/>
                </a:lnTo>
                <a:lnTo>
                  <a:pt x="7164000" y="6861600"/>
                </a:lnTo>
                <a:lnTo>
                  <a:pt x="0" y="6861600"/>
                </a:lnTo>
                <a:lnTo>
                  <a:pt x="0" y="6858000"/>
                </a:lnTo>
                <a:lnTo>
                  <a:pt x="549780" y="6858000"/>
                </a:lnTo>
                <a:cubicBezTo>
                  <a:pt x="1018108" y="6858000"/>
                  <a:pt x="1397762" y="6478346"/>
                  <a:pt x="1397762" y="6010018"/>
                </a:cubicBezTo>
                <a:lnTo>
                  <a:pt x="1397762" y="4902200"/>
                </a:lnTo>
                <a:lnTo>
                  <a:pt x="1397762" y="4789046"/>
                </a:lnTo>
                <a:close/>
              </a:path>
            </a:pathLst>
          </a:custGeom>
        </p:spPr>
        <p:txBody>
          <a:bodyPr wrap="square" tIns="72000" anchor="t" anchorCtr="0">
            <a:noAutofit/>
          </a:bodyPr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1200">
                <a:solidFill>
                  <a:schemeClr val="bg1"/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Click here and insert picture</a:t>
            </a:r>
          </a:p>
        </p:txBody>
      </p:sp>
      <p:sp>
        <p:nvSpPr>
          <p:cNvPr id="15" name="Freeform 14">
            <a:extLst>
              <a:ext uri="{FF2B5EF4-FFF2-40B4-BE49-F238E27FC236}">
                <a16:creationId xmlns:a16="http://schemas.microsoft.com/office/drawing/2014/main" id="{B01B6709-23FD-8F43-D57A-8BF4D55E231A}"/>
              </a:ext>
            </a:extLst>
          </p:cNvPr>
          <p:cNvSpPr/>
          <p:nvPr userDrawn="1"/>
        </p:nvSpPr>
        <p:spPr>
          <a:xfrm>
            <a:off x="0" y="0"/>
            <a:ext cx="6426962" cy="6858000"/>
          </a:xfrm>
          <a:custGeom>
            <a:avLst/>
            <a:gdLst>
              <a:gd name="connsiteX0" fmla="*/ 0 w 6426962"/>
              <a:gd name="connsiteY0" fmla="*/ 0 h 6858000"/>
              <a:gd name="connsiteX1" fmla="*/ 4457700 w 6426962"/>
              <a:gd name="connsiteY1" fmla="*/ 0 h 6858000"/>
              <a:gd name="connsiteX2" fmla="*/ 4457700 w 6426962"/>
              <a:gd name="connsiteY2" fmla="*/ 0 h 6858000"/>
              <a:gd name="connsiteX3" fmla="*/ 6426962 w 6426962"/>
              <a:gd name="connsiteY3" fmla="*/ 0 h 6858000"/>
              <a:gd name="connsiteX4" fmla="*/ 6426962 w 6426962"/>
              <a:gd name="connsiteY4" fmla="*/ 4789046 h 6858000"/>
              <a:gd name="connsiteX5" fmla="*/ 6426962 w 6426962"/>
              <a:gd name="connsiteY5" fmla="*/ 4902200 h 6858000"/>
              <a:gd name="connsiteX6" fmla="*/ 6426962 w 6426962"/>
              <a:gd name="connsiteY6" fmla="*/ 6010018 h 6858000"/>
              <a:gd name="connsiteX7" fmla="*/ 5578980 w 6426962"/>
              <a:gd name="connsiteY7" fmla="*/ 6858000 h 6858000"/>
              <a:gd name="connsiteX8" fmla="*/ 4457700 w 6426962"/>
              <a:gd name="connsiteY8" fmla="*/ 6858000 h 6858000"/>
              <a:gd name="connsiteX9" fmla="*/ 4048382 w 6426962"/>
              <a:gd name="connsiteY9" fmla="*/ 6858000 h 6858000"/>
              <a:gd name="connsiteX10" fmla="*/ 0 w 6426962"/>
              <a:gd name="connsiteY10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6426962" h="6858000">
                <a:moveTo>
                  <a:pt x="0" y="0"/>
                </a:moveTo>
                <a:lnTo>
                  <a:pt x="4457700" y="0"/>
                </a:lnTo>
                <a:lnTo>
                  <a:pt x="4457700" y="0"/>
                </a:lnTo>
                <a:lnTo>
                  <a:pt x="6426962" y="0"/>
                </a:lnTo>
                <a:lnTo>
                  <a:pt x="6426962" y="4789046"/>
                </a:lnTo>
                <a:lnTo>
                  <a:pt x="6426962" y="4902200"/>
                </a:lnTo>
                <a:lnTo>
                  <a:pt x="6426962" y="6010018"/>
                </a:lnTo>
                <a:cubicBezTo>
                  <a:pt x="6426962" y="6478346"/>
                  <a:pt x="6047308" y="6858000"/>
                  <a:pt x="5578980" y="6858000"/>
                </a:cubicBezTo>
                <a:lnTo>
                  <a:pt x="4457700" y="6858000"/>
                </a:lnTo>
                <a:lnTo>
                  <a:pt x="4048382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237600" tIns="237600" rIns="237600" bIns="237600" rtlCol="0" anchor="ctr">
            <a:noAutofit/>
          </a:bodyPr>
          <a:lstStyle/>
          <a:p>
            <a:pPr algn="ctr"/>
            <a:endParaRPr lang="en-001" sz="2000" noProof="0" err="1"/>
          </a:p>
        </p:txBody>
      </p:sp>
      <p:sp>
        <p:nvSpPr>
          <p:cNvPr id="4" name="Freeform 3">
            <a:extLst>
              <a:ext uri="{FF2B5EF4-FFF2-40B4-BE49-F238E27FC236}">
                <a16:creationId xmlns:a16="http://schemas.microsoft.com/office/drawing/2014/main" id="{7DCD57E8-2CA4-5403-8D3A-B46A117F1865}"/>
              </a:ext>
            </a:extLst>
          </p:cNvPr>
          <p:cNvSpPr/>
          <p:nvPr userDrawn="1"/>
        </p:nvSpPr>
        <p:spPr>
          <a:xfrm>
            <a:off x="0" y="0"/>
            <a:ext cx="6109462" cy="6858000"/>
          </a:xfrm>
          <a:custGeom>
            <a:avLst/>
            <a:gdLst>
              <a:gd name="connsiteX0" fmla="*/ 0 w 6109462"/>
              <a:gd name="connsiteY0" fmla="*/ 0 h 6858000"/>
              <a:gd name="connsiteX1" fmla="*/ 4140200 w 6109462"/>
              <a:gd name="connsiteY1" fmla="*/ 0 h 6858000"/>
              <a:gd name="connsiteX2" fmla="*/ 4457700 w 6109462"/>
              <a:gd name="connsiteY2" fmla="*/ 0 h 6858000"/>
              <a:gd name="connsiteX3" fmla="*/ 6109462 w 6109462"/>
              <a:gd name="connsiteY3" fmla="*/ 0 h 6858000"/>
              <a:gd name="connsiteX4" fmla="*/ 6109462 w 6109462"/>
              <a:gd name="connsiteY4" fmla="*/ 4789046 h 6858000"/>
              <a:gd name="connsiteX5" fmla="*/ 6109462 w 6109462"/>
              <a:gd name="connsiteY5" fmla="*/ 4902200 h 6858000"/>
              <a:gd name="connsiteX6" fmla="*/ 6109462 w 6109462"/>
              <a:gd name="connsiteY6" fmla="*/ 6010018 h 6858000"/>
              <a:gd name="connsiteX7" fmla="*/ 5261480 w 6109462"/>
              <a:gd name="connsiteY7" fmla="*/ 6858000 h 6858000"/>
              <a:gd name="connsiteX8" fmla="*/ 4457700 w 6109462"/>
              <a:gd name="connsiteY8" fmla="*/ 6858000 h 6858000"/>
              <a:gd name="connsiteX9" fmla="*/ 4140200 w 6109462"/>
              <a:gd name="connsiteY9" fmla="*/ 6858000 h 6858000"/>
              <a:gd name="connsiteX10" fmla="*/ 4048382 w 6109462"/>
              <a:gd name="connsiteY10" fmla="*/ 6858000 h 6858000"/>
              <a:gd name="connsiteX11" fmla="*/ 3730882 w 6109462"/>
              <a:gd name="connsiteY11" fmla="*/ 6858000 h 6858000"/>
              <a:gd name="connsiteX12" fmla="*/ 0 w 6109462"/>
              <a:gd name="connsiteY12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6109462" h="6858000">
                <a:moveTo>
                  <a:pt x="0" y="0"/>
                </a:moveTo>
                <a:lnTo>
                  <a:pt x="4140200" y="0"/>
                </a:lnTo>
                <a:lnTo>
                  <a:pt x="4457700" y="0"/>
                </a:lnTo>
                <a:lnTo>
                  <a:pt x="6109462" y="0"/>
                </a:lnTo>
                <a:lnTo>
                  <a:pt x="6109462" y="4789046"/>
                </a:lnTo>
                <a:lnTo>
                  <a:pt x="6109462" y="4902200"/>
                </a:lnTo>
                <a:lnTo>
                  <a:pt x="6109462" y="6010018"/>
                </a:lnTo>
                <a:cubicBezTo>
                  <a:pt x="6109462" y="6478346"/>
                  <a:pt x="5729808" y="6858000"/>
                  <a:pt x="5261480" y="6858000"/>
                </a:cubicBezTo>
                <a:lnTo>
                  <a:pt x="4457700" y="6858000"/>
                </a:lnTo>
                <a:lnTo>
                  <a:pt x="4140200" y="6858000"/>
                </a:lnTo>
                <a:lnTo>
                  <a:pt x="4048382" y="6858000"/>
                </a:lnTo>
                <a:lnTo>
                  <a:pt x="3730882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237600" tIns="237600" rIns="237600" bIns="237600" rtlCol="0" anchor="ctr">
            <a:noAutofit/>
          </a:bodyPr>
          <a:lstStyle/>
          <a:p>
            <a:pPr algn="ctr"/>
            <a:endParaRPr lang="en-001" sz="2000" noProof="0" err="1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92121" y="314324"/>
            <a:ext cx="5595937" cy="1816100"/>
          </a:xfrm>
        </p:spPr>
        <p:txBody>
          <a:bodyPr anchor="t"/>
          <a:lstStyle>
            <a:lvl1pPr algn="l">
              <a:defRPr sz="6600">
                <a:solidFill>
                  <a:schemeClr val="accent2"/>
                </a:solidFill>
              </a:defRPr>
            </a:lvl1pPr>
          </a:lstStyle>
          <a:p>
            <a:r>
              <a:rPr lang="en-GB"/>
              <a:t>Click to add title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FA1C66E-4CD5-E2F1-144F-016B7A243D1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4519" y="6137000"/>
            <a:ext cx="1289050" cy="288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57131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Quote Picture Blue">
    <p:bg>
      <p:bgPr>
        <a:solidFill>
          <a:srgbClr val="CFCFC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E3FEE4E1-2C0C-A05D-C2E7-0013DBBC3738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-1" y="0"/>
            <a:ext cx="7885113" cy="6861600"/>
          </a:xfrm>
          <a:custGeom>
            <a:avLst/>
            <a:gdLst>
              <a:gd name="connsiteX0" fmla="*/ 0 w 7885113"/>
              <a:gd name="connsiteY0" fmla="*/ 0 h 6861600"/>
              <a:gd name="connsiteX1" fmla="*/ 6613021 w 7885113"/>
              <a:gd name="connsiteY1" fmla="*/ 0 h 6861600"/>
              <a:gd name="connsiteX2" fmla="*/ 5765039 w 7885113"/>
              <a:gd name="connsiteY2" fmla="*/ 847982 h 6861600"/>
              <a:gd name="connsiteX3" fmla="*/ 5765039 w 7885113"/>
              <a:gd name="connsiteY3" fmla="*/ 1955800 h 6861600"/>
              <a:gd name="connsiteX4" fmla="*/ 5765039 w 7885113"/>
              <a:gd name="connsiteY4" fmla="*/ 2068954 h 6861600"/>
              <a:gd name="connsiteX5" fmla="*/ 5765039 w 7885113"/>
              <a:gd name="connsiteY5" fmla="*/ 6858000 h 6861600"/>
              <a:gd name="connsiteX6" fmla="*/ 7734301 w 7885113"/>
              <a:gd name="connsiteY6" fmla="*/ 6858000 h 6861600"/>
              <a:gd name="connsiteX7" fmla="*/ 7885113 w 7885113"/>
              <a:gd name="connsiteY7" fmla="*/ 6858000 h 6861600"/>
              <a:gd name="connsiteX8" fmla="*/ 7885113 w 7885113"/>
              <a:gd name="connsiteY8" fmla="*/ 6861600 h 6861600"/>
              <a:gd name="connsiteX9" fmla="*/ 0 w 7885113"/>
              <a:gd name="connsiteY9" fmla="*/ 6861600 h 686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7885113" h="6861600">
                <a:moveTo>
                  <a:pt x="0" y="0"/>
                </a:moveTo>
                <a:lnTo>
                  <a:pt x="6613021" y="0"/>
                </a:lnTo>
                <a:cubicBezTo>
                  <a:pt x="6144693" y="0"/>
                  <a:pt x="5765039" y="379654"/>
                  <a:pt x="5765039" y="847982"/>
                </a:cubicBezTo>
                <a:lnTo>
                  <a:pt x="5765039" y="1955800"/>
                </a:lnTo>
                <a:lnTo>
                  <a:pt x="5765039" y="2068954"/>
                </a:lnTo>
                <a:lnTo>
                  <a:pt x="5765039" y="6858000"/>
                </a:lnTo>
                <a:lnTo>
                  <a:pt x="7734301" y="6858000"/>
                </a:lnTo>
                <a:lnTo>
                  <a:pt x="7885113" y="6858000"/>
                </a:lnTo>
                <a:lnTo>
                  <a:pt x="7885113" y="6861600"/>
                </a:lnTo>
                <a:lnTo>
                  <a:pt x="0" y="6861600"/>
                </a:lnTo>
                <a:close/>
              </a:path>
            </a:pathLst>
          </a:custGeom>
        </p:spPr>
        <p:txBody>
          <a:bodyPr wrap="square" tIns="72000" anchor="t" anchorCtr="0">
            <a:noAutofit/>
          </a:bodyPr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1200">
                <a:solidFill>
                  <a:schemeClr val="bg1"/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Click here and insert picture</a:t>
            </a:r>
          </a:p>
        </p:txBody>
      </p:sp>
      <p:sp>
        <p:nvSpPr>
          <p:cNvPr id="9" name="Freeform 8">
            <a:extLst>
              <a:ext uri="{FF2B5EF4-FFF2-40B4-BE49-F238E27FC236}">
                <a16:creationId xmlns:a16="http://schemas.microsoft.com/office/drawing/2014/main" id="{435E1C91-8EC2-B53D-9D07-D639B51BB10F}"/>
              </a:ext>
            </a:extLst>
          </p:cNvPr>
          <p:cNvSpPr/>
          <p:nvPr userDrawn="1"/>
        </p:nvSpPr>
        <p:spPr>
          <a:xfrm rot="10800000">
            <a:off x="5765038" y="0"/>
            <a:ext cx="6426962" cy="6858000"/>
          </a:xfrm>
          <a:custGeom>
            <a:avLst/>
            <a:gdLst>
              <a:gd name="connsiteX0" fmla="*/ 0 w 6426962"/>
              <a:gd name="connsiteY0" fmla="*/ 0 h 6858000"/>
              <a:gd name="connsiteX1" fmla="*/ 4457700 w 6426962"/>
              <a:gd name="connsiteY1" fmla="*/ 0 h 6858000"/>
              <a:gd name="connsiteX2" fmla="*/ 4457700 w 6426962"/>
              <a:gd name="connsiteY2" fmla="*/ 0 h 6858000"/>
              <a:gd name="connsiteX3" fmla="*/ 6426962 w 6426962"/>
              <a:gd name="connsiteY3" fmla="*/ 0 h 6858000"/>
              <a:gd name="connsiteX4" fmla="*/ 6426962 w 6426962"/>
              <a:gd name="connsiteY4" fmla="*/ 4789046 h 6858000"/>
              <a:gd name="connsiteX5" fmla="*/ 6426962 w 6426962"/>
              <a:gd name="connsiteY5" fmla="*/ 4902200 h 6858000"/>
              <a:gd name="connsiteX6" fmla="*/ 6426962 w 6426962"/>
              <a:gd name="connsiteY6" fmla="*/ 6010018 h 6858000"/>
              <a:gd name="connsiteX7" fmla="*/ 5578980 w 6426962"/>
              <a:gd name="connsiteY7" fmla="*/ 6858000 h 6858000"/>
              <a:gd name="connsiteX8" fmla="*/ 4457700 w 6426962"/>
              <a:gd name="connsiteY8" fmla="*/ 6858000 h 6858000"/>
              <a:gd name="connsiteX9" fmla="*/ 4048382 w 6426962"/>
              <a:gd name="connsiteY9" fmla="*/ 6858000 h 6858000"/>
              <a:gd name="connsiteX10" fmla="*/ 0 w 6426962"/>
              <a:gd name="connsiteY10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6426962" h="6858000">
                <a:moveTo>
                  <a:pt x="0" y="0"/>
                </a:moveTo>
                <a:lnTo>
                  <a:pt x="4457700" y="0"/>
                </a:lnTo>
                <a:lnTo>
                  <a:pt x="4457700" y="0"/>
                </a:lnTo>
                <a:lnTo>
                  <a:pt x="6426962" y="0"/>
                </a:lnTo>
                <a:lnTo>
                  <a:pt x="6426962" y="4789046"/>
                </a:lnTo>
                <a:lnTo>
                  <a:pt x="6426962" y="4902200"/>
                </a:lnTo>
                <a:lnTo>
                  <a:pt x="6426962" y="6010018"/>
                </a:lnTo>
                <a:cubicBezTo>
                  <a:pt x="6426962" y="6478346"/>
                  <a:pt x="6047308" y="6858000"/>
                  <a:pt x="5578980" y="6858000"/>
                </a:cubicBezTo>
                <a:lnTo>
                  <a:pt x="4457700" y="6858000"/>
                </a:lnTo>
                <a:lnTo>
                  <a:pt x="4048382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237600" tIns="237600" rIns="237600" bIns="237600" rtlCol="0" anchor="ctr">
            <a:noAutofit/>
          </a:bodyPr>
          <a:lstStyle/>
          <a:p>
            <a:pPr algn="ctr"/>
            <a:endParaRPr lang="en-001" sz="2000" noProof="0" err="1"/>
          </a:p>
        </p:txBody>
      </p:sp>
      <p:sp>
        <p:nvSpPr>
          <p:cNvPr id="5" name="Freeform 4">
            <a:extLst>
              <a:ext uri="{FF2B5EF4-FFF2-40B4-BE49-F238E27FC236}">
                <a16:creationId xmlns:a16="http://schemas.microsoft.com/office/drawing/2014/main" id="{1C46C32C-6297-D127-D603-DFCD4E9F94BF}"/>
              </a:ext>
            </a:extLst>
          </p:cNvPr>
          <p:cNvSpPr/>
          <p:nvPr userDrawn="1"/>
        </p:nvSpPr>
        <p:spPr>
          <a:xfrm rot="10800000">
            <a:off x="6082538" y="0"/>
            <a:ext cx="6109462" cy="6858000"/>
          </a:xfrm>
          <a:custGeom>
            <a:avLst/>
            <a:gdLst>
              <a:gd name="connsiteX0" fmla="*/ 0 w 6109462"/>
              <a:gd name="connsiteY0" fmla="*/ 0 h 6858000"/>
              <a:gd name="connsiteX1" fmla="*/ 4140200 w 6109462"/>
              <a:gd name="connsiteY1" fmla="*/ 0 h 6858000"/>
              <a:gd name="connsiteX2" fmla="*/ 4457700 w 6109462"/>
              <a:gd name="connsiteY2" fmla="*/ 0 h 6858000"/>
              <a:gd name="connsiteX3" fmla="*/ 6109462 w 6109462"/>
              <a:gd name="connsiteY3" fmla="*/ 0 h 6858000"/>
              <a:gd name="connsiteX4" fmla="*/ 6109462 w 6109462"/>
              <a:gd name="connsiteY4" fmla="*/ 4789046 h 6858000"/>
              <a:gd name="connsiteX5" fmla="*/ 6109462 w 6109462"/>
              <a:gd name="connsiteY5" fmla="*/ 4902200 h 6858000"/>
              <a:gd name="connsiteX6" fmla="*/ 6109462 w 6109462"/>
              <a:gd name="connsiteY6" fmla="*/ 6010018 h 6858000"/>
              <a:gd name="connsiteX7" fmla="*/ 5261480 w 6109462"/>
              <a:gd name="connsiteY7" fmla="*/ 6858000 h 6858000"/>
              <a:gd name="connsiteX8" fmla="*/ 4457700 w 6109462"/>
              <a:gd name="connsiteY8" fmla="*/ 6858000 h 6858000"/>
              <a:gd name="connsiteX9" fmla="*/ 4140200 w 6109462"/>
              <a:gd name="connsiteY9" fmla="*/ 6858000 h 6858000"/>
              <a:gd name="connsiteX10" fmla="*/ 4048382 w 6109462"/>
              <a:gd name="connsiteY10" fmla="*/ 6858000 h 6858000"/>
              <a:gd name="connsiteX11" fmla="*/ 3730882 w 6109462"/>
              <a:gd name="connsiteY11" fmla="*/ 6858000 h 6858000"/>
              <a:gd name="connsiteX12" fmla="*/ 0 w 6109462"/>
              <a:gd name="connsiteY12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6109462" h="6858000">
                <a:moveTo>
                  <a:pt x="0" y="0"/>
                </a:moveTo>
                <a:lnTo>
                  <a:pt x="4140200" y="0"/>
                </a:lnTo>
                <a:lnTo>
                  <a:pt x="4457700" y="0"/>
                </a:lnTo>
                <a:lnTo>
                  <a:pt x="6109462" y="0"/>
                </a:lnTo>
                <a:lnTo>
                  <a:pt x="6109462" y="4789046"/>
                </a:lnTo>
                <a:lnTo>
                  <a:pt x="6109462" y="4902200"/>
                </a:lnTo>
                <a:lnTo>
                  <a:pt x="6109462" y="6010018"/>
                </a:lnTo>
                <a:cubicBezTo>
                  <a:pt x="6109462" y="6478346"/>
                  <a:pt x="5729808" y="6858000"/>
                  <a:pt x="5261480" y="6858000"/>
                </a:cubicBezTo>
                <a:lnTo>
                  <a:pt x="4457700" y="6858000"/>
                </a:lnTo>
                <a:lnTo>
                  <a:pt x="4140200" y="6858000"/>
                </a:lnTo>
                <a:lnTo>
                  <a:pt x="4048382" y="6858000"/>
                </a:lnTo>
                <a:lnTo>
                  <a:pt x="3730882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237600" tIns="237600" rIns="237600" bIns="237600" rtlCol="0" anchor="ctr">
            <a:noAutofit/>
          </a:bodyPr>
          <a:lstStyle/>
          <a:p>
            <a:pPr algn="ctr"/>
            <a:endParaRPr lang="en-001" sz="2000" noProof="0" err="1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6596063" y="2732087"/>
            <a:ext cx="5094287" cy="3171001"/>
          </a:xfrm>
        </p:spPr>
        <p:txBody>
          <a:bodyPr anchor="t"/>
          <a:lstStyle>
            <a:lvl1pPr algn="l">
              <a:defRPr sz="3200" spc="-150">
                <a:solidFill>
                  <a:schemeClr val="bg1"/>
                </a:solidFill>
              </a:defRPr>
            </a:lvl1pPr>
          </a:lstStyle>
          <a:p>
            <a:r>
              <a:rPr lang="en-GB"/>
              <a:t>Click to add quote</a:t>
            </a:r>
          </a:p>
        </p:txBody>
      </p:sp>
      <p:sp>
        <p:nvSpPr>
          <p:cNvPr id="10" name="Text Placeholder logo">
            <a:extLst>
              <a:ext uri="{FF2B5EF4-FFF2-40B4-BE49-F238E27FC236}">
                <a16:creationId xmlns:a16="http://schemas.microsoft.com/office/drawing/2014/main" id="{62681037-08E4-D80E-2886-E4346122B05E}"/>
              </a:ext>
            </a:extLst>
          </p:cNvPr>
          <p:cNvSpPr>
            <a:spLocks noGrp="1" noChangeAspect="1"/>
          </p:cNvSpPr>
          <p:nvPr>
            <p:ph type="body" sz="quarter" idx="18" hasCustomPrompt="1"/>
          </p:nvPr>
        </p:nvSpPr>
        <p:spPr>
          <a:xfrm>
            <a:off x="504657" y="6125090"/>
            <a:ext cx="1281451" cy="316579"/>
          </a:xfrm>
          <a:blipFill>
            <a:blip r:embed="rId2"/>
            <a:stretch>
              <a:fillRect/>
            </a:stretch>
          </a:blipFill>
        </p:spPr>
        <p:txBody>
          <a:bodyPr/>
          <a:lstStyle>
            <a:lvl1pPr marL="0" indent="0">
              <a:buNone/>
              <a:defRPr sz="100">
                <a:noFill/>
              </a:defRPr>
            </a:lvl1pPr>
          </a:lstStyle>
          <a:p>
            <a:pPr lvl="0"/>
            <a:r>
              <a:rPr lang="en-GB"/>
              <a:t>.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73E1AA2A-FE59-26F8-5F42-C972CA502EE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596063" y="5943600"/>
            <a:ext cx="5094287" cy="459086"/>
          </a:xfrm>
        </p:spPr>
        <p:txBody>
          <a:bodyPr anchor="b" anchorCtr="0"/>
          <a:lstStyle>
            <a:lvl1pPr marL="0" indent="0">
              <a:lnSpc>
                <a:spcPts val="1300"/>
              </a:lnSpc>
              <a:buFontTx/>
              <a:buNone/>
              <a:defRPr sz="1400">
                <a:solidFill>
                  <a:schemeClr val="bg1"/>
                </a:solidFill>
                <a:latin typeface="+mj-lt"/>
              </a:defRPr>
            </a:lvl1pPr>
            <a:lvl2pPr marL="180000" indent="0">
              <a:buFontTx/>
              <a:buNone/>
              <a:defRPr sz="1400">
                <a:solidFill>
                  <a:schemeClr val="bg1"/>
                </a:solidFill>
                <a:latin typeface="+mj-lt"/>
              </a:defRPr>
            </a:lvl2pPr>
            <a:lvl3pPr marL="360000" indent="0">
              <a:buFontTx/>
              <a:buNone/>
              <a:defRPr sz="1400">
                <a:solidFill>
                  <a:schemeClr val="bg1"/>
                </a:solidFill>
                <a:latin typeface="+mj-lt"/>
              </a:defRPr>
            </a:lvl3pPr>
            <a:lvl4pPr>
              <a:buFontTx/>
              <a:buNone/>
              <a:defRPr sz="1400">
                <a:solidFill>
                  <a:schemeClr val="bg1"/>
                </a:solidFill>
                <a:latin typeface="+mj-lt"/>
              </a:defRPr>
            </a:lvl4pPr>
            <a:lvl5pPr>
              <a:buFontTx/>
              <a:buNone/>
              <a:defRPr sz="1400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add name</a:t>
            </a:r>
            <a:endParaRPr lang="en-001"/>
          </a:p>
        </p:txBody>
      </p:sp>
    </p:spTree>
    <p:extLst>
      <p:ext uri="{BB962C8B-B14F-4D97-AF65-F5344CB8AC3E}">
        <p14:creationId xmlns:p14="http://schemas.microsoft.com/office/powerpoint/2010/main" val="19249026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Quote Picture White">
    <p:bg>
      <p:bgPr>
        <a:solidFill>
          <a:srgbClr val="CFCFC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E3FEE4E1-2C0C-A05D-C2E7-0013DBBC3738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-1" y="0"/>
            <a:ext cx="7885113" cy="6861600"/>
          </a:xfrm>
          <a:custGeom>
            <a:avLst/>
            <a:gdLst>
              <a:gd name="connsiteX0" fmla="*/ 0 w 7885113"/>
              <a:gd name="connsiteY0" fmla="*/ 0 h 6861600"/>
              <a:gd name="connsiteX1" fmla="*/ 6613021 w 7885113"/>
              <a:gd name="connsiteY1" fmla="*/ 0 h 6861600"/>
              <a:gd name="connsiteX2" fmla="*/ 5765039 w 7885113"/>
              <a:gd name="connsiteY2" fmla="*/ 847982 h 6861600"/>
              <a:gd name="connsiteX3" fmla="*/ 5765039 w 7885113"/>
              <a:gd name="connsiteY3" fmla="*/ 1955800 h 6861600"/>
              <a:gd name="connsiteX4" fmla="*/ 5765039 w 7885113"/>
              <a:gd name="connsiteY4" fmla="*/ 2068954 h 6861600"/>
              <a:gd name="connsiteX5" fmla="*/ 5765039 w 7885113"/>
              <a:gd name="connsiteY5" fmla="*/ 6858000 h 6861600"/>
              <a:gd name="connsiteX6" fmla="*/ 7734301 w 7885113"/>
              <a:gd name="connsiteY6" fmla="*/ 6858000 h 6861600"/>
              <a:gd name="connsiteX7" fmla="*/ 7885113 w 7885113"/>
              <a:gd name="connsiteY7" fmla="*/ 6858000 h 6861600"/>
              <a:gd name="connsiteX8" fmla="*/ 7885113 w 7885113"/>
              <a:gd name="connsiteY8" fmla="*/ 6861600 h 6861600"/>
              <a:gd name="connsiteX9" fmla="*/ 0 w 7885113"/>
              <a:gd name="connsiteY9" fmla="*/ 6861600 h 686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7885113" h="6861600">
                <a:moveTo>
                  <a:pt x="0" y="0"/>
                </a:moveTo>
                <a:lnTo>
                  <a:pt x="6613021" y="0"/>
                </a:lnTo>
                <a:cubicBezTo>
                  <a:pt x="6144693" y="0"/>
                  <a:pt x="5765039" y="379654"/>
                  <a:pt x="5765039" y="847982"/>
                </a:cubicBezTo>
                <a:lnTo>
                  <a:pt x="5765039" y="1955800"/>
                </a:lnTo>
                <a:lnTo>
                  <a:pt x="5765039" y="2068954"/>
                </a:lnTo>
                <a:lnTo>
                  <a:pt x="5765039" y="6858000"/>
                </a:lnTo>
                <a:lnTo>
                  <a:pt x="7734301" y="6858000"/>
                </a:lnTo>
                <a:lnTo>
                  <a:pt x="7885113" y="6858000"/>
                </a:lnTo>
                <a:lnTo>
                  <a:pt x="7885113" y="6861600"/>
                </a:lnTo>
                <a:lnTo>
                  <a:pt x="0" y="6861600"/>
                </a:lnTo>
                <a:close/>
              </a:path>
            </a:pathLst>
          </a:custGeom>
        </p:spPr>
        <p:txBody>
          <a:bodyPr wrap="square" tIns="72000" anchor="t" anchorCtr="0">
            <a:noAutofit/>
          </a:bodyPr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1200">
                <a:solidFill>
                  <a:schemeClr val="bg1"/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Click here and insert picture</a:t>
            </a:r>
          </a:p>
        </p:txBody>
      </p:sp>
      <p:sp>
        <p:nvSpPr>
          <p:cNvPr id="9" name="Freeform 8">
            <a:extLst>
              <a:ext uri="{FF2B5EF4-FFF2-40B4-BE49-F238E27FC236}">
                <a16:creationId xmlns:a16="http://schemas.microsoft.com/office/drawing/2014/main" id="{435E1C91-8EC2-B53D-9D07-D639B51BB10F}"/>
              </a:ext>
            </a:extLst>
          </p:cNvPr>
          <p:cNvSpPr/>
          <p:nvPr userDrawn="1"/>
        </p:nvSpPr>
        <p:spPr>
          <a:xfrm rot="10800000">
            <a:off x="5765038" y="0"/>
            <a:ext cx="6426962" cy="6858000"/>
          </a:xfrm>
          <a:custGeom>
            <a:avLst/>
            <a:gdLst>
              <a:gd name="connsiteX0" fmla="*/ 0 w 6426962"/>
              <a:gd name="connsiteY0" fmla="*/ 0 h 6858000"/>
              <a:gd name="connsiteX1" fmla="*/ 4457700 w 6426962"/>
              <a:gd name="connsiteY1" fmla="*/ 0 h 6858000"/>
              <a:gd name="connsiteX2" fmla="*/ 4457700 w 6426962"/>
              <a:gd name="connsiteY2" fmla="*/ 0 h 6858000"/>
              <a:gd name="connsiteX3" fmla="*/ 6426962 w 6426962"/>
              <a:gd name="connsiteY3" fmla="*/ 0 h 6858000"/>
              <a:gd name="connsiteX4" fmla="*/ 6426962 w 6426962"/>
              <a:gd name="connsiteY4" fmla="*/ 4789046 h 6858000"/>
              <a:gd name="connsiteX5" fmla="*/ 6426962 w 6426962"/>
              <a:gd name="connsiteY5" fmla="*/ 4902200 h 6858000"/>
              <a:gd name="connsiteX6" fmla="*/ 6426962 w 6426962"/>
              <a:gd name="connsiteY6" fmla="*/ 6010018 h 6858000"/>
              <a:gd name="connsiteX7" fmla="*/ 5578980 w 6426962"/>
              <a:gd name="connsiteY7" fmla="*/ 6858000 h 6858000"/>
              <a:gd name="connsiteX8" fmla="*/ 4457700 w 6426962"/>
              <a:gd name="connsiteY8" fmla="*/ 6858000 h 6858000"/>
              <a:gd name="connsiteX9" fmla="*/ 4048382 w 6426962"/>
              <a:gd name="connsiteY9" fmla="*/ 6858000 h 6858000"/>
              <a:gd name="connsiteX10" fmla="*/ 0 w 6426962"/>
              <a:gd name="connsiteY10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6426962" h="6858000">
                <a:moveTo>
                  <a:pt x="0" y="0"/>
                </a:moveTo>
                <a:lnTo>
                  <a:pt x="4457700" y="0"/>
                </a:lnTo>
                <a:lnTo>
                  <a:pt x="4457700" y="0"/>
                </a:lnTo>
                <a:lnTo>
                  <a:pt x="6426962" y="0"/>
                </a:lnTo>
                <a:lnTo>
                  <a:pt x="6426962" y="4789046"/>
                </a:lnTo>
                <a:lnTo>
                  <a:pt x="6426962" y="4902200"/>
                </a:lnTo>
                <a:lnTo>
                  <a:pt x="6426962" y="6010018"/>
                </a:lnTo>
                <a:cubicBezTo>
                  <a:pt x="6426962" y="6478346"/>
                  <a:pt x="6047308" y="6858000"/>
                  <a:pt x="5578980" y="6858000"/>
                </a:cubicBezTo>
                <a:lnTo>
                  <a:pt x="4457700" y="6858000"/>
                </a:lnTo>
                <a:lnTo>
                  <a:pt x="4048382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237600" tIns="237600" rIns="237600" bIns="237600" rtlCol="0" anchor="ctr">
            <a:noAutofit/>
          </a:bodyPr>
          <a:lstStyle/>
          <a:p>
            <a:pPr algn="ctr"/>
            <a:endParaRPr lang="en-001" sz="2000" noProof="0" err="1"/>
          </a:p>
        </p:txBody>
      </p:sp>
      <p:sp>
        <p:nvSpPr>
          <p:cNvPr id="5" name="Freeform 4">
            <a:extLst>
              <a:ext uri="{FF2B5EF4-FFF2-40B4-BE49-F238E27FC236}">
                <a16:creationId xmlns:a16="http://schemas.microsoft.com/office/drawing/2014/main" id="{1C46C32C-6297-D127-D603-DFCD4E9F94BF}"/>
              </a:ext>
            </a:extLst>
          </p:cNvPr>
          <p:cNvSpPr/>
          <p:nvPr userDrawn="1"/>
        </p:nvSpPr>
        <p:spPr>
          <a:xfrm rot="10800000">
            <a:off x="6082538" y="0"/>
            <a:ext cx="6109462" cy="6858000"/>
          </a:xfrm>
          <a:custGeom>
            <a:avLst/>
            <a:gdLst>
              <a:gd name="connsiteX0" fmla="*/ 0 w 6109462"/>
              <a:gd name="connsiteY0" fmla="*/ 0 h 6858000"/>
              <a:gd name="connsiteX1" fmla="*/ 4140200 w 6109462"/>
              <a:gd name="connsiteY1" fmla="*/ 0 h 6858000"/>
              <a:gd name="connsiteX2" fmla="*/ 4457700 w 6109462"/>
              <a:gd name="connsiteY2" fmla="*/ 0 h 6858000"/>
              <a:gd name="connsiteX3" fmla="*/ 6109462 w 6109462"/>
              <a:gd name="connsiteY3" fmla="*/ 0 h 6858000"/>
              <a:gd name="connsiteX4" fmla="*/ 6109462 w 6109462"/>
              <a:gd name="connsiteY4" fmla="*/ 4789046 h 6858000"/>
              <a:gd name="connsiteX5" fmla="*/ 6109462 w 6109462"/>
              <a:gd name="connsiteY5" fmla="*/ 4902200 h 6858000"/>
              <a:gd name="connsiteX6" fmla="*/ 6109462 w 6109462"/>
              <a:gd name="connsiteY6" fmla="*/ 6010018 h 6858000"/>
              <a:gd name="connsiteX7" fmla="*/ 5261480 w 6109462"/>
              <a:gd name="connsiteY7" fmla="*/ 6858000 h 6858000"/>
              <a:gd name="connsiteX8" fmla="*/ 4457700 w 6109462"/>
              <a:gd name="connsiteY8" fmla="*/ 6858000 h 6858000"/>
              <a:gd name="connsiteX9" fmla="*/ 4140200 w 6109462"/>
              <a:gd name="connsiteY9" fmla="*/ 6858000 h 6858000"/>
              <a:gd name="connsiteX10" fmla="*/ 4048382 w 6109462"/>
              <a:gd name="connsiteY10" fmla="*/ 6858000 h 6858000"/>
              <a:gd name="connsiteX11" fmla="*/ 3730882 w 6109462"/>
              <a:gd name="connsiteY11" fmla="*/ 6858000 h 6858000"/>
              <a:gd name="connsiteX12" fmla="*/ 0 w 6109462"/>
              <a:gd name="connsiteY12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6109462" h="6858000">
                <a:moveTo>
                  <a:pt x="0" y="0"/>
                </a:moveTo>
                <a:lnTo>
                  <a:pt x="4140200" y="0"/>
                </a:lnTo>
                <a:lnTo>
                  <a:pt x="4457700" y="0"/>
                </a:lnTo>
                <a:lnTo>
                  <a:pt x="6109462" y="0"/>
                </a:lnTo>
                <a:lnTo>
                  <a:pt x="6109462" y="4789046"/>
                </a:lnTo>
                <a:lnTo>
                  <a:pt x="6109462" y="4902200"/>
                </a:lnTo>
                <a:lnTo>
                  <a:pt x="6109462" y="6010018"/>
                </a:lnTo>
                <a:cubicBezTo>
                  <a:pt x="6109462" y="6478346"/>
                  <a:pt x="5729808" y="6858000"/>
                  <a:pt x="5261480" y="6858000"/>
                </a:cubicBezTo>
                <a:lnTo>
                  <a:pt x="4457700" y="6858000"/>
                </a:lnTo>
                <a:lnTo>
                  <a:pt x="4140200" y="6858000"/>
                </a:lnTo>
                <a:lnTo>
                  <a:pt x="4048382" y="6858000"/>
                </a:lnTo>
                <a:lnTo>
                  <a:pt x="3730882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237600" tIns="237600" rIns="237600" bIns="237600" rtlCol="0" anchor="ctr">
            <a:noAutofit/>
          </a:bodyPr>
          <a:lstStyle/>
          <a:p>
            <a:pPr algn="ctr"/>
            <a:endParaRPr lang="en-001" sz="2000" noProof="0" err="1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6596063" y="2732087"/>
            <a:ext cx="5094287" cy="3171001"/>
          </a:xfrm>
        </p:spPr>
        <p:txBody>
          <a:bodyPr anchor="t"/>
          <a:lstStyle>
            <a:lvl1pPr algn="l">
              <a:defRPr sz="3200" spc="-150">
                <a:solidFill>
                  <a:schemeClr val="tx1"/>
                </a:solidFill>
              </a:defRPr>
            </a:lvl1pPr>
          </a:lstStyle>
          <a:p>
            <a:r>
              <a:rPr lang="en-GB"/>
              <a:t>Click to add quote</a:t>
            </a:r>
          </a:p>
        </p:txBody>
      </p:sp>
      <p:sp>
        <p:nvSpPr>
          <p:cNvPr id="3" name="Text Placeholder 12">
            <a:extLst>
              <a:ext uri="{FF2B5EF4-FFF2-40B4-BE49-F238E27FC236}">
                <a16:creationId xmlns:a16="http://schemas.microsoft.com/office/drawing/2014/main" id="{2D0F18FF-64AA-2E82-DDBF-AEF954EF3019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596063" y="5943600"/>
            <a:ext cx="5094287" cy="459086"/>
          </a:xfrm>
        </p:spPr>
        <p:txBody>
          <a:bodyPr anchor="b" anchorCtr="0"/>
          <a:lstStyle>
            <a:lvl1pPr marL="0" indent="0">
              <a:lnSpc>
                <a:spcPts val="1300"/>
              </a:lnSpc>
              <a:buFontTx/>
              <a:buNone/>
              <a:defRPr sz="1400">
                <a:solidFill>
                  <a:schemeClr val="tx1"/>
                </a:solidFill>
                <a:latin typeface="+mj-lt"/>
              </a:defRPr>
            </a:lvl1pPr>
            <a:lvl2pPr marL="180000" indent="0">
              <a:buFontTx/>
              <a:buNone/>
              <a:defRPr sz="1400">
                <a:solidFill>
                  <a:schemeClr val="bg1"/>
                </a:solidFill>
                <a:latin typeface="+mj-lt"/>
              </a:defRPr>
            </a:lvl2pPr>
            <a:lvl3pPr marL="360000" indent="0">
              <a:buFontTx/>
              <a:buNone/>
              <a:defRPr sz="1400">
                <a:solidFill>
                  <a:schemeClr val="bg1"/>
                </a:solidFill>
                <a:latin typeface="+mj-lt"/>
              </a:defRPr>
            </a:lvl3pPr>
            <a:lvl4pPr>
              <a:buFontTx/>
              <a:buNone/>
              <a:defRPr sz="1400">
                <a:solidFill>
                  <a:schemeClr val="bg1"/>
                </a:solidFill>
                <a:latin typeface="+mj-lt"/>
              </a:defRPr>
            </a:lvl4pPr>
            <a:lvl5pPr>
              <a:buFontTx/>
              <a:buNone/>
              <a:defRPr sz="1400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add name</a:t>
            </a:r>
            <a:endParaRPr lang="en-001"/>
          </a:p>
        </p:txBody>
      </p:sp>
      <p:sp>
        <p:nvSpPr>
          <p:cNvPr id="4" name="Text Placeholder logo">
            <a:extLst>
              <a:ext uri="{FF2B5EF4-FFF2-40B4-BE49-F238E27FC236}">
                <a16:creationId xmlns:a16="http://schemas.microsoft.com/office/drawing/2014/main" id="{1D43C295-DE4A-9D7F-680C-2D43DA35143F}"/>
              </a:ext>
            </a:extLst>
          </p:cNvPr>
          <p:cNvSpPr>
            <a:spLocks noGrp="1" noChangeAspect="1"/>
          </p:cNvSpPr>
          <p:nvPr>
            <p:ph type="body" sz="quarter" idx="18" hasCustomPrompt="1"/>
          </p:nvPr>
        </p:nvSpPr>
        <p:spPr>
          <a:xfrm>
            <a:off x="504657" y="6125090"/>
            <a:ext cx="1281451" cy="316579"/>
          </a:xfrm>
          <a:blipFill>
            <a:blip r:embed="rId2"/>
            <a:stretch>
              <a:fillRect/>
            </a:stretch>
          </a:blipFill>
        </p:spPr>
        <p:txBody>
          <a:bodyPr/>
          <a:lstStyle>
            <a:lvl1pPr marL="0" indent="0">
              <a:buNone/>
              <a:defRPr sz="100">
                <a:noFill/>
              </a:defRPr>
            </a:lvl1pPr>
          </a:lstStyle>
          <a:p>
            <a:pPr lvl="0"/>
            <a:r>
              <a:rPr lang="en-GB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2526771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00063" y="501649"/>
            <a:ext cx="11209537" cy="1199829"/>
          </a:xfrm>
        </p:spPr>
        <p:txBody>
          <a:bodyPr/>
          <a:lstStyle>
            <a:lvl1pPr>
              <a:lnSpc>
                <a:spcPts val="3600"/>
              </a:lnSpc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en-GB"/>
              <a:t>Click to add title</a:t>
            </a:r>
            <a:br>
              <a:rPr lang="en-GB"/>
            </a:br>
            <a:r>
              <a:rPr lang="en-GB"/>
              <a:t>and subtitle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AA4BB48-D05E-C8BB-772B-9A4A6D067CE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4519" y="6137000"/>
            <a:ext cx="1289050" cy="288925"/>
          </a:xfrm>
          <a:prstGeom prst="rect">
            <a:avLst/>
          </a:prstGeom>
        </p:spPr>
      </p:pic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2E8BDAD-7FC2-3844-F5CB-B3B9BF62F0DE}"/>
              </a:ext>
            </a:extLst>
          </p:cNvPr>
          <p:cNvSpPr>
            <a:spLocks noGrp="1"/>
          </p:cNvSpPr>
          <p:nvPr>
            <p:ph type="dt" sz="half" idx="19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A047113-6BC6-DD63-D011-06F07887FC45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>
          <a:xfrm>
            <a:off x="7692194" y="6262116"/>
            <a:ext cx="3285369" cy="185427"/>
          </a:xfrm>
        </p:spPr>
        <p:txBody>
          <a:bodyPr/>
          <a:lstStyle>
            <a:lvl1pPr algn="r">
              <a:defRPr/>
            </a:lvl1pPr>
          </a:lstStyle>
          <a:p>
            <a:r>
              <a:rPr lang="en-GB"/>
              <a:t>Insert presentation title via Header &amp; Footer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CA938738-8FB7-7D96-6F54-907CCB59F237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>
          <a:xfrm>
            <a:off x="11276724" y="6262117"/>
            <a:ext cx="412039" cy="185426"/>
          </a:xfrm>
        </p:spPr>
        <p:txBody>
          <a:bodyPr/>
          <a:lstStyle>
            <a:lvl1pPr algn="r">
              <a:defRPr/>
            </a:lvl1pPr>
          </a:lstStyle>
          <a:p>
            <a:fld id="{43A204BC-C5BA-4EF4-ABC8-D45123A0C528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2" name="Content Placeholder 17">
            <a:extLst>
              <a:ext uri="{FF2B5EF4-FFF2-40B4-BE49-F238E27FC236}">
                <a16:creationId xmlns:a16="http://schemas.microsoft.com/office/drawing/2014/main" id="{34481D60-F0D1-A9E9-079E-E99A52304200}"/>
              </a:ext>
            </a:extLst>
          </p:cNvPr>
          <p:cNvSpPr>
            <a:spLocks noGrp="1"/>
          </p:cNvSpPr>
          <p:nvPr>
            <p:ph sz="quarter" idx="22"/>
          </p:nvPr>
        </p:nvSpPr>
        <p:spPr>
          <a:xfrm>
            <a:off x="500063" y="1700240"/>
            <a:ext cx="3576637" cy="4183035"/>
          </a:xfrm>
          <a:prstGeom prst="roundRect">
            <a:avLst>
              <a:gd name="adj" fmla="val 4808"/>
            </a:avLst>
          </a:prstGeom>
          <a:solidFill>
            <a:schemeClr val="bg2"/>
          </a:solidFill>
        </p:spPr>
        <p:txBody>
          <a:bodyPr wrap="square" lIns="360000" tIns="360000" rIns="360000" bIns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001"/>
          </a:p>
        </p:txBody>
      </p:sp>
      <p:sp>
        <p:nvSpPr>
          <p:cNvPr id="18" name="Content Placeholder 17">
            <a:extLst>
              <a:ext uri="{FF2B5EF4-FFF2-40B4-BE49-F238E27FC236}">
                <a16:creationId xmlns:a16="http://schemas.microsoft.com/office/drawing/2014/main" id="{1F63FE72-F644-6B86-340E-241FB64A028C}"/>
              </a:ext>
            </a:extLst>
          </p:cNvPr>
          <p:cNvSpPr>
            <a:spLocks noGrp="1"/>
          </p:cNvSpPr>
          <p:nvPr>
            <p:ph sz="quarter" idx="23"/>
          </p:nvPr>
        </p:nvSpPr>
        <p:spPr>
          <a:xfrm>
            <a:off x="4313238" y="1700240"/>
            <a:ext cx="3576637" cy="4183035"/>
          </a:xfrm>
          <a:prstGeom prst="roundRect">
            <a:avLst>
              <a:gd name="adj" fmla="val 4808"/>
            </a:avLst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lIns="360000" tIns="360000" rIns="360000" bIns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001"/>
          </a:p>
        </p:txBody>
      </p:sp>
      <p:sp>
        <p:nvSpPr>
          <p:cNvPr id="19" name="Content Placeholder 17">
            <a:extLst>
              <a:ext uri="{FF2B5EF4-FFF2-40B4-BE49-F238E27FC236}">
                <a16:creationId xmlns:a16="http://schemas.microsoft.com/office/drawing/2014/main" id="{437ED035-25A8-EBAE-A34D-0D4F6EB406D8}"/>
              </a:ext>
            </a:extLst>
          </p:cNvPr>
          <p:cNvSpPr>
            <a:spLocks noGrp="1"/>
          </p:cNvSpPr>
          <p:nvPr>
            <p:ph sz="quarter" idx="24"/>
          </p:nvPr>
        </p:nvSpPr>
        <p:spPr>
          <a:xfrm>
            <a:off x="8121650" y="1700240"/>
            <a:ext cx="3576637" cy="4183035"/>
          </a:xfrm>
          <a:prstGeom prst="roundRect">
            <a:avLst>
              <a:gd name="adj" fmla="val 4808"/>
            </a:avLst>
          </a:prstGeom>
          <a:solidFill>
            <a:schemeClr val="accent1"/>
          </a:solidFill>
        </p:spPr>
        <p:txBody>
          <a:bodyPr wrap="square" lIns="360000" tIns="360000" rIns="360000" bIns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001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93CF1A6-3279-10D0-3FF4-1A1670ADA42D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11123612" y="6705600"/>
            <a:ext cx="1069975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DK" sz="100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Classification: Public</a:t>
            </a:r>
          </a:p>
        </p:txBody>
      </p:sp>
    </p:spTree>
    <p:extLst>
      <p:ext uri="{BB962C8B-B14F-4D97-AF65-F5344CB8AC3E}">
        <p14:creationId xmlns:p14="http://schemas.microsoft.com/office/powerpoint/2010/main" val="14112110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ent 2 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00063" y="501649"/>
            <a:ext cx="11209537" cy="1199829"/>
          </a:xfrm>
        </p:spPr>
        <p:txBody>
          <a:bodyPr/>
          <a:lstStyle>
            <a:lvl1pPr>
              <a:lnSpc>
                <a:spcPts val="3600"/>
              </a:lnSpc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en-GB"/>
              <a:t>Click to add title</a:t>
            </a:r>
            <a:br>
              <a:rPr lang="en-GB"/>
            </a:br>
            <a:r>
              <a:rPr lang="en-GB"/>
              <a:t>and subtitle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F0E2F85-D079-F28D-5441-0581FDAB543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4519" y="6137000"/>
            <a:ext cx="1289050" cy="288925"/>
          </a:xfrm>
          <a:prstGeom prst="rect">
            <a:avLst/>
          </a:prstGeom>
        </p:spPr>
      </p:pic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018FBF7-8680-9309-87DD-2DD8621FC031}"/>
              </a:ext>
            </a:extLst>
          </p:cNvPr>
          <p:cNvSpPr>
            <a:spLocks noGrp="1"/>
          </p:cNvSpPr>
          <p:nvPr>
            <p:ph type="dt" sz="half" idx="19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11" name="Footer Placeholder 5">
            <a:extLst>
              <a:ext uri="{FF2B5EF4-FFF2-40B4-BE49-F238E27FC236}">
                <a16:creationId xmlns:a16="http://schemas.microsoft.com/office/drawing/2014/main" id="{695DFA55-A98A-8385-EAFF-CCB60906DB42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>
          <a:xfrm>
            <a:off x="7692194" y="6262116"/>
            <a:ext cx="3285369" cy="185427"/>
          </a:xfrm>
        </p:spPr>
        <p:txBody>
          <a:bodyPr/>
          <a:lstStyle>
            <a:lvl1pPr algn="r">
              <a:defRPr/>
            </a:lvl1pPr>
          </a:lstStyle>
          <a:p>
            <a:r>
              <a:rPr lang="en-GB"/>
              <a:t>Insert presentation title via Header &amp; Footer</a:t>
            </a:r>
          </a:p>
        </p:txBody>
      </p:sp>
      <p:sp>
        <p:nvSpPr>
          <p:cNvPr id="12" name="Slide Number Placeholder 7">
            <a:extLst>
              <a:ext uri="{FF2B5EF4-FFF2-40B4-BE49-F238E27FC236}">
                <a16:creationId xmlns:a16="http://schemas.microsoft.com/office/drawing/2014/main" id="{76C6AE33-95D4-5A47-C1E5-2D1391E9AC27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>
          <a:xfrm>
            <a:off x="11276724" y="6262117"/>
            <a:ext cx="412039" cy="185426"/>
          </a:xfrm>
        </p:spPr>
        <p:txBody>
          <a:bodyPr/>
          <a:lstStyle>
            <a:lvl1pPr algn="r">
              <a:defRPr/>
            </a:lvl1pPr>
          </a:lstStyle>
          <a:p>
            <a:fld id="{43A204BC-C5BA-4EF4-ABC8-D45123A0C528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22" name="Content Placeholder 17">
            <a:extLst>
              <a:ext uri="{FF2B5EF4-FFF2-40B4-BE49-F238E27FC236}">
                <a16:creationId xmlns:a16="http://schemas.microsoft.com/office/drawing/2014/main" id="{F438B4B9-E989-C915-7638-103F1AA47AB8}"/>
              </a:ext>
            </a:extLst>
          </p:cNvPr>
          <p:cNvSpPr>
            <a:spLocks noGrp="1"/>
          </p:cNvSpPr>
          <p:nvPr>
            <p:ph sz="quarter" idx="22"/>
          </p:nvPr>
        </p:nvSpPr>
        <p:spPr>
          <a:xfrm>
            <a:off x="500063" y="1694543"/>
            <a:ext cx="5480049" cy="4185474"/>
          </a:xfrm>
          <a:prstGeom prst="roundRect">
            <a:avLst>
              <a:gd name="adj" fmla="val 4277"/>
            </a:avLst>
          </a:prstGeom>
          <a:solidFill>
            <a:schemeClr val="bg2"/>
          </a:solidFill>
        </p:spPr>
        <p:txBody>
          <a:bodyPr wrap="square" lIns="360000" tIns="360000" rIns="360000" bIns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001"/>
          </a:p>
        </p:txBody>
      </p:sp>
      <p:sp>
        <p:nvSpPr>
          <p:cNvPr id="23" name="Content Placeholder 17">
            <a:extLst>
              <a:ext uri="{FF2B5EF4-FFF2-40B4-BE49-F238E27FC236}">
                <a16:creationId xmlns:a16="http://schemas.microsoft.com/office/drawing/2014/main" id="{A008D3EB-33D3-42CC-C8E5-96D173C3C107}"/>
              </a:ext>
            </a:extLst>
          </p:cNvPr>
          <p:cNvSpPr>
            <a:spLocks noGrp="1"/>
          </p:cNvSpPr>
          <p:nvPr>
            <p:ph sz="quarter" idx="23"/>
          </p:nvPr>
        </p:nvSpPr>
        <p:spPr>
          <a:xfrm>
            <a:off x="6216650" y="1715808"/>
            <a:ext cx="5480049" cy="4185474"/>
          </a:xfrm>
          <a:prstGeom prst="roundRect">
            <a:avLst>
              <a:gd name="adj" fmla="val 4277"/>
            </a:avLst>
          </a:prstGeom>
          <a:solidFill>
            <a:schemeClr val="accent1"/>
          </a:solidFill>
        </p:spPr>
        <p:txBody>
          <a:bodyPr wrap="square" lIns="360000" tIns="360000" rIns="360000" bIns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001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9E8B8DC-9C8C-2BCD-10C6-A3A341F90A48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11123612" y="6705600"/>
            <a:ext cx="1069975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DK" sz="100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Classification: Public</a:t>
            </a:r>
          </a:p>
        </p:txBody>
      </p:sp>
    </p:spTree>
    <p:extLst>
      <p:ext uri="{BB962C8B-B14F-4D97-AF65-F5344CB8AC3E}">
        <p14:creationId xmlns:p14="http://schemas.microsoft.com/office/powerpoint/2010/main" val="360241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/>
              <a:t>Click to add title</a:t>
            </a:r>
          </a:p>
        </p:txBody>
      </p:sp>
      <p:sp>
        <p:nvSpPr>
          <p:cNvPr id="6" name="Date Placeholder 5" hidden="1">
            <a:extLst>
              <a:ext uri="{FF2B5EF4-FFF2-40B4-BE49-F238E27FC236}">
                <a16:creationId xmlns:a16="http://schemas.microsoft.com/office/drawing/2014/main" id="{C3750702-865E-424E-BDAE-F6B87694C5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0091391-2B0F-6FA2-F9EB-455DFE7DE9C6}"/>
              </a:ext>
            </a:extLst>
          </p:cNvPr>
          <p:cNvSpPr/>
          <p:nvPr userDrawn="1"/>
        </p:nvSpPr>
        <p:spPr>
          <a:xfrm>
            <a:off x="10026650" y="5989983"/>
            <a:ext cx="1781037" cy="58309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37600" tIns="237600" rIns="237600" bIns="237600" rtlCol="0" anchor="ctr"/>
          <a:lstStyle/>
          <a:p>
            <a:pPr algn="ctr"/>
            <a:endParaRPr lang="en-001" sz="2000" noProof="0" err="1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D5F4D44-B643-C7B5-4D7D-BAAEFB0B3BD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4519" y="6137000"/>
            <a:ext cx="1289050" cy="288925"/>
          </a:xfrm>
          <a:prstGeom prst="rect">
            <a:avLst/>
          </a:prstGeom>
        </p:spPr>
      </p:pic>
      <p:sp>
        <p:nvSpPr>
          <p:cNvPr id="5" name="Footer Placeholder 5">
            <a:extLst>
              <a:ext uri="{FF2B5EF4-FFF2-40B4-BE49-F238E27FC236}">
                <a16:creationId xmlns:a16="http://schemas.microsoft.com/office/drawing/2014/main" id="{B8C481A2-8961-E179-FD72-CC013957E7F2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>
          <a:xfrm>
            <a:off x="7692194" y="6258815"/>
            <a:ext cx="3285369" cy="185427"/>
          </a:xfrm>
        </p:spPr>
        <p:txBody>
          <a:bodyPr/>
          <a:lstStyle>
            <a:lvl1pPr algn="r">
              <a:defRPr/>
            </a:lvl1pPr>
          </a:lstStyle>
          <a:p>
            <a:r>
              <a:rPr lang="en-GB"/>
              <a:t>Insert presentation title via Header &amp; Footer</a:t>
            </a:r>
          </a:p>
        </p:txBody>
      </p:sp>
      <p:sp>
        <p:nvSpPr>
          <p:cNvPr id="9" name="Slide Number Placeholder 7">
            <a:extLst>
              <a:ext uri="{FF2B5EF4-FFF2-40B4-BE49-F238E27FC236}">
                <a16:creationId xmlns:a16="http://schemas.microsoft.com/office/drawing/2014/main" id="{CF362AED-7747-8B4C-DC66-449DC8F38F95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>
          <a:xfrm>
            <a:off x="11276724" y="6258816"/>
            <a:ext cx="412039" cy="185426"/>
          </a:xfrm>
        </p:spPr>
        <p:txBody>
          <a:bodyPr/>
          <a:lstStyle>
            <a:lvl1pPr algn="r">
              <a:defRPr/>
            </a:lvl1pPr>
          </a:lstStyle>
          <a:p>
            <a:fld id="{43A204BC-C5BA-4EF4-ABC8-D45123A0C528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5088864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 hidden="1">
            <a:extLst>
              <a:ext uri="{FF2B5EF4-FFF2-40B4-BE49-F238E27FC236}">
                <a16:creationId xmlns:a16="http://schemas.microsoft.com/office/drawing/2014/main" id="{CF0E3E31-9EAD-4ECD-A589-4F158B739B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D251188-24ED-F4E6-F5A8-31A7540E6EE2}"/>
              </a:ext>
            </a:extLst>
          </p:cNvPr>
          <p:cNvSpPr/>
          <p:nvPr userDrawn="1"/>
        </p:nvSpPr>
        <p:spPr>
          <a:xfrm>
            <a:off x="10026650" y="5989983"/>
            <a:ext cx="1781037" cy="58309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37600" tIns="237600" rIns="237600" bIns="237600" rtlCol="0" anchor="ctr"/>
          <a:lstStyle/>
          <a:p>
            <a:pPr algn="ctr"/>
            <a:endParaRPr lang="en-001" sz="2000" noProof="0" err="1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55CB77B-0968-CE49-4F15-773BBFAB1D5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4519" y="6137000"/>
            <a:ext cx="1289050" cy="288925"/>
          </a:xfrm>
          <a:prstGeom prst="rect">
            <a:avLst/>
          </a:prstGeom>
        </p:spPr>
      </p:pic>
      <p:sp>
        <p:nvSpPr>
          <p:cNvPr id="4" name="Footer Placeholder 5">
            <a:extLst>
              <a:ext uri="{FF2B5EF4-FFF2-40B4-BE49-F238E27FC236}">
                <a16:creationId xmlns:a16="http://schemas.microsoft.com/office/drawing/2014/main" id="{BED08C67-7F74-3A8F-6E20-59E496D505D5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>
          <a:xfrm>
            <a:off x="7692194" y="6258815"/>
            <a:ext cx="3285369" cy="185427"/>
          </a:xfrm>
        </p:spPr>
        <p:txBody>
          <a:bodyPr/>
          <a:lstStyle>
            <a:lvl1pPr algn="r">
              <a:defRPr/>
            </a:lvl1pPr>
          </a:lstStyle>
          <a:p>
            <a:r>
              <a:rPr lang="en-GB"/>
              <a:t>Insert presentation title via Header &amp; Footer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5FBA5886-8CD7-0BD7-D70A-0E0F6DF935F0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>
          <a:xfrm>
            <a:off x="11276724" y="6258816"/>
            <a:ext cx="412039" cy="185426"/>
          </a:xfrm>
        </p:spPr>
        <p:txBody>
          <a:bodyPr/>
          <a:lstStyle>
            <a:lvl1pPr algn="r">
              <a:defRPr/>
            </a:lvl1pPr>
          </a:lstStyle>
          <a:p>
            <a:fld id="{43A204BC-C5BA-4EF4-ABC8-D45123A0C528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4394888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500063" y="2732088"/>
            <a:ext cx="5473700" cy="1816100"/>
          </a:xfrm>
        </p:spPr>
        <p:txBody>
          <a:bodyPr anchor="t"/>
          <a:lstStyle>
            <a:lvl1pPr algn="l">
              <a:defRPr sz="4000">
                <a:solidFill>
                  <a:schemeClr val="tx1"/>
                </a:solidFill>
              </a:defRPr>
            </a:lvl1pPr>
          </a:lstStyle>
          <a:p>
            <a:r>
              <a:rPr lang="en-GB"/>
              <a:t>Click to add title</a:t>
            </a:r>
          </a:p>
        </p:txBody>
      </p:sp>
      <p:sp>
        <p:nvSpPr>
          <p:cNvPr id="8" name="Picture Placeholder 7"/>
          <p:cNvSpPr>
            <a:spLocks noGrp="1"/>
          </p:cNvSpPr>
          <p:nvPr>
            <p:ph type="pic" sz="quarter" idx="13" hasCustomPrompt="1"/>
          </p:nvPr>
        </p:nvSpPr>
        <p:spPr>
          <a:xfrm>
            <a:off x="6218238" y="492125"/>
            <a:ext cx="5472112" cy="5145088"/>
          </a:xfrm>
          <a:noFill/>
        </p:spPr>
        <p:txBody>
          <a:bodyPr lIns="144000" tIns="108000"/>
          <a:lstStyle>
            <a:lvl1pPr marL="0" indent="0" algn="ctr">
              <a:buNone/>
              <a:defRPr sz="1200">
                <a:solidFill>
                  <a:schemeClr val="tx1"/>
                </a:solidFill>
              </a:defRPr>
            </a:lvl1pPr>
          </a:lstStyle>
          <a:p>
            <a:r>
              <a:rPr lang="en-GB"/>
              <a:t>Click here and insert picture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0053EA21-14DD-464D-95CF-F4D04D57A477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99669" y="6112252"/>
            <a:ext cx="2629369" cy="140506"/>
          </a:xfrm>
        </p:spPr>
        <p:txBody>
          <a:bodyPr/>
          <a:lstStyle>
            <a:lvl1pPr marL="0" indent="0">
              <a:buNone/>
              <a:defRPr sz="900">
                <a:solidFill>
                  <a:schemeClr val="tx1"/>
                </a:solidFill>
              </a:defRPr>
            </a:lvl1pPr>
          </a:lstStyle>
          <a:p>
            <a:pPr lvl="0"/>
            <a:r>
              <a:rPr lang="en-GB"/>
              <a:t>Insert presenter’s name and surname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8922A9B-8A21-4C62-B8E0-4E57BCB7F23C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501726" y="6247262"/>
            <a:ext cx="2627312" cy="140910"/>
          </a:xfrm>
        </p:spPr>
        <p:txBody>
          <a:bodyPr wrap="none" lIns="0" tIns="0" rIns="0" bIns="0"/>
          <a:lstStyle>
            <a:lvl1pPr>
              <a:defRPr sz="900">
                <a:solidFill>
                  <a:schemeClr val="tx1"/>
                </a:solidFill>
              </a:defRPr>
            </a:lvl1pPr>
          </a:lstStyle>
          <a:p>
            <a:endParaRPr lang="en-GB"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9A7553E4-9495-4C62-83B3-76F11C412FE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6747" y="6057799"/>
            <a:ext cx="1905000" cy="425604"/>
          </a:xfrm>
          <a:prstGeom prst="rect">
            <a:avLst/>
          </a:prstGeom>
        </p:spPr>
      </p:pic>
      <p:sp>
        <p:nvSpPr>
          <p:cNvPr id="19" name="Footer Placeholder 18" hidden="1">
            <a:extLst>
              <a:ext uri="{FF2B5EF4-FFF2-40B4-BE49-F238E27FC236}">
                <a16:creationId xmlns:a16="http://schemas.microsoft.com/office/drawing/2014/main" id="{EF117A4B-54AF-45DE-842B-8168C527210F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0" y="6858000"/>
            <a:ext cx="0" cy="0"/>
          </a:xfrm>
        </p:spPr>
        <p:txBody>
          <a:bodyPr/>
          <a:lstStyle>
            <a:lvl1pPr>
              <a:defRPr sz="100">
                <a:noFill/>
              </a:defRPr>
            </a:lvl1pPr>
          </a:lstStyle>
          <a:p>
            <a:r>
              <a:rPr lang="en-GB"/>
              <a:t>Insert presentation title via Header &amp; Footer</a:t>
            </a:r>
          </a:p>
        </p:txBody>
      </p:sp>
      <p:sp>
        <p:nvSpPr>
          <p:cNvPr id="20" name="Slide Number Placeholder 19" hidden="1">
            <a:extLst>
              <a:ext uri="{FF2B5EF4-FFF2-40B4-BE49-F238E27FC236}">
                <a16:creationId xmlns:a16="http://schemas.microsoft.com/office/drawing/2014/main" id="{6BB5F837-CD41-4FEA-B45A-2B3A60DC7C20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0" y="6858000"/>
            <a:ext cx="0" cy="0"/>
          </a:xfrm>
        </p:spPr>
        <p:txBody>
          <a:bodyPr/>
          <a:lstStyle>
            <a:lvl1pPr>
              <a:defRPr sz="100">
                <a:noFill/>
              </a:defRPr>
            </a:lvl1pPr>
          </a:lstStyle>
          <a:p>
            <a:r>
              <a:rPr lang="en-GB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61767924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genda A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00063" y="501649"/>
            <a:ext cx="11190287" cy="93027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 noProof="0"/>
              <a:t>Click to add agenda/contents</a:t>
            </a:r>
          </a:p>
        </p:txBody>
      </p:sp>
      <p:sp>
        <p:nvSpPr>
          <p:cNvPr id="7" name="Text Placeholder 2"/>
          <p:cNvSpPr>
            <a:spLocks noGrp="1"/>
          </p:cNvSpPr>
          <p:nvPr>
            <p:ph type="body" sz="quarter" idx="13" hasCustomPrompt="1"/>
          </p:nvPr>
        </p:nvSpPr>
        <p:spPr>
          <a:xfrm>
            <a:off x="500062" y="1943100"/>
            <a:ext cx="954087" cy="3701025"/>
          </a:xfrm>
        </p:spPr>
        <p:txBody>
          <a:bodyPr/>
          <a:lstStyle>
            <a:lvl1pPr marL="0" indent="0">
              <a:lnSpc>
                <a:spcPct val="8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​"/>
              <a:defRPr sz="1600" b="0" i="0">
                <a:solidFill>
                  <a:schemeClr val="bg1"/>
                </a:solidFill>
                <a:latin typeface="+mn-lt"/>
              </a:defRPr>
            </a:lvl1pPr>
            <a:lvl2pPr marL="0" indent="0">
              <a:lnSpc>
                <a:spcPct val="8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​"/>
              <a:defRPr sz="1600" b="0" i="0">
                <a:solidFill>
                  <a:schemeClr val="accent1"/>
                </a:solidFill>
                <a:latin typeface="+mn-lt"/>
              </a:defRPr>
            </a:lvl2pPr>
            <a:lvl3pPr marL="0" indent="0">
              <a:lnSpc>
                <a:spcPct val="8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​"/>
              <a:defRPr sz="1600" b="0" i="0">
                <a:solidFill>
                  <a:schemeClr val="bg1"/>
                </a:solidFill>
                <a:latin typeface="+mn-lt"/>
              </a:defRPr>
            </a:lvl3pPr>
            <a:lvl4pPr marL="0" indent="0">
              <a:lnSpc>
                <a:spcPct val="8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​"/>
              <a:defRPr sz="1600" b="0" i="0">
                <a:solidFill>
                  <a:schemeClr val="accent1"/>
                </a:solidFill>
                <a:latin typeface="+mn-lt"/>
              </a:defRPr>
            </a:lvl4pPr>
            <a:lvl5pPr marL="0" indent="0">
              <a:lnSpc>
                <a:spcPct val="8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​"/>
              <a:defRPr sz="1600" b="0" i="0">
                <a:solidFill>
                  <a:schemeClr val="bg1"/>
                </a:solidFill>
                <a:latin typeface="+mn-lt"/>
              </a:defRPr>
            </a:lvl5pPr>
            <a:lvl6pPr marL="0" indent="0">
              <a:lnSpc>
                <a:spcPct val="8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​"/>
              <a:defRPr sz="1600" b="0" i="0">
                <a:solidFill>
                  <a:schemeClr val="accent1"/>
                </a:solidFill>
                <a:latin typeface="+mn-lt"/>
              </a:defRPr>
            </a:lvl6pPr>
            <a:lvl7pPr marL="0" indent="0">
              <a:lnSpc>
                <a:spcPct val="8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​"/>
              <a:defRPr sz="1600" b="0" i="0">
                <a:solidFill>
                  <a:schemeClr val="bg1"/>
                </a:solidFill>
                <a:latin typeface="+mn-lt"/>
              </a:defRPr>
            </a:lvl7pPr>
            <a:lvl8pPr marL="0" indent="0">
              <a:lnSpc>
                <a:spcPct val="8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​"/>
              <a:defRPr sz="1600" b="0" i="0">
                <a:solidFill>
                  <a:schemeClr val="accent1"/>
                </a:solidFill>
                <a:latin typeface="+mn-lt"/>
              </a:defRPr>
            </a:lvl8pPr>
            <a:lvl9pPr marL="0" indent="0">
              <a:lnSpc>
                <a:spcPct val="8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​"/>
              <a:defRPr sz="1600" b="0" i="0">
                <a:solidFill>
                  <a:schemeClr val="bg1"/>
                </a:solidFill>
                <a:latin typeface="+mn-lt"/>
              </a:defRPr>
            </a:lvl9pPr>
          </a:lstStyle>
          <a:p>
            <a:pPr lvl="0"/>
            <a:r>
              <a:rPr lang="en-GB" noProof="0"/>
              <a:t>1.00</a:t>
            </a:r>
          </a:p>
          <a:p>
            <a:pPr lvl="1"/>
            <a:r>
              <a:rPr lang="en-GB" noProof="0"/>
              <a:t>2.00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</a:p>
          <a:p>
            <a:pPr lvl="5"/>
            <a:r>
              <a:rPr lang="en-GB" noProof="0"/>
              <a:t>6</a:t>
            </a:r>
          </a:p>
          <a:p>
            <a:pPr lvl="6"/>
            <a:r>
              <a:rPr lang="en-GB" noProof="0"/>
              <a:t>7</a:t>
            </a:r>
          </a:p>
          <a:p>
            <a:pPr lvl="7"/>
            <a:r>
              <a:rPr lang="en-GB" noProof="0"/>
              <a:t>8</a:t>
            </a:r>
          </a:p>
          <a:p>
            <a:pPr lvl="8"/>
            <a:r>
              <a:rPr lang="en-GB" noProof="0"/>
              <a:t>9</a:t>
            </a:r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7C354DE8-B49E-4B51-91DD-A34B6B5B17F0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671637" y="1943100"/>
            <a:ext cx="4546601" cy="3701025"/>
          </a:xfrm>
        </p:spPr>
        <p:txBody>
          <a:bodyPr/>
          <a:lstStyle>
            <a:lvl1pPr marL="0" indent="0">
              <a:lnSpc>
                <a:spcPct val="8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​"/>
              <a:defRPr sz="1600" b="0" i="0">
                <a:solidFill>
                  <a:schemeClr val="bg1"/>
                </a:solidFill>
                <a:latin typeface="+mn-lt"/>
              </a:defRPr>
            </a:lvl1pPr>
            <a:lvl2pPr marL="0" indent="0">
              <a:lnSpc>
                <a:spcPct val="8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​"/>
              <a:defRPr sz="1600" b="0" i="0">
                <a:solidFill>
                  <a:schemeClr val="accent1"/>
                </a:solidFill>
                <a:latin typeface="+mn-lt"/>
              </a:defRPr>
            </a:lvl2pPr>
            <a:lvl3pPr marL="0" indent="0">
              <a:lnSpc>
                <a:spcPct val="8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​"/>
              <a:defRPr sz="1600" b="0" i="0">
                <a:solidFill>
                  <a:schemeClr val="bg1"/>
                </a:solidFill>
                <a:latin typeface="+mn-lt"/>
              </a:defRPr>
            </a:lvl3pPr>
            <a:lvl4pPr marL="0" indent="0">
              <a:lnSpc>
                <a:spcPct val="8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​"/>
              <a:defRPr sz="1600" b="0" i="0">
                <a:solidFill>
                  <a:schemeClr val="accent1"/>
                </a:solidFill>
                <a:latin typeface="+mn-lt"/>
              </a:defRPr>
            </a:lvl4pPr>
            <a:lvl5pPr marL="0" indent="0">
              <a:lnSpc>
                <a:spcPct val="8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​"/>
              <a:defRPr sz="1600" b="0" i="0">
                <a:solidFill>
                  <a:schemeClr val="bg1"/>
                </a:solidFill>
                <a:latin typeface="+mn-lt"/>
              </a:defRPr>
            </a:lvl5pPr>
            <a:lvl6pPr marL="0" indent="0">
              <a:lnSpc>
                <a:spcPct val="8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​"/>
              <a:defRPr sz="1600" b="0" i="0">
                <a:solidFill>
                  <a:schemeClr val="accent1"/>
                </a:solidFill>
              </a:defRPr>
            </a:lvl6pPr>
            <a:lvl7pPr marL="0" indent="0">
              <a:lnSpc>
                <a:spcPct val="8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​"/>
              <a:defRPr sz="1600" b="0" i="0">
                <a:solidFill>
                  <a:schemeClr val="bg1"/>
                </a:solidFill>
              </a:defRPr>
            </a:lvl7pPr>
            <a:lvl8pPr marL="0" indent="0">
              <a:lnSpc>
                <a:spcPct val="8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​"/>
              <a:defRPr sz="1600" b="0" i="0">
                <a:solidFill>
                  <a:schemeClr val="accent1"/>
                </a:solidFill>
              </a:defRPr>
            </a:lvl8pPr>
            <a:lvl9pPr marL="0" indent="0">
              <a:lnSpc>
                <a:spcPct val="8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​"/>
              <a:defRPr sz="1600" b="0" i="0">
                <a:solidFill>
                  <a:schemeClr val="bg1"/>
                </a:solidFill>
              </a:defRPr>
            </a:lvl9pPr>
          </a:lstStyle>
          <a:p>
            <a:pPr lvl="0"/>
            <a:r>
              <a:rPr lang="en-GB" noProof="0"/>
              <a:t>Click to add text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</a:p>
          <a:p>
            <a:pPr lvl="5"/>
            <a:r>
              <a:rPr lang="en-GB" noProof="0"/>
              <a:t>6</a:t>
            </a:r>
          </a:p>
          <a:p>
            <a:pPr lvl="6"/>
            <a:r>
              <a:rPr lang="en-GB" noProof="0"/>
              <a:t>7</a:t>
            </a:r>
          </a:p>
          <a:p>
            <a:pPr lvl="7"/>
            <a:r>
              <a:rPr lang="en-GB" noProof="0"/>
              <a:t>8</a:t>
            </a:r>
          </a:p>
          <a:p>
            <a:pPr lvl="8"/>
            <a:r>
              <a:rPr lang="en-GB" noProof="0"/>
              <a:t>9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0622D19-DC71-4F90-AA62-D86E2AFEADC3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Insert presentation title via Header &amp; Footer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0AFC17B-5A74-4635-AFC9-1AEF46863139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43A204BC-C5BA-4EF4-ABC8-D45123A0C528}" type="slidenum">
              <a:rPr lang="en-GB" smtClean="0"/>
              <a:pPr/>
              <a:t>‹#›</a:t>
            </a:fld>
            <a:endParaRPr lang="en-GB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11D98D28-9108-4EC2-92D0-619C856BFFE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59676" y="6134617"/>
            <a:ext cx="1435438" cy="320697"/>
          </a:xfrm>
          <a:prstGeom prst="rect">
            <a:avLst/>
          </a:prstGeom>
        </p:spPr>
      </p:pic>
      <p:sp>
        <p:nvSpPr>
          <p:cNvPr id="6" name="Date Placeholder 5" hidden="1">
            <a:extLst>
              <a:ext uri="{FF2B5EF4-FFF2-40B4-BE49-F238E27FC236}">
                <a16:creationId xmlns:a16="http://schemas.microsoft.com/office/drawing/2014/main" id="{10320B85-9075-4BE3-80FE-A4FBA5B89417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>
                <a:noFill/>
              </a:defRPr>
            </a:lvl1pPr>
          </a:lstStyle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9831753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C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500063" y="2732088"/>
            <a:ext cx="5473700" cy="1816100"/>
          </a:xfrm>
        </p:spPr>
        <p:txBody>
          <a:bodyPr anchor="t"/>
          <a:lstStyle>
            <a:lvl1pPr algn="l">
              <a:defRPr sz="4000">
                <a:solidFill>
                  <a:schemeClr val="bg1"/>
                </a:solidFill>
              </a:defRPr>
            </a:lvl1pPr>
          </a:lstStyle>
          <a:p>
            <a:r>
              <a:rPr lang="en-GB"/>
              <a:t>Click to add title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0053EA21-14DD-464D-95CF-F4D04D57A477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98940" y="6112252"/>
            <a:ext cx="2629369" cy="140506"/>
          </a:xfrm>
        </p:spPr>
        <p:txBody>
          <a:bodyPr/>
          <a:lstStyle>
            <a:lvl1pPr marL="0" indent="0">
              <a:buNone/>
              <a:defRPr sz="900">
                <a:solidFill>
                  <a:schemeClr val="bg1"/>
                </a:solidFill>
              </a:defRPr>
            </a:lvl1pPr>
          </a:lstStyle>
          <a:p>
            <a:pPr lvl="0"/>
            <a:r>
              <a:rPr lang="en-GB"/>
              <a:t>Insert presenter’s name and surname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8922A9B-8A21-4C62-B8E0-4E57BCB7F23C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500997" y="6247262"/>
            <a:ext cx="2627312" cy="140910"/>
          </a:xfrm>
        </p:spPr>
        <p:txBody>
          <a:bodyPr wrap="none" lIns="0" tIns="0" rIns="0" bIns="0"/>
          <a:lstStyle>
            <a:lvl1pPr>
              <a:defRPr sz="900">
                <a:solidFill>
                  <a:schemeClr val="bg1"/>
                </a:solidFill>
              </a:defRPr>
            </a:lvl1pPr>
          </a:lstStyle>
          <a:p>
            <a:endParaRPr lang="en-GB"/>
          </a:p>
        </p:txBody>
      </p:sp>
      <p:sp>
        <p:nvSpPr>
          <p:cNvPr id="19" name="Footer Placeholder 18" hidden="1">
            <a:extLst>
              <a:ext uri="{FF2B5EF4-FFF2-40B4-BE49-F238E27FC236}">
                <a16:creationId xmlns:a16="http://schemas.microsoft.com/office/drawing/2014/main" id="{EF117A4B-54AF-45DE-842B-8168C527210F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0" y="6858000"/>
            <a:ext cx="0" cy="0"/>
          </a:xfrm>
        </p:spPr>
        <p:txBody>
          <a:bodyPr/>
          <a:lstStyle>
            <a:lvl1pPr>
              <a:defRPr sz="100">
                <a:noFill/>
              </a:defRPr>
            </a:lvl1pPr>
          </a:lstStyle>
          <a:p>
            <a:r>
              <a:rPr lang="en-GB"/>
              <a:t>Insert presentation title via Header &amp; Footer</a:t>
            </a:r>
          </a:p>
        </p:txBody>
      </p:sp>
      <p:sp>
        <p:nvSpPr>
          <p:cNvPr id="20" name="Slide Number Placeholder 19" hidden="1">
            <a:extLst>
              <a:ext uri="{FF2B5EF4-FFF2-40B4-BE49-F238E27FC236}">
                <a16:creationId xmlns:a16="http://schemas.microsoft.com/office/drawing/2014/main" id="{6BB5F837-CD41-4FEA-B45A-2B3A60DC7C20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0" y="6858000"/>
            <a:ext cx="0" cy="0"/>
          </a:xfrm>
        </p:spPr>
        <p:txBody>
          <a:bodyPr/>
          <a:lstStyle>
            <a:lvl1pPr>
              <a:defRPr sz="100">
                <a:noFill/>
              </a:defRPr>
            </a:lvl1pPr>
          </a:lstStyle>
          <a:p>
            <a:r>
              <a:rPr lang="en-GB"/>
              <a:t>.</a:t>
            </a:r>
          </a:p>
        </p:txBody>
      </p:sp>
      <p:pic>
        <p:nvPicPr>
          <p:cNvPr id="9" name="Logo">
            <a:extLst>
              <a:ext uri="{FF2B5EF4-FFF2-40B4-BE49-F238E27FC236}">
                <a16:creationId xmlns:a16="http://schemas.microsoft.com/office/drawing/2014/main" id="{7048F7A2-A910-4758-AA3D-CD67AF0CDE9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6747" y="6057799"/>
            <a:ext cx="1904400" cy="4254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449568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00063" y="501649"/>
            <a:ext cx="11190287" cy="93027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GB" noProof="0"/>
              <a:t>Click to add agenda/contents</a:t>
            </a:r>
          </a:p>
        </p:txBody>
      </p:sp>
      <p:sp>
        <p:nvSpPr>
          <p:cNvPr id="7" name="Text Placeholder 2"/>
          <p:cNvSpPr>
            <a:spLocks noGrp="1"/>
          </p:cNvSpPr>
          <p:nvPr>
            <p:ph type="body" sz="quarter" idx="13" hasCustomPrompt="1"/>
          </p:nvPr>
        </p:nvSpPr>
        <p:spPr>
          <a:xfrm>
            <a:off x="500062" y="1943101"/>
            <a:ext cx="954087" cy="3696826"/>
          </a:xfrm>
        </p:spPr>
        <p:txBody>
          <a:bodyPr/>
          <a:lstStyle>
            <a:lvl1pPr marL="0" indent="0">
              <a:lnSpc>
                <a:spcPct val="8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​"/>
              <a:defRPr sz="1600" b="0" i="0">
                <a:solidFill>
                  <a:schemeClr val="tx1"/>
                </a:solidFill>
                <a:latin typeface="+mn-lt"/>
              </a:defRPr>
            </a:lvl1pPr>
            <a:lvl2pPr marL="0" indent="0">
              <a:lnSpc>
                <a:spcPct val="8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​"/>
              <a:defRPr sz="1600" b="0" i="0">
                <a:solidFill>
                  <a:schemeClr val="accent1"/>
                </a:solidFill>
                <a:latin typeface="+mn-lt"/>
              </a:defRPr>
            </a:lvl2pPr>
            <a:lvl3pPr marL="0" indent="0">
              <a:lnSpc>
                <a:spcPct val="8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​"/>
              <a:defRPr sz="1600" b="0" i="0">
                <a:solidFill>
                  <a:schemeClr val="tx1"/>
                </a:solidFill>
                <a:latin typeface="+mn-lt"/>
              </a:defRPr>
            </a:lvl3pPr>
            <a:lvl4pPr marL="0" indent="0">
              <a:lnSpc>
                <a:spcPct val="8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​"/>
              <a:defRPr sz="1600" b="0" i="0">
                <a:solidFill>
                  <a:schemeClr val="accent1"/>
                </a:solidFill>
                <a:latin typeface="+mn-lt"/>
              </a:defRPr>
            </a:lvl4pPr>
            <a:lvl5pPr marL="0" indent="0">
              <a:lnSpc>
                <a:spcPct val="8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​"/>
              <a:defRPr sz="1600" b="0" i="0">
                <a:solidFill>
                  <a:schemeClr val="tx1"/>
                </a:solidFill>
                <a:latin typeface="+mn-lt"/>
              </a:defRPr>
            </a:lvl5pPr>
            <a:lvl6pPr marL="0" indent="0">
              <a:lnSpc>
                <a:spcPct val="8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​"/>
              <a:defRPr sz="1600" b="0" i="0">
                <a:solidFill>
                  <a:schemeClr val="accent1"/>
                </a:solidFill>
                <a:latin typeface="+mn-lt"/>
              </a:defRPr>
            </a:lvl6pPr>
            <a:lvl7pPr marL="0" indent="0">
              <a:lnSpc>
                <a:spcPct val="8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​"/>
              <a:defRPr sz="1600" b="0" i="0">
                <a:solidFill>
                  <a:schemeClr val="tx1"/>
                </a:solidFill>
                <a:latin typeface="+mn-lt"/>
              </a:defRPr>
            </a:lvl7pPr>
            <a:lvl8pPr marL="0" indent="0">
              <a:lnSpc>
                <a:spcPct val="8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​"/>
              <a:defRPr sz="1600" b="0" i="0">
                <a:solidFill>
                  <a:schemeClr val="accent1"/>
                </a:solidFill>
                <a:latin typeface="+mn-lt"/>
              </a:defRPr>
            </a:lvl8pPr>
            <a:lvl9pPr marL="0" indent="0">
              <a:lnSpc>
                <a:spcPct val="8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​"/>
              <a:defRPr sz="1600" b="0" i="0">
                <a:solidFill>
                  <a:schemeClr val="tx1"/>
                </a:solidFill>
                <a:latin typeface="+mn-lt"/>
              </a:defRPr>
            </a:lvl9pPr>
          </a:lstStyle>
          <a:p>
            <a:pPr lvl="0"/>
            <a:r>
              <a:rPr lang="en-GB" noProof="0"/>
              <a:t>1.00</a:t>
            </a:r>
          </a:p>
          <a:p>
            <a:pPr lvl="1"/>
            <a:r>
              <a:rPr lang="en-GB" noProof="0"/>
              <a:t>2.00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</a:p>
          <a:p>
            <a:pPr lvl="5"/>
            <a:r>
              <a:rPr lang="en-GB" noProof="0"/>
              <a:t>6</a:t>
            </a:r>
          </a:p>
          <a:p>
            <a:pPr lvl="6"/>
            <a:r>
              <a:rPr lang="en-GB" noProof="0"/>
              <a:t>7</a:t>
            </a:r>
          </a:p>
          <a:p>
            <a:pPr lvl="7"/>
            <a:r>
              <a:rPr lang="en-GB" noProof="0"/>
              <a:t>8</a:t>
            </a:r>
          </a:p>
          <a:p>
            <a:pPr lvl="8"/>
            <a:r>
              <a:rPr lang="en-GB" noProof="0"/>
              <a:t>9</a:t>
            </a:r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7C354DE8-B49E-4B51-91DD-A34B6B5B17F0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671637" y="1943101"/>
            <a:ext cx="4546601" cy="3696826"/>
          </a:xfrm>
        </p:spPr>
        <p:txBody>
          <a:bodyPr/>
          <a:lstStyle>
            <a:lvl1pPr marL="0" indent="0">
              <a:lnSpc>
                <a:spcPct val="8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​"/>
              <a:defRPr sz="1600" b="0" i="0">
                <a:solidFill>
                  <a:schemeClr val="tx1"/>
                </a:solidFill>
                <a:latin typeface="+mn-lt"/>
              </a:defRPr>
            </a:lvl1pPr>
            <a:lvl2pPr marL="0" indent="0">
              <a:lnSpc>
                <a:spcPct val="8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​"/>
              <a:defRPr sz="1600" b="0" i="0">
                <a:solidFill>
                  <a:schemeClr val="accent1"/>
                </a:solidFill>
                <a:latin typeface="+mn-lt"/>
              </a:defRPr>
            </a:lvl2pPr>
            <a:lvl3pPr marL="0" indent="0">
              <a:lnSpc>
                <a:spcPct val="8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​"/>
              <a:defRPr sz="1600" b="0" i="0">
                <a:solidFill>
                  <a:schemeClr val="tx1"/>
                </a:solidFill>
                <a:latin typeface="+mn-lt"/>
              </a:defRPr>
            </a:lvl3pPr>
            <a:lvl4pPr marL="0" indent="0">
              <a:lnSpc>
                <a:spcPct val="8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​"/>
              <a:defRPr sz="1600" b="0" i="0">
                <a:solidFill>
                  <a:schemeClr val="accent1"/>
                </a:solidFill>
                <a:latin typeface="+mn-lt"/>
              </a:defRPr>
            </a:lvl4pPr>
            <a:lvl5pPr marL="0" indent="0">
              <a:lnSpc>
                <a:spcPct val="8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​"/>
              <a:defRPr sz="1600" b="0" i="0">
                <a:solidFill>
                  <a:schemeClr val="tx1"/>
                </a:solidFill>
                <a:latin typeface="+mn-lt"/>
              </a:defRPr>
            </a:lvl5pPr>
            <a:lvl6pPr marL="0" indent="0">
              <a:lnSpc>
                <a:spcPct val="8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​"/>
              <a:defRPr sz="1600" b="0" i="0">
                <a:solidFill>
                  <a:schemeClr val="accent1"/>
                </a:solidFill>
              </a:defRPr>
            </a:lvl6pPr>
            <a:lvl7pPr marL="0" indent="0">
              <a:lnSpc>
                <a:spcPct val="8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​"/>
              <a:defRPr sz="1600" b="0" i="0">
                <a:solidFill>
                  <a:schemeClr val="tx1"/>
                </a:solidFill>
              </a:defRPr>
            </a:lvl7pPr>
            <a:lvl8pPr marL="0" indent="0">
              <a:lnSpc>
                <a:spcPct val="8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​"/>
              <a:defRPr sz="1600" b="0" i="0">
                <a:solidFill>
                  <a:schemeClr val="accent1"/>
                </a:solidFill>
              </a:defRPr>
            </a:lvl8pPr>
            <a:lvl9pPr marL="0" indent="0">
              <a:lnSpc>
                <a:spcPct val="8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​"/>
              <a:defRPr sz="1600" b="0" i="0">
                <a:solidFill>
                  <a:schemeClr val="tx1"/>
                </a:solidFill>
              </a:defRPr>
            </a:lvl9pPr>
          </a:lstStyle>
          <a:p>
            <a:pPr lvl="0"/>
            <a:r>
              <a:rPr lang="en-GB" noProof="0"/>
              <a:t>Click to add text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</a:p>
          <a:p>
            <a:pPr lvl="5"/>
            <a:r>
              <a:rPr lang="en-GB" noProof="0"/>
              <a:t>6</a:t>
            </a:r>
          </a:p>
          <a:p>
            <a:pPr lvl="6"/>
            <a:r>
              <a:rPr lang="en-GB" noProof="0"/>
              <a:t>7</a:t>
            </a:r>
          </a:p>
          <a:p>
            <a:pPr lvl="7"/>
            <a:r>
              <a:rPr lang="en-GB" noProof="0"/>
              <a:t>8</a:t>
            </a:r>
          </a:p>
          <a:p>
            <a:pPr lvl="8"/>
            <a:r>
              <a:rPr lang="en-GB" noProof="0"/>
              <a:t>9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0622D19-DC71-4F90-AA62-D86E2AFEADC3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GB"/>
              <a:t>Insert presentation title via Header &amp; Footer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0AFC17B-5A74-4635-AFC9-1AEF46863139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43A204BC-C5BA-4EF4-ABC8-D45123A0C528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6" name="Date Placeholder 5" hidden="1">
            <a:extLst>
              <a:ext uri="{FF2B5EF4-FFF2-40B4-BE49-F238E27FC236}">
                <a16:creationId xmlns:a16="http://schemas.microsoft.com/office/drawing/2014/main" id="{10320B85-9075-4BE3-80FE-A4FBA5B89417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>
                <a:noFill/>
              </a:defRPr>
            </a:lvl1pPr>
          </a:lstStyle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3164299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duction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C76334-9261-4B58-9174-1059920D6CE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0400" y="501649"/>
            <a:ext cx="5484476" cy="1990726"/>
          </a:xfrm>
        </p:spPr>
        <p:txBody>
          <a:bodyPr/>
          <a:lstStyle>
            <a:lvl1pPr marL="0" indent="0">
              <a:buFontTx/>
              <a:buNone/>
              <a:tabLst>
                <a:tab pos="936000" algn="l"/>
              </a:tabLst>
              <a:defRPr sz="4000"/>
            </a:lvl1pPr>
          </a:lstStyle>
          <a:p>
            <a:r>
              <a:rPr lang="en-GB" noProof="0"/>
              <a:t>Click to add title, tab for first line indent</a:t>
            </a:r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097E6BB-0526-4ECF-A7B6-F012FA93D06B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GB"/>
              <a:t>Insert presentation title via Header &amp; Footer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8AE9849-36F9-4EC3-BE81-D2FC41D399A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3A204BC-C5BA-4EF4-ABC8-D45123A0C528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ECB67E9-4625-4D5C-A0BB-D895986FA297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6CBAD38D-0859-4790-A878-F926B90F35C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314825" y="3521075"/>
            <a:ext cx="7375525" cy="2116138"/>
          </a:xfrm>
        </p:spPr>
        <p:txBody>
          <a:bodyPr/>
          <a:lstStyle>
            <a:lvl1pPr marL="0" indent="0">
              <a:spcAft>
                <a:spcPts val="0"/>
              </a:spcAft>
              <a:buFont typeface="Arial" panose="020B0604020202020204" pitchFamily="34" charset="0"/>
              <a:buChar char="​"/>
              <a:defRPr sz="2400">
                <a:latin typeface="+mj-lt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2400">
                <a:solidFill>
                  <a:schemeClr val="accent1"/>
                </a:solidFill>
                <a:latin typeface="+mj-lt"/>
              </a:defRPr>
            </a:lvl2pPr>
            <a:lvl3pPr marL="180000" indent="-180000">
              <a:defRPr sz="16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0117209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00063" y="501649"/>
            <a:ext cx="6675437" cy="930275"/>
          </a:xfrm>
        </p:spPr>
        <p:txBody>
          <a:bodyPr/>
          <a:lstStyle>
            <a:lvl1pPr>
              <a:defRPr/>
            </a:lvl1pPr>
          </a:lstStyle>
          <a:p>
            <a:r>
              <a:rPr lang="en-GB" noProof="0"/>
              <a:t>Click to add title</a:t>
            </a:r>
          </a:p>
        </p:txBody>
      </p:sp>
      <p:sp>
        <p:nvSpPr>
          <p:cNvPr id="7" name="Content Placeholder 2"/>
          <p:cNvSpPr>
            <a:spLocks noGrp="1"/>
          </p:cNvSpPr>
          <p:nvPr>
            <p:ph sz="quarter" idx="13" hasCustomPrompt="1"/>
          </p:nvPr>
        </p:nvSpPr>
        <p:spPr>
          <a:xfrm>
            <a:off x="500063" y="1943100"/>
            <a:ext cx="6675437" cy="3694113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GB" noProof="0"/>
              <a:t>Click to add text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</a:p>
        </p:txBody>
      </p:sp>
      <p:sp>
        <p:nvSpPr>
          <p:cNvPr id="23" name="Picture Placeholder 3"/>
          <p:cNvSpPr>
            <a:spLocks noGrp="1"/>
          </p:cNvSpPr>
          <p:nvPr>
            <p:ph type="pic" sz="quarter" idx="14" hasCustomPrompt="1"/>
          </p:nvPr>
        </p:nvSpPr>
        <p:spPr>
          <a:xfrm>
            <a:off x="8129587" y="501650"/>
            <a:ext cx="3560763" cy="5135563"/>
          </a:xfrm>
        </p:spPr>
        <p:txBody>
          <a:bodyPr tIns="72000" anchor="t" anchorCtr="0"/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1200"/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Click here and insert picture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56DACA2-719F-4647-9BA8-281A8F2BFCA5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GB"/>
              <a:t>Insert presentation title via Header &amp; Footer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DAB2A36-6220-480C-B58F-CFF0A15787CF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43A204BC-C5BA-4EF4-ABC8-D45123A0C528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6" name="Date Placeholder 5" hidden="1">
            <a:extLst>
              <a:ext uri="{FF2B5EF4-FFF2-40B4-BE49-F238E27FC236}">
                <a16:creationId xmlns:a16="http://schemas.microsoft.com/office/drawing/2014/main" id="{BC8FE318-906F-4EA5-9B25-B9CA26679122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6599891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00063" y="501649"/>
            <a:ext cx="11188700" cy="930275"/>
          </a:xfrm>
        </p:spPr>
        <p:txBody>
          <a:bodyPr/>
          <a:lstStyle>
            <a:lvl1pPr>
              <a:defRPr/>
            </a:lvl1pPr>
          </a:lstStyle>
          <a:p>
            <a:r>
              <a:rPr lang="en-GB" noProof="0"/>
              <a:t>Click to add title</a:t>
            </a:r>
          </a:p>
        </p:txBody>
      </p:sp>
      <p:sp>
        <p:nvSpPr>
          <p:cNvPr id="7" name="Content Placeholder 2"/>
          <p:cNvSpPr>
            <a:spLocks noGrp="1"/>
          </p:cNvSpPr>
          <p:nvPr>
            <p:ph sz="quarter" idx="13" hasCustomPrompt="1"/>
          </p:nvPr>
        </p:nvSpPr>
        <p:spPr>
          <a:xfrm>
            <a:off x="500063" y="1943100"/>
            <a:ext cx="6675437" cy="3694113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GB" noProof="0"/>
              <a:t>Click to add text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</a:p>
        </p:txBody>
      </p:sp>
      <p:sp>
        <p:nvSpPr>
          <p:cNvPr id="23" name="Picture Placeholder 3"/>
          <p:cNvSpPr>
            <a:spLocks noGrp="1"/>
          </p:cNvSpPr>
          <p:nvPr>
            <p:ph type="pic" sz="quarter" idx="14" hasCustomPrompt="1"/>
          </p:nvPr>
        </p:nvSpPr>
        <p:spPr>
          <a:xfrm>
            <a:off x="8129587" y="1943100"/>
            <a:ext cx="3560763" cy="3694113"/>
          </a:xfrm>
        </p:spPr>
        <p:txBody>
          <a:bodyPr tIns="72000" anchor="t" anchorCtr="0"/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1200"/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Click here and insert picture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56DACA2-719F-4647-9BA8-281A8F2BFCA5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GB"/>
              <a:t>Insert presentation title via Header &amp; Footer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DAB2A36-6220-480C-B58F-CFF0A15787CF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43A204BC-C5BA-4EF4-ABC8-D45123A0C528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6" name="Date Placeholder 5" hidden="1">
            <a:extLst>
              <a:ext uri="{FF2B5EF4-FFF2-40B4-BE49-F238E27FC236}">
                <a16:creationId xmlns:a16="http://schemas.microsoft.com/office/drawing/2014/main" id="{BC8FE318-906F-4EA5-9B25-B9CA26679122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9332957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00063" y="501649"/>
            <a:ext cx="11190287" cy="930275"/>
          </a:xfrm>
        </p:spPr>
        <p:txBody>
          <a:bodyPr/>
          <a:lstStyle>
            <a:lvl1pPr>
              <a:defRPr/>
            </a:lvl1pPr>
          </a:lstStyle>
          <a:p>
            <a:r>
              <a:rPr lang="en-GB"/>
              <a:t>Click to add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500063" y="1943099"/>
            <a:ext cx="5464800" cy="3694879"/>
          </a:xfrm>
          <a:solidFill>
            <a:schemeClr val="bg1"/>
          </a:solidFill>
        </p:spPr>
        <p:txBody>
          <a:bodyPr/>
          <a:lstStyle>
            <a:lvl1pPr>
              <a:defRPr/>
            </a:lvl1pPr>
          </a:lstStyle>
          <a:p>
            <a:pPr lvl="0"/>
            <a:r>
              <a:rPr lang="en-GB"/>
              <a:t>Click to add text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6225550" y="1943099"/>
            <a:ext cx="5464800" cy="3694879"/>
          </a:xfrm>
          <a:solidFill>
            <a:schemeClr val="bg1"/>
          </a:solidFill>
        </p:spPr>
        <p:txBody>
          <a:bodyPr/>
          <a:lstStyle>
            <a:lvl1pPr>
              <a:defRPr/>
            </a:lvl1pPr>
          </a:lstStyle>
          <a:p>
            <a:pPr lvl="0"/>
            <a:r>
              <a:rPr lang="en-GB"/>
              <a:t>Click to add text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18C6ED01-FBEF-43FA-9DEC-6C188F0B9998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GB"/>
              <a:t>Insert presentation title via Header &amp; Footer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E56BDAC3-1A7D-4E21-85A0-10315A7DA9F4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43A204BC-C5BA-4EF4-ABC8-D45123A0C528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1" name="Date Placeholder 10" hidden="1">
            <a:extLst>
              <a:ext uri="{FF2B5EF4-FFF2-40B4-BE49-F238E27FC236}">
                <a16:creationId xmlns:a16="http://schemas.microsoft.com/office/drawing/2014/main" id="{C8F53383-3780-4626-A2BE-E67BBD0A1DFE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8827502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00063" y="501649"/>
            <a:ext cx="11190287" cy="930275"/>
          </a:xfrm>
        </p:spPr>
        <p:txBody>
          <a:bodyPr/>
          <a:lstStyle>
            <a:lvl1pPr>
              <a:defRPr/>
            </a:lvl1pPr>
          </a:lstStyle>
          <a:p>
            <a:r>
              <a:rPr lang="en-GB"/>
              <a:t>Click to add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500063" y="1943100"/>
            <a:ext cx="3578225" cy="3694878"/>
          </a:xfrm>
          <a:solidFill>
            <a:schemeClr val="bg1"/>
          </a:solidFill>
        </p:spPr>
        <p:txBody>
          <a:bodyPr/>
          <a:lstStyle>
            <a:lvl1pPr>
              <a:defRPr/>
            </a:lvl1pPr>
          </a:lstStyle>
          <a:p>
            <a:pPr lvl="0"/>
            <a:r>
              <a:rPr lang="en-GB"/>
              <a:t>Click to add text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4314825" y="1943100"/>
            <a:ext cx="7375525" cy="3694878"/>
          </a:xfrm>
          <a:solidFill>
            <a:schemeClr val="bg1"/>
          </a:solidFill>
        </p:spPr>
        <p:txBody>
          <a:bodyPr/>
          <a:lstStyle>
            <a:lvl1pPr>
              <a:defRPr/>
            </a:lvl1pPr>
          </a:lstStyle>
          <a:p>
            <a:pPr lvl="0"/>
            <a:r>
              <a:rPr lang="en-GB"/>
              <a:t>Click to add text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18C6ED01-FBEF-43FA-9DEC-6C188F0B9998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GB"/>
              <a:t>Insert presentation title via Header &amp; Footer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E56BDAC3-1A7D-4E21-85A0-10315A7DA9F4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43A204BC-C5BA-4EF4-ABC8-D45123A0C528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1" name="Date Placeholder 10" hidden="1">
            <a:extLst>
              <a:ext uri="{FF2B5EF4-FFF2-40B4-BE49-F238E27FC236}">
                <a16:creationId xmlns:a16="http://schemas.microsoft.com/office/drawing/2014/main" id="{C8F53383-3780-4626-A2BE-E67BBD0A1DFE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4905477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and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00063" y="501649"/>
            <a:ext cx="6675437" cy="930275"/>
          </a:xfrm>
        </p:spPr>
        <p:txBody>
          <a:bodyPr/>
          <a:lstStyle>
            <a:lvl1pPr>
              <a:defRPr/>
            </a:lvl1pPr>
          </a:lstStyle>
          <a:p>
            <a:r>
              <a:rPr lang="en-GB" noProof="0"/>
              <a:t>Click to add title</a:t>
            </a:r>
          </a:p>
        </p:txBody>
      </p:sp>
      <p:sp>
        <p:nvSpPr>
          <p:cNvPr id="7" name="Content Placeholder 2"/>
          <p:cNvSpPr>
            <a:spLocks noGrp="1"/>
          </p:cNvSpPr>
          <p:nvPr>
            <p:ph sz="quarter" idx="13" hasCustomPrompt="1"/>
          </p:nvPr>
        </p:nvSpPr>
        <p:spPr>
          <a:xfrm>
            <a:off x="500063" y="1943101"/>
            <a:ext cx="6675437" cy="14859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GB" noProof="0"/>
              <a:t>Click to add text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</a:p>
        </p:txBody>
      </p:sp>
      <p:sp>
        <p:nvSpPr>
          <p:cNvPr id="23" name="Picture Placeholder 3"/>
          <p:cNvSpPr>
            <a:spLocks noGrp="1"/>
          </p:cNvSpPr>
          <p:nvPr>
            <p:ph type="pic" sz="quarter" idx="14" hasCustomPrompt="1"/>
          </p:nvPr>
        </p:nvSpPr>
        <p:spPr>
          <a:xfrm>
            <a:off x="8129587" y="501650"/>
            <a:ext cx="3560763" cy="5135563"/>
          </a:xfrm>
        </p:spPr>
        <p:txBody>
          <a:bodyPr tIns="72000" anchor="t" anchorCtr="0"/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1200"/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Click here and insert picture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56DACA2-719F-4647-9BA8-281A8F2BFCA5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GB"/>
              <a:t>Insert presentation title via Header &amp; Footer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DAB2A36-6220-480C-B58F-CFF0A15787CF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43A204BC-C5BA-4EF4-ABC8-D45123A0C528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6" name="Date Placeholder 5" hidden="1">
            <a:extLst>
              <a:ext uri="{FF2B5EF4-FFF2-40B4-BE49-F238E27FC236}">
                <a16:creationId xmlns:a16="http://schemas.microsoft.com/office/drawing/2014/main" id="{BC8FE318-906F-4EA5-9B25-B9CA26679122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CA9E8C0B-1C97-4D16-9DD8-EB4FE101D0F5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493714" y="4070350"/>
            <a:ext cx="6675436" cy="1566863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GB" noProof="0"/>
              <a:t>Click to add text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30730281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00063" y="501649"/>
            <a:ext cx="11209537" cy="930275"/>
          </a:xfrm>
        </p:spPr>
        <p:txBody>
          <a:bodyPr/>
          <a:lstStyle>
            <a:lvl1pPr>
              <a:defRPr/>
            </a:lvl1pPr>
          </a:lstStyle>
          <a:p>
            <a:r>
              <a:rPr lang="en-GB"/>
              <a:t>Click to add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500063" y="1950097"/>
            <a:ext cx="3560736" cy="3687881"/>
          </a:xfrm>
          <a:solidFill>
            <a:schemeClr val="bg1"/>
          </a:solidFill>
        </p:spPr>
        <p:txBody>
          <a:bodyPr/>
          <a:lstStyle>
            <a:lvl1pPr>
              <a:defRPr/>
            </a:lvl1pPr>
          </a:lstStyle>
          <a:p>
            <a:pPr lvl="0"/>
            <a:r>
              <a:rPr lang="en-GB"/>
              <a:t>Click to add text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4326138" y="1950097"/>
            <a:ext cx="3560736" cy="3687881"/>
          </a:xfrm>
          <a:solidFill>
            <a:schemeClr val="bg1"/>
          </a:solidFill>
        </p:spPr>
        <p:txBody>
          <a:bodyPr/>
          <a:lstStyle>
            <a:lvl1pPr>
              <a:defRPr/>
            </a:lvl1pPr>
          </a:lstStyle>
          <a:p>
            <a:pPr lvl="0"/>
            <a:r>
              <a:rPr lang="en-GB"/>
              <a:t>Click to add text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43327ACD-F89A-484C-8B15-F2161D2D5BCB}"/>
              </a:ext>
            </a:extLst>
          </p:cNvPr>
          <p:cNvSpPr>
            <a:spLocks noGrp="1"/>
          </p:cNvSpPr>
          <p:nvPr>
            <p:ph sz="half" idx="13" hasCustomPrompt="1"/>
          </p:nvPr>
        </p:nvSpPr>
        <p:spPr>
          <a:xfrm>
            <a:off x="8131175" y="1968500"/>
            <a:ext cx="3559175" cy="3669478"/>
          </a:xfrm>
          <a:solidFill>
            <a:schemeClr val="bg1"/>
          </a:solidFill>
        </p:spPr>
        <p:txBody>
          <a:bodyPr/>
          <a:lstStyle>
            <a:lvl1pPr>
              <a:defRPr/>
            </a:lvl1pPr>
          </a:lstStyle>
          <a:p>
            <a:pPr lvl="0"/>
            <a:r>
              <a:rPr lang="en-GB"/>
              <a:t>Click to add text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18C6ED01-FBEF-43FA-9DEC-6C188F0B9998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GB"/>
              <a:t>Insert presentation title via Header &amp; Footer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E56BDAC3-1A7D-4E21-85A0-10315A7DA9F4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43A204BC-C5BA-4EF4-ABC8-D45123A0C528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1" name="Date Placeholder 10" hidden="1">
            <a:extLst>
              <a:ext uri="{FF2B5EF4-FFF2-40B4-BE49-F238E27FC236}">
                <a16:creationId xmlns:a16="http://schemas.microsoft.com/office/drawing/2014/main" id="{C8F53383-3780-4626-A2BE-E67BBD0A1DFE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6685425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content 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00063" y="501649"/>
            <a:ext cx="11209537" cy="930275"/>
          </a:xfrm>
        </p:spPr>
        <p:txBody>
          <a:bodyPr/>
          <a:lstStyle>
            <a:lvl1pPr>
              <a:defRPr/>
            </a:lvl1pPr>
          </a:lstStyle>
          <a:p>
            <a:r>
              <a:rPr lang="en-GB"/>
              <a:t>Click to add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500063" y="1950097"/>
            <a:ext cx="2620800" cy="3687881"/>
          </a:xfrm>
          <a:solidFill>
            <a:schemeClr val="bg1"/>
          </a:solidFill>
        </p:spPr>
        <p:txBody>
          <a:bodyPr/>
          <a:lstStyle>
            <a:lvl1pPr>
              <a:defRPr/>
            </a:lvl1pPr>
          </a:lstStyle>
          <a:p>
            <a:pPr lvl="0"/>
            <a:r>
              <a:rPr lang="en-GB"/>
              <a:t>Click to add text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3360738" y="1950097"/>
            <a:ext cx="2619375" cy="3687881"/>
          </a:xfrm>
          <a:solidFill>
            <a:schemeClr val="bg1"/>
          </a:solidFill>
        </p:spPr>
        <p:txBody>
          <a:bodyPr/>
          <a:lstStyle>
            <a:lvl1pPr>
              <a:defRPr/>
            </a:lvl1pPr>
          </a:lstStyle>
          <a:p>
            <a:pPr lvl="0"/>
            <a:r>
              <a:rPr lang="en-GB"/>
              <a:t>Click to add text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43327ACD-F89A-484C-8B15-F2161D2D5BCB}"/>
              </a:ext>
            </a:extLst>
          </p:cNvPr>
          <p:cNvSpPr>
            <a:spLocks noGrp="1"/>
          </p:cNvSpPr>
          <p:nvPr>
            <p:ph sz="half" idx="13" hasCustomPrompt="1"/>
          </p:nvPr>
        </p:nvSpPr>
        <p:spPr>
          <a:xfrm>
            <a:off x="6219989" y="1950097"/>
            <a:ext cx="2619375" cy="3687881"/>
          </a:xfrm>
          <a:solidFill>
            <a:schemeClr val="bg1"/>
          </a:solidFill>
        </p:spPr>
        <p:txBody>
          <a:bodyPr/>
          <a:lstStyle>
            <a:lvl1pPr>
              <a:defRPr/>
            </a:lvl1pPr>
          </a:lstStyle>
          <a:p>
            <a:pPr lvl="0"/>
            <a:r>
              <a:rPr lang="en-GB"/>
              <a:t>Click to add text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18C6ED01-FBEF-43FA-9DEC-6C188F0B9998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GB"/>
              <a:t>Insert presentation title via Header &amp; Footer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E56BDAC3-1A7D-4E21-85A0-10315A7DA9F4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43A204BC-C5BA-4EF4-ABC8-D45123A0C528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1" name="Date Placeholder 10" hidden="1">
            <a:extLst>
              <a:ext uri="{FF2B5EF4-FFF2-40B4-BE49-F238E27FC236}">
                <a16:creationId xmlns:a16="http://schemas.microsoft.com/office/drawing/2014/main" id="{C8F53383-3780-4626-A2BE-E67BBD0A1DFE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8059DA8A-4391-4F2F-8A22-F32154823E87}"/>
              </a:ext>
            </a:extLst>
          </p:cNvPr>
          <p:cNvSpPr>
            <a:spLocks noGrp="1"/>
          </p:cNvSpPr>
          <p:nvPr>
            <p:ph sz="half" idx="17" hasCustomPrompt="1"/>
          </p:nvPr>
        </p:nvSpPr>
        <p:spPr>
          <a:xfrm>
            <a:off x="9069388" y="1950097"/>
            <a:ext cx="2619375" cy="3687881"/>
          </a:xfrm>
          <a:solidFill>
            <a:schemeClr val="bg1"/>
          </a:solidFill>
        </p:spPr>
        <p:txBody>
          <a:bodyPr/>
          <a:lstStyle>
            <a:lvl1pPr>
              <a:defRPr/>
            </a:lvl1pPr>
          </a:lstStyle>
          <a:p>
            <a:pPr lvl="0"/>
            <a:r>
              <a:rPr lang="en-GB"/>
              <a:t>Click to add text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020301451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ulleted list with numbers 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00064" y="412442"/>
            <a:ext cx="11188800" cy="719138"/>
          </a:xfrm>
        </p:spPr>
        <p:txBody>
          <a:bodyPr/>
          <a:lstStyle>
            <a:lvl1pPr>
              <a:defRPr sz="2400"/>
            </a:lvl1pPr>
          </a:lstStyle>
          <a:p>
            <a:r>
              <a:rPr lang="en-GB" noProof="0"/>
              <a:t>Click to add title</a:t>
            </a:r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C5027FDC-6FFF-4553-A164-9D1EA73663F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00064" y="1943099"/>
            <a:ext cx="715961" cy="3694113"/>
          </a:xfrm>
        </p:spPr>
        <p:txBody>
          <a:bodyPr/>
          <a:lstStyle>
            <a:lvl1pPr marL="0" indent="0">
              <a:spcAft>
                <a:spcPts val="2400"/>
              </a:spcAft>
              <a:buNone/>
              <a:defRPr lang="en-US" sz="2800" kern="1200" dirty="0" smtClean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GB"/>
              <a:t>01 -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7049ABFC-94E9-40A1-97A7-B001CEAD3292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454148" y="1943099"/>
            <a:ext cx="9302400" cy="3694113"/>
          </a:xfrm>
        </p:spPr>
        <p:txBody>
          <a:bodyPr/>
          <a:lstStyle>
            <a:lvl1pPr marL="0" indent="0">
              <a:spcAft>
                <a:spcPts val="2400"/>
              </a:spcAft>
              <a:buNone/>
              <a:defRPr lang="en-US" sz="2800" kern="1200" dirty="0" smtClean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GB" noProof="0"/>
              <a:t>Click to add text</a:t>
            </a:r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56DACA2-719F-4647-9BA8-281A8F2BFCA5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GB"/>
              <a:t>Insert presentation title via Header &amp; Footer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DAB2A36-6220-480C-B58F-CFF0A15787CF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43A204BC-C5BA-4EF4-ABC8-D45123A0C528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6" name="Date Placeholder 5" hidden="1">
            <a:extLst>
              <a:ext uri="{FF2B5EF4-FFF2-40B4-BE49-F238E27FC236}">
                <a16:creationId xmlns:a16="http://schemas.microsoft.com/office/drawing/2014/main" id="{BC8FE318-906F-4EA5-9B25-B9CA26679122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99507043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ulleted list with numbers 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ackground">
            <a:extLst>
              <a:ext uri="{FF2B5EF4-FFF2-40B4-BE49-F238E27FC236}">
                <a16:creationId xmlns:a16="http://schemas.microsoft.com/office/drawing/2014/main" id="{A5975426-E16F-4D12-98B6-8FE2A0F7895B}"/>
              </a:ext>
            </a:extLst>
          </p:cNvPr>
          <p:cNvSpPr/>
          <p:nvPr userDrawn="1"/>
        </p:nvSpPr>
        <p:spPr>
          <a:xfrm>
            <a:off x="0" y="0"/>
            <a:ext cx="12190476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37600" tIns="237600" rIns="237600" bIns="237600" rtlCol="0" anchor="ctr"/>
          <a:lstStyle/>
          <a:p>
            <a:pPr algn="ctr"/>
            <a:endParaRPr lang="en-GB" sz="2000" noProof="0" err="1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00064" y="412442"/>
            <a:ext cx="11190286" cy="719138"/>
          </a:xfrm>
        </p:spPr>
        <p:txBody>
          <a:bodyPr/>
          <a:lstStyle>
            <a:lvl1pPr>
              <a:defRPr sz="2400">
                <a:solidFill>
                  <a:schemeClr val="bg1"/>
                </a:solidFill>
              </a:defRPr>
            </a:lvl1pPr>
          </a:lstStyle>
          <a:p>
            <a:r>
              <a:rPr lang="en-GB" noProof="0"/>
              <a:t>Click to add title</a:t>
            </a:r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C5027FDC-6FFF-4553-A164-9D1EA73663F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00064" y="1943099"/>
            <a:ext cx="715961" cy="3694113"/>
          </a:xfrm>
        </p:spPr>
        <p:txBody>
          <a:bodyPr/>
          <a:lstStyle>
            <a:lvl1pPr marL="0" indent="0">
              <a:spcAft>
                <a:spcPts val="2400"/>
              </a:spcAft>
              <a:buNone/>
              <a:defRPr lang="en-US" sz="28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GB"/>
              <a:t>01 -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7049ABFC-94E9-40A1-97A7-B001CEAD3292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454149" y="1943099"/>
            <a:ext cx="9301164" cy="3694113"/>
          </a:xfrm>
        </p:spPr>
        <p:txBody>
          <a:bodyPr/>
          <a:lstStyle>
            <a:lvl1pPr marL="0" indent="0">
              <a:spcAft>
                <a:spcPts val="2400"/>
              </a:spcAft>
              <a:buNone/>
              <a:defRPr lang="en-US" sz="28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GB" noProof="0"/>
              <a:t>Click to add text</a:t>
            </a:r>
            <a:endParaRPr lang="en-GB"/>
          </a:p>
        </p:txBody>
      </p:sp>
      <p:pic>
        <p:nvPicPr>
          <p:cNvPr id="24" name="Logo">
            <a:extLst>
              <a:ext uri="{FF2B5EF4-FFF2-40B4-BE49-F238E27FC236}">
                <a16:creationId xmlns:a16="http://schemas.microsoft.com/office/drawing/2014/main" id="{1E4FBBA8-C15E-48AA-A048-FDFD4E9C671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59676" y="6134617"/>
            <a:ext cx="1435438" cy="320697"/>
          </a:xfrm>
          <a:prstGeom prst="rect">
            <a:avLst/>
          </a:prstGeom>
        </p:spPr>
      </p:pic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56DACA2-719F-4647-9BA8-281A8F2BFCA5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Insert presentation title via Header &amp; Footer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DAB2A36-6220-480C-B58F-CFF0A15787CF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43A204BC-C5BA-4EF4-ABC8-D45123A0C528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6" name="Date Placeholder 5" hidden="1">
            <a:extLst>
              <a:ext uri="{FF2B5EF4-FFF2-40B4-BE49-F238E27FC236}">
                <a16:creationId xmlns:a16="http://schemas.microsoft.com/office/drawing/2014/main" id="{BC8FE318-906F-4EA5-9B25-B9CA26679122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00392747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ighlight mess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ackground">
            <a:extLst>
              <a:ext uri="{FF2B5EF4-FFF2-40B4-BE49-F238E27FC236}">
                <a16:creationId xmlns:a16="http://schemas.microsoft.com/office/drawing/2014/main" id="{A5975426-E16F-4D12-98B6-8FE2A0F7895B}"/>
              </a:ext>
            </a:extLst>
          </p:cNvPr>
          <p:cNvSpPr/>
          <p:nvPr userDrawn="1"/>
        </p:nvSpPr>
        <p:spPr>
          <a:xfrm>
            <a:off x="0" y="0"/>
            <a:ext cx="12190476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37600" tIns="237600" rIns="237600" bIns="237600" rtlCol="0" anchor="ctr"/>
          <a:lstStyle/>
          <a:p>
            <a:pPr algn="ctr"/>
            <a:endParaRPr lang="en-GB" sz="2000" noProof="0" err="1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00064" y="412442"/>
            <a:ext cx="11190286" cy="719138"/>
          </a:xfrm>
        </p:spPr>
        <p:txBody>
          <a:bodyPr/>
          <a:lstStyle>
            <a:lvl1pPr>
              <a:defRPr sz="2400">
                <a:solidFill>
                  <a:schemeClr val="bg1"/>
                </a:solidFill>
              </a:defRPr>
            </a:lvl1pPr>
          </a:lstStyle>
          <a:p>
            <a:r>
              <a:rPr lang="en-GB" noProof="0"/>
              <a:t>Click to add title</a:t>
            </a:r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C5027FDC-6FFF-4553-A164-9D1EA73663F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23386" y="1943100"/>
            <a:ext cx="6615577" cy="2711450"/>
          </a:xfrm>
        </p:spPr>
        <p:txBody>
          <a:bodyPr/>
          <a:lstStyle>
            <a:lvl1pPr marL="0" indent="0">
              <a:buNone/>
              <a:defRPr lang="en-US" sz="230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GB"/>
              <a:t>62%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7049ABFC-94E9-40A1-97A7-B001CEAD3292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314825" y="5084763"/>
            <a:ext cx="7375525" cy="547687"/>
          </a:xfr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lang="en-US" sz="3000" i="0" kern="1200" dirty="0" smtClean="0">
                <a:solidFill>
                  <a:schemeClr val="bg1"/>
                </a:solidFill>
                <a:latin typeface="Maersk Text Office Light" panose="00000400000000000000" pitchFamily="2" charset="0"/>
                <a:ea typeface="+mn-ea"/>
                <a:cs typeface="+mn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noProof="0"/>
              <a:t>Click to add </a:t>
            </a:r>
            <a:r>
              <a:rPr lang="en-GB"/>
              <a:t>text</a:t>
            </a:r>
          </a:p>
        </p:txBody>
      </p:sp>
      <p:pic>
        <p:nvPicPr>
          <p:cNvPr id="24" name="Logo">
            <a:extLst>
              <a:ext uri="{FF2B5EF4-FFF2-40B4-BE49-F238E27FC236}">
                <a16:creationId xmlns:a16="http://schemas.microsoft.com/office/drawing/2014/main" id="{1E4FBBA8-C15E-48AA-A048-FDFD4E9C671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59676" y="6134617"/>
            <a:ext cx="1435438" cy="320697"/>
          </a:xfrm>
          <a:prstGeom prst="rect">
            <a:avLst/>
          </a:prstGeom>
        </p:spPr>
      </p:pic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56DACA2-719F-4647-9BA8-281A8F2BFCA5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Insert presentation title via Header &amp; Footer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DAB2A36-6220-480C-B58F-CFF0A15787CF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43A204BC-C5BA-4EF4-ABC8-D45123A0C528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6" name="Date Placeholder 5" hidden="1">
            <a:extLst>
              <a:ext uri="{FF2B5EF4-FFF2-40B4-BE49-F238E27FC236}">
                <a16:creationId xmlns:a16="http://schemas.microsoft.com/office/drawing/2014/main" id="{BC8FE318-906F-4EA5-9B25-B9CA26679122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98907281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veral text box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96536757-24D6-4CE3-BC82-E594F5B33A4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add title</a:t>
            </a:r>
            <a:endParaRPr lang="en-GB"/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6EEC2DAD-CD0D-4A12-B275-257EC3F16D2C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500063" y="1527716"/>
            <a:ext cx="5484812" cy="1753641"/>
          </a:xfrm>
        </p:spPr>
        <p:txBody>
          <a:bodyPr/>
          <a:lstStyle>
            <a:lvl1pPr marL="0" indent="0">
              <a:buFont typeface="Arial" panose="020B0604020202020204" pitchFamily="34" charset="0"/>
              <a:buChar char="​"/>
              <a:defRPr sz="1100" b="1">
                <a:solidFill>
                  <a:schemeClr val="accent1"/>
                </a:solidFill>
              </a:defRPr>
            </a:lvl1pPr>
            <a:lvl2pPr marL="180000" indent="-180000">
              <a:spcBef>
                <a:spcPts val="0"/>
              </a:spcBef>
              <a:buFont typeface="Arial" panose="020B0604020202020204" pitchFamily="34" charset="0"/>
              <a:buChar char="•"/>
              <a:defRPr sz="1100" b="0">
                <a:solidFill>
                  <a:schemeClr val="tx1"/>
                </a:solidFill>
              </a:defRPr>
            </a:lvl2pPr>
            <a:lvl3pPr marL="360000">
              <a:spcBef>
                <a:spcPts val="0"/>
              </a:spcBef>
              <a:defRPr>
                <a:solidFill>
                  <a:schemeClr val="tx1"/>
                </a:solidFill>
              </a:defRPr>
            </a:lvl3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GB" noProof="0"/>
              <a:t>Click to add text</a:t>
            </a:r>
            <a:endParaRPr lang="en-GB"/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31" name="Text Placeholder 3">
            <a:extLst>
              <a:ext uri="{FF2B5EF4-FFF2-40B4-BE49-F238E27FC236}">
                <a16:creationId xmlns:a16="http://schemas.microsoft.com/office/drawing/2014/main" id="{E3EA61B2-2CC5-4483-A81E-CE7D1E11351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00063" y="4070350"/>
            <a:ext cx="5484812" cy="1566850"/>
          </a:xfrm>
        </p:spPr>
        <p:txBody>
          <a:bodyPr/>
          <a:lstStyle>
            <a:lvl1pPr marL="0" indent="0">
              <a:buFont typeface="Arial" panose="020B0604020202020204" pitchFamily="34" charset="0"/>
              <a:buChar char="​"/>
              <a:defRPr sz="1100" b="1">
                <a:solidFill>
                  <a:schemeClr val="accent1"/>
                </a:solidFill>
              </a:defRPr>
            </a:lvl1pPr>
            <a:lvl2pPr marL="180000" indent="-180000">
              <a:spcBef>
                <a:spcPts val="0"/>
              </a:spcBef>
              <a:buFont typeface="Arial" panose="020B0604020202020204" pitchFamily="34" charset="0"/>
              <a:buChar char="•"/>
              <a:defRPr sz="1100" b="0">
                <a:solidFill>
                  <a:schemeClr val="tx1"/>
                </a:solidFill>
              </a:defRPr>
            </a:lvl2pPr>
            <a:lvl3pPr marL="360000">
              <a:defRPr>
                <a:solidFill>
                  <a:schemeClr val="tx1"/>
                </a:solidFill>
              </a:defRPr>
            </a:lvl3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GB" noProof="0"/>
              <a:t>Click to add text</a:t>
            </a:r>
          </a:p>
          <a:p>
            <a:pPr lvl="1"/>
            <a:r>
              <a:rPr lang="en-GB" noProof="0"/>
              <a:t>2</a:t>
            </a:r>
          </a:p>
          <a:p>
            <a:pPr lvl="2"/>
            <a:r>
              <a:rPr lang="en-GB" noProof="0"/>
              <a:t>3</a:t>
            </a:r>
          </a:p>
          <a:p>
            <a:pPr lvl="3"/>
            <a:r>
              <a:rPr lang="en-GB" noProof="0"/>
              <a:t>4</a:t>
            </a:r>
          </a:p>
          <a:p>
            <a:pPr lvl="4"/>
            <a:r>
              <a:rPr lang="en-GB" noProof="0"/>
              <a:t>5</a:t>
            </a:r>
          </a:p>
          <a:p>
            <a:pPr lvl="5"/>
            <a:r>
              <a:rPr lang="en-GB" noProof="0"/>
              <a:t>6</a:t>
            </a:r>
            <a:endParaRPr lang="en-GB"/>
          </a:p>
        </p:txBody>
      </p:sp>
      <p:sp>
        <p:nvSpPr>
          <p:cNvPr id="4" name="Content Placeholder 4">
            <a:extLst>
              <a:ext uri="{FF2B5EF4-FFF2-40B4-BE49-F238E27FC236}">
                <a16:creationId xmlns:a16="http://schemas.microsoft.com/office/drawing/2014/main" id="{25700A65-5A8D-4928-8A10-F9DB7E931F98}"/>
              </a:ext>
            </a:extLst>
          </p:cNvPr>
          <p:cNvSpPr>
            <a:spLocks noGrp="1"/>
          </p:cNvSpPr>
          <p:nvPr>
            <p:ph sz="quarter" idx="25" hasCustomPrompt="1"/>
          </p:nvPr>
        </p:nvSpPr>
        <p:spPr>
          <a:xfrm>
            <a:off x="6225806" y="1527717"/>
            <a:ext cx="5467350" cy="2537993"/>
          </a:xfrm>
        </p:spPr>
        <p:txBody>
          <a:bodyPr tIns="72000"/>
          <a:lstStyle>
            <a:lvl1pPr>
              <a:defRPr sz="1100">
                <a:solidFill>
                  <a:schemeClr val="tx1"/>
                </a:solidFill>
              </a:defRPr>
            </a:lvl1pPr>
            <a:lvl2pPr>
              <a:defRPr sz="1100">
                <a:solidFill>
                  <a:schemeClr val="tx1"/>
                </a:solidFill>
              </a:defRPr>
            </a:lvl2pPr>
            <a:lvl3pPr>
              <a:defRPr sz="1100">
                <a:solidFill>
                  <a:schemeClr val="tx1"/>
                </a:solidFill>
              </a:defRPr>
            </a:lvl3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GB" noProof="0"/>
              <a:t>Click to add text</a:t>
            </a:r>
            <a:endParaRPr lang="en-GB"/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33" name="Text Placeholder 5">
            <a:extLst>
              <a:ext uri="{FF2B5EF4-FFF2-40B4-BE49-F238E27FC236}">
                <a16:creationId xmlns:a16="http://schemas.microsoft.com/office/drawing/2014/main" id="{A2424BA5-C278-45AB-B9F5-B85D4A3A86B9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222999" y="4654550"/>
            <a:ext cx="4532313" cy="982663"/>
          </a:xfrm>
        </p:spPr>
        <p:txBody>
          <a:bodyPr tIns="0" numCol="2" spcCol="180000"/>
          <a:lstStyle>
            <a:lvl1pPr marL="0" indent="0">
              <a:spcAft>
                <a:spcPts val="0"/>
              </a:spcAft>
              <a:buClrTx/>
              <a:buFont typeface="Arial" panose="020B0604020202020204" pitchFamily="34" charset="0"/>
              <a:buChar char="​"/>
              <a:defRPr sz="1100" b="1">
                <a:solidFill>
                  <a:schemeClr val="accent1"/>
                </a:solidFill>
              </a:defRPr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1100">
                <a:solidFill>
                  <a:srgbClr val="878787"/>
                </a:solidFill>
              </a:defRPr>
            </a:lvl2pPr>
            <a:lvl3pPr marL="1800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100">
                <a:solidFill>
                  <a:srgbClr val="878787"/>
                </a:solidFill>
              </a:defRPr>
            </a:lvl3pPr>
          </a:lstStyle>
          <a:p>
            <a:pPr lvl="0"/>
            <a:r>
              <a:rPr lang="en-GB" noProof="0"/>
              <a:t>Click to add text</a:t>
            </a:r>
          </a:p>
          <a:p>
            <a:pPr lvl="1"/>
            <a:r>
              <a:rPr lang="en-GB" noProof="0"/>
              <a:t>1</a:t>
            </a:r>
          </a:p>
          <a:p>
            <a:pPr lvl="2"/>
            <a:r>
              <a:rPr lang="en-GB" noProof="0"/>
              <a:t>2</a:t>
            </a:r>
          </a:p>
          <a:p>
            <a:pPr lvl="3"/>
            <a:r>
              <a:rPr lang="en-GB" noProof="0"/>
              <a:t>3</a:t>
            </a:r>
            <a:endParaRPr lang="en-GB"/>
          </a:p>
        </p:txBody>
      </p:sp>
      <p:grpSp>
        <p:nvGrpSpPr>
          <p:cNvPr id="16" name="Group logo">
            <a:extLst>
              <a:ext uri="{FF2B5EF4-FFF2-40B4-BE49-F238E27FC236}">
                <a16:creationId xmlns:a16="http://schemas.microsoft.com/office/drawing/2014/main" id="{F096A198-57B0-402E-B8FD-71C5BF944700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10256489" y="6137500"/>
            <a:ext cx="1436163" cy="320400"/>
            <a:chOff x="6478" y="3868"/>
            <a:chExt cx="892" cy="199"/>
          </a:xfrm>
        </p:grpSpPr>
        <p:sp>
          <p:nvSpPr>
            <p:cNvPr id="17" name="Freeform 5">
              <a:extLst>
                <a:ext uri="{FF2B5EF4-FFF2-40B4-BE49-F238E27FC236}">
                  <a16:creationId xmlns:a16="http://schemas.microsoft.com/office/drawing/2014/main" id="{9735D8F0-DF96-4E27-BA61-1D988B86919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749" y="3923"/>
              <a:ext cx="104" cy="88"/>
            </a:xfrm>
            <a:custGeom>
              <a:avLst/>
              <a:gdLst>
                <a:gd name="T0" fmla="*/ 0 w 104"/>
                <a:gd name="T1" fmla="*/ 88 h 88"/>
                <a:gd name="T2" fmla="*/ 0 w 104"/>
                <a:gd name="T3" fmla="*/ 0 h 88"/>
                <a:gd name="T4" fmla="*/ 23 w 104"/>
                <a:gd name="T5" fmla="*/ 0 h 88"/>
                <a:gd name="T6" fmla="*/ 52 w 104"/>
                <a:gd name="T7" fmla="*/ 66 h 88"/>
                <a:gd name="T8" fmla="*/ 81 w 104"/>
                <a:gd name="T9" fmla="*/ 0 h 88"/>
                <a:gd name="T10" fmla="*/ 104 w 104"/>
                <a:gd name="T11" fmla="*/ 0 h 88"/>
                <a:gd name="T12" fmla="*/ 104 w 104"/>
                <a:gd name="T13" fmla="*/ 88 h 88"/>
                <a:gd name="T14" fmla="*/ 85 w 104"/>
                <a:gd name="T15" fmla="*/ 88 h 88"/>
                <a:gd name="T16" fmla="*/ 85 w 104"/>
                <a:gd name="T17" fmla="*/ 37 h 88"/>
                <a:gd name="T18" fmla="*/ 62 w 104"/>
                <a:gd name="T19" fmla="*/ 88 h 88"/>
                <a:gd name="T20" fmla="*/ 42 w 104"/>
                <a:gd name="T21" fmla="*/ 88 h 88"/>
                <a:gd name="T22" fmla="*/ 19 w 104"/>
                <a:gd name="T23" fmla="*/ 38 h 88"/>
                <a:gd name="T24" fmla="*/ 19 w 104"/>
                <a:gd name="T25" fmla="*/ 88 h 88"/>
                <a:gd name="T26" fmla="*/ 0 w 104"/>
                <a:gd name="T27" fmla="*/ 88 h 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04" h="88">
                  <a:moveTo>
                    <a:pt x="0" y="88"/>
                  </a:moveTo>
                  <a:lnTo>
                    <a:pt x="0" y="0"/>
                  </a:lnTo>
                  <a:lnTo>
                    <a:pt x="23" y="0"/>
                  </a:lnTo>
                  <a:lnTo>
                    <a:pt x="52" y="66"/>
                  </a:lnTo>
                  <a:lnTo>
                    <a:pt x="81" y="0"/>
                  </a:lnTo>
                  <a:lnTo>
                    <a:pt x="104" y="0"/>
                  </a:lnTo>
                  <a:lnTo>
                    <a:pt x="104" y="88"/>
                  </a:lnTo>
                  <a:lnTo>
                    <a:pt x="85" y="88"/>
                  </a:lnTo>
                  <a:lnTo>
                    <a:pt x="85" y="37"/>
                  </a:lnTo>
                  <a:lnTo>
                    <a:pt x="62" y="88"/>
                  </a:lnTo>
                  <a:lnTo>
                    <a:pt x="42" y="88"/>
                  </a:lnTo>
                  <a:lnTo>
                    <a:pt x="19" y="38"/>
                  </a:lnTo>
                  <a:lnTo>
                    <a:pt x="19" y="88"/>
                  </a:lnTo>
                  <a:lnTo>
                    <a:pt x="0" y="88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18" name="Freeform 6">
              <a:extLst>
                <a:ext uri="{FF2B5EF4-FFF2-40B4-BE49-F238E27FC236}">
                  <a16:creationId xmlns:a16="http://schemas.microsoft.com/office/drawing/2014/main" id="{1497644D-7612-422C-AF4D-1E0DD385458D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861" y="3923"/>
              <a:ext cx="106" cy="88"/>
            </a:xfrm>
            <a:custGeom>
              <a:avLst/>
              <a:gdLst>
                <a:gd name="T0" fmla="*/ 23 w 106"/>
                <a:gd name="T1" fmla="*/ 88 h 88"/>
                <a:gd name="T2" fmla="*/ 0 w 106"/>
                <a:gd name="T3" fmla="*/ 88 h 88"/>
                <a:gd name="T4" fmla="*/ 40 w 106"/>
                <a:gd name="T5" fmla="*/ 0 h 88"/>
                <a:gd name="T6" fmla="*/ 67 w 106"/>
                <a:gd name="T7" fmla="*/ 0 h 88"/>
                <a:gd name="T8" fmla="*/ 106 w 106"/>
                <a:gd name="T9" fmla="*/ 88 h 88"/>
                <a:gd name="T10" fmla="*/ 84 w 106"/>
                <a:gd name="T11" fmla="*/ 88 h 88"/>
                <a:gd name="T12" fmla="*/ 76 w 106"/>
                <a:gd name="T13" fmla="*/ 71 h 88"/>
                <a:gd name="T14" fmla="*/ 30 w 106"/>
                <a:gd name="T15" fmla="*/ 71 h 88"/>
                <a:gd name="T16" fmla="*/ 23 w 106"/>
                <a:gd name="T17" fmla="*/ 88 h 88"/>
                <a:gd name="T18" fmla="*/ 69 w 106"/>
                <a:gd name="T19" fmla="*/ 54 h 88"/>
                <a:gd name="T20" fmla="*/ 53 w 106"/>
                <a:gd name="T21" fmla="*/ 17 h 88"/>
                <a:gd name="T22" fmla="*/ 38 w 106"/>
                <a:gd name="T23" fmla="*/ 54 h 88"/>
                <a:gd name="T24" fmla="*/ 69 w 106"/>
                <a:gd name="T25" fmla="*/ 54 h 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06" h="88">
                  <a:moveTo>
                    <a:pt x="23" y="88"/>
                  </a:moveTo>
                  <a:lnTo>
                    <a:pt x="0" y="88"/>
                  </a:lnTo>
                  <a:lnTo>
                    <a:pt x="40" y="0"/>
                  </a:lnTo>
                  <a:lnTo>
                    <a:pt x="67" y="0"/>
                  </a:lnTo>
                  <a:lnTo>
                    <a:pt x="106" y="88"/>
                  </a:lnTo>
                  <a:lnTo>
                    <a:pt x="84" y="88"/>
                  </a:lnTo>
                  <a:lnTo>
                    <a:pt x="76" y="71"/>
                  </a:lnTo>
                  <a:lnTo>
                    <a:pt x="30" y="71"/>
                  </a:lnTo>
                  <a:lnTo>
                    <a:pt x="23" y="88"/>
                  </a:lnTo>
                  <a:close/>
                  <a:moveTo>
                    <a:pt x="69" y="54"/>
                  </a:moveTo>
                  <a:lnTo>
                    <a:pt x="53" y="17"/>
                  </a:lnTo>
                  <a:lnTo>
                    <a:pt x="38" y="54"/>
                  </a:lnTo>
                  <a:lnTo>
                    <a:pt x="69" y="54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19" name="Freeform 7">
              <a:extLst>
                <a:ext uri="{FF2B5EF4-FFF2-40B4-BE49-F238E27FC236}">
                  <a16:creationId xmlns:a16="http://schemas.microsoft.com/office/drawing/2014/main" id="{A6B732CD-52AC-420B-8B09-36FD5C70C89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976" y="3923"/>
              <a:ext cx="84" cy="88"/>
            </a:xfrm>
            <a:custGeom>
              <a:avLst/>
              <a:gdLst>
                <a:gd name="T0" fmla="*/ 0 w 84"/>
                <a:gd name="T1" fmla="*/ 88 h 88"/>
                <a:gd name="T2" fmla="*/ 0 w 84"/>
                <a:gd name="T3" fmla="*/ 0 h 88"/>
                <a:gd name="T4" fmla="*/ 83 w 84"/>
                <a:gd name="T5" fmla="*/ 0 h 88"/>
                <a:gd name="T6" fmla="*/ 83 w 84"/>
                <a:gd name="T7" fmla="*/ 18 h 88"/>
                <a:gd name="T8" fmla="*/ 20 w 84"/>
                <a:gd name="T9" fmla="*/ 18 h 88"/>
                <a:gd name="T10" fmla="*/ 20 w 84"/>
                <a:gd name="T11" fmla="*/ 35 h 88"/>
                <a:gd name="T12" fmla="*/ 75 w 84"/>
                <a:gd name="T13" fmla="*/ 35 h 88"/>
                <a:gd name="T14" fmla="*/ 75 w 84"/>
                <a:gd name="T15" fmla="*/ 53 h 88"/>
                <a:gd name="T16" fmla="*/ 20 w 84"/>
                <a:gd name="T17" fmla="*/ 53 h 88"/>
                <a:gd name="T18" fmla="*/ 20 w 84"/>
                <a:gd name="T19" fmla="*/ 71 h 88"/>
                <a:gd name="T20" fmla="*/ 84 w 84"/>
                <a:gd name="T21" fmla="*/ 71 h 88"/>
                <a:gd name="T22" fmla="*/ 84 w 84"/>
                <a:gd name="T23" fmla="*/ 88 h 88"/>
                <a:gd name="T24" fmla="*/ 0 w 84"/>
                <a:gd name="T25" fmla="*/ 88 h 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84" h="88">
                  <a:moveTo>
                    <a:pt x="0" y="88"/>
                  </a:moveTo>
                  <a:lnTo>
                    <a:pt x="0" y="0"/>
                  </a:lnTo>
                  <a:lnTo>
                    <a:pt x="83" y="0"/>
                  </a:lnTo>
                  <a:lnTo>
                    <a:pt x="83" y="18"/>
                  </a:lnTo>
                  <a:lnTo>
                    <a:pt x="20" y="18"/>
                  </a:lnTo>
                  <a:lnTo>
                    <a:pt x="20" y="35"/>
                  </a:lnTo>
                  <a:lnTo>
                    <a:pt x="75" y="35"/>
                  </a:lnTo>
                  <a:lnTo>
                    <a:pt x="75" y="53"/>
                  </a:lnTo>
                  <a:lnTo>
                    <a:pt x="20" y="53"/>
                  </a:lnTo>
                  <a:lnTo>
                    <a:pt x="20" y="71"/>
                  </a:lnTo>
                  <a:lnTo>
                    <a:pt x="84" y="71"/>
                  </a:lnTo>
                  <a:lnTo>
                    <a:pt x="84" y="88"/>
                  </a:lnTo>
                  <a:lnTo>
                    <a:pt x="0" y="88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20" name="Freeform 8">
              <a:extLst>
                <a:ext uri="{FF2B5EF4-FFF2-40B4-BE49-F238E27FC236}">
                  <a16:creationId xmlns:a16="http://schemas.microsoft.com/office/drawing/2014/main" id="{C85937AE-5276-446F-AB67-7B60605D469B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7076" y="3923"/>
              <a:ext cx="85" cy="88"/>
            </a:xfrm>
            <a:custGeom>
              <a:avLst/>
              <a:gdLst>
                <a:gd name="T0" fmla="*/ 0 w 94"/>
                <a:gd name="T1" fmla="*/ 96 h 96"/>
                <a:gd name="T2" fmla="*/ 0 w 94"/>
                <a:gd name="T3" fmla="*/ 0 h 96"/>
                <a:gd name="T4" fmla="*/ 77 w 94"/>
                <a:gd name="T5" fmla="*/ 0 h 96"/>
                <a:gd name="T6" fmla="*/ 93 w 94"/>
                <a:gd name="T7" fmla="*/ 16 h 96"/>
                <a:gd name="T8" fmla="*/ 93 w 94"/>
                <a:gd name="T9" fmla="*/ 48 h 96"/>
                <a:gd name="T10" fmla="*/ 74 w 94"/>
                <a:gd name="T11" fmla="*/ 63 h 96"/>
                <a:gd name="T12" fmla="*/ 72 w 94"/>
                <a:gd name="T13" fmla="*/ 63 h 96"/>
                <a:gd name="T14" fmla="*/ 94 w 94"/>
                <a:gd name="T15" fmla="*/ 96 h 96"/>
                <a:gd name="T16" fmla="*/ 69 w 94"/>
                <a:gd name="T17" fmla="*/ 96 h 96"/>
                <a:gd name="T18" fmla="*/ 48 w 94"/>
                <a:gd name="T19" fmla="*/ 63 h 96"/>
                <a:gd name="T20" fmla="*/ 23 w 94"/>
                <a:gd name="T21" fmla="*/ 63 h 96"/>
                <a:gd name="T22" fmla="*/ 23 w 94"/>
                <a:gd name="T23" fmla="*/ 96 h 96"/>
                <a:gd name="T24" fmla="*/ 0 w 94"/>
                <a:gd name="T25" fmla="*/ 96 h 96"/>
                <a:gd name="T26" fmla="*/ 23 w 94"/>
                <a:gd name="T27" fmla="*/ 44 h 96"/>
                <a:gd name="T28" fmla="*/ 71 w 94"/>
                <a:gd name="T29" fmla="*/ 44 h 96"/>
                <a:gd name="T30" fmla="*/ 71 w 94"/>
                <a:gd name="T31" fmla="*/ 19 h 96"/>
                <a:gd name="T32" fmla="*/ 23 w 94"/>
                <a:gd name="T33" fmla="*/ 19 h 96"/>
                <a:gd name="T34" fmla="*/ 23 w 94"/>
                <a:gd name="T35" fmla="*/ 44 h 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94" h="96">
                  <a:moveTo>
                    <a:pt x="0" y="96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77" y="0"/>
                    <a:pt x="77" y="0"/>
                    <a:pt x="77" y="0"/>
                  </a:cubicBezTo>
                  <a:cubicBezTo>
                    <a:pt x="87" y="0"/>
                    <a:pt x="93" y="6"/>
                    <a:pt x="93" y="16"/>
                  </a:cubicBezTo>
                  <a:cubicBezTo>
                    <a:pt x="93" y="48"/>
                    <a:pt x="93" y="48"/>
                    <a:pt x="93" y="48"/>
                  </a:cubicBezTo>
                  <a:cubicBezTo>
                    <a:pt x="93" y="56"/>
                    <a:pt x="87" y="63"/>
                    <a:pt x="74" y="63"/>
                  </a:cubicBezTo>
                  <a:cubicBezTo>
                    <a:pt x="73" y="63"/>
                    <a:pt x="72" y="63"/>
                    <a:pt x="72" y="63"/>
                  </a:cubicBezTo>
                  <a:cubicBezTo>
                    <a:pt x="94" y="96"/>
                    <a:pt x="94" y="96"/>
                    <a:pt x="94" y="96"/>
                  </a:cubicBezTo>
                  <a:cubicBezTo>
                    <a:pt x="69" y="96"/>
                    <a:pt x="69" y="96"/>
                    <a:pt x="69" y="96"/>
                  </a:cubicBezTo>
                  <a:cubicBezTo>
                    <a:pt x="48" y="63"/>
                    <a:pt x="48" y="63"/>
                    <a:pt x="48" y="63"/>
                  </a:cubicBezTo>
                  <a:cubicBezTo>
                    <a:pt x="23" y="63"/>
                    <a:pt x="23" y="63"/>
                    <a:pt x="23" y="63"/>
                  </a:cubicBezTo>
                  <a:cubicBezTo>
                    <a:pt x="23" y="96"/>
                    <a:pt x="23" y="96"/>
                    <a:pt x="23" y="96"/>
                  </a:cubicBezTo>
                  <a:lnTo>
                    <a:pt x="0" y="96"/>
                  </a:lnTo>
                  <a:close/>
                  <a:moveTo>
                    <a:pt x="23" y="44"/>
                  </a:moveTo>
                  <a:cubicBezTo>
                    <a:pt x="71" y="44"/>
                    <a:pt x="71" y="44"/>
                    <a:pt x="71" y="44"/>
                  </a:cubicBezTo>
                  <a:cubicBezTo>
                    <a:pt x="71" y="19"/>
                    <a:pt x="71" y="19"/>
                    <a:pt x="71" y="19"/>
                  </a:cubicBezTo>
                  <a:cubicBezTo>
                    <a:pt x="23" y="19"/>
                    <a:pt x="23" y="19"/>
                    <a:pt x="23" y="19"/>
                  </a:cubicBezTo>
                  <a:cubicBezTo>
                    <a:pt x="23" y="44"/>
                    <a:pt x="23" y="44"/>
                    <a:pt x="23" y="44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21" name="Freeform 9">
              <a:extLst>
                <a:ext uri="{FF2B5EF4-FFF2-40B4-BE49-F238E27FC236}">
                  <a16:creationId xmlns:a16="http://schemas.microsoft.com/office/drawing/2014/main" id="{1142013A-0C22-460F-9469-E0A34D93C5A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177" y="3923"/>
              <a:ext cx="84" cy="88"/>
            </a:xfrm>
            <a:custGeom>
              <a:avLst/>
              <a:gdLst>
                <a:gd name="T0" fmla="*/ 23 w 92"/>
                <a:gd name="T1" fmla="*/ 96 h 96"/>
                <a:gd name="T2" fmla="*/ 15 w 92"/>
                <a:gd name="T3" fmla="*/ 96 h 96"/>
                <a:gd name="T4" fmla="*/ 0 w 92"/>
                <a:gd name="T5" fmla="*/ 82 h 96"/>
                <a:gd name="T6" fmla="*/ 0 w 92"/>
                <a:gd name="T7" fmla="*/ 70 h 96"/>
                <a:gd name="T8" fmla="*/ 23 w 92"/>
                <a:gd name="T9" fmla="*/ 70 h 96"/>
                <a:gd name="T10" fmla="*/ 23 w 92"/>
                <a:gd name="T11" fmla="*/ 77 h 96"/>
                <a:gd name="T12" fmla="*/ 70 w 92"/>
                <a:gd name="T13" fmla="*/ 77 h 96"/>
                <a:gd name="T14" fmla="*/ 70 w 92"/>
                <a:gd name="T15" fmla="*/ 57 h 96"/>
                <a:gd name="T16" fmla="*/ 16 w 92"/>
                <a:gd name="T17" fmla="*/ 57 h 96"/>
                <a:gd name="T18" fmla="*/ 1 w 92"/>
                <a:gd name="T19" fmla="*/ 43 h 96"/>
                <a:gd name="T20" fmla="*/ 1 w 92"/>
                <a:gd name="T21" fmla="*/ 15 h 96"/>
                <a:gd name="T22" fmla="*/ 16 w 92"/>
                <a:gd name="T23" fmla="*/ 0 h 96"/>
                <a:gd name="T24" fmla="*/ 78 w 92"/>
                <a:gd name="T25" fmla="*/ 0 h 96"/>
                <a:gd name="T26" fmla="*/ 92 w 92"/>
                <a:gd name="T27" fmla="*/ 16 h 96"/>
                <a:gd name="T28" fmla="*/ 92 w 92"/>
                <a:gd name="T29" fmla="*/ 27 h 96"/>
                <a:gd name="T30" fmla="*/ 70 w 92"/>
                <a:gd name="T31" fmla="*/ 27 h 96"/>
                <a:gd name="T32" fmla="*/ 70 w 92"/>
                <a:gd name="T33" fmla="*/ 19 h 96"/>
                <a:gd name="T34" fmla="*/ 23 w 92"/>
                <a:gd name="T35" fmla="*/ 19 h 96"/>
                <a:gd name="T36" fmla="*/ 23 w 92"/>
                <a:gd name="T37" fmla="*/ 38 h 96"/>
                <a:gd name="T38" fmla="*/ 77 w 92"/>
                <a:gd name="T39" fmla="*/ 38 h 96"/>
                <a:gd name="T40" fmla="*/ 92 w 92"/>
                <a:gd name="T41" fmla="*/ 54 h 96"/>
                <a:gd name="T42" fmla="*/ 92 w 92"/>
                <a:gd name="T43" fmla="*/ 81 h 96"/>
                <a:gd name="T44" fmla="*/ 77 w 92"/>
                <a:gd name="T45" fmla="*/ 96 h 96"/>
                <a:gd name="T46" fmla="*/ 23 w 92"/>
                <a:gd name="T47" fmla="*/ 96 h 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92" h="96">
                  <a:moveTo>
                    <a:pt x="23" y="96"/>
                  </a:moveTo>
                  <a:cubicBezTo>
                    <a:pt x="15" y="96"/>
                    <a:pt x="15" y="96"/>
                    <a:pt x="15" y="96"/>
                  </a:cubicBezTo>
                  <a:cubicBezTo>
                    <a:pt x="5" y="96"/>
                    <a:pt x="0" y="90"/>
                    <a:pt x="0" y="82"/>
                  </a:cubicBezTo>
                  <a:cubicBezTo>
                    <a:pt x="0" y="70"/>
                    <a:pt x="0" y="70"/>
                    <a:pt x="0" y="70"/>
                  </a:cubicBezTo>
                  <a:cubicBezTo>
                    <a:pt x="23" y="70"/>
                    <a:pt x="23" y="70"/>
                    <a:pt x="23" y="70"/>
                  </a:cubicBezTo>
                  <a:cubicBezTo>
                    <a:pt x="23" y="77"/>
                    <a:pt x="23" y="77"/>
                    <a:pt x="23" y="77"/>
                  </a:cubicBezTo>
                  <a:cubicBezTo>
                    <a:pt x="70" y="77"/>
                    <a:pt x="70" y="77"/>
                    <a:pt x="70" y="77"/>
                  </a:cubicBezTo>
                  <a:cubicBezTo>
                    <a:pt x="70" y="57"/>
                    <a:pt x="70" y="57"/>
                    <a:pt x="70" y="57"/>
                  </a:cubicBezTo>
                  <a:cubicBezTo>
                    <a:pt x="70" y="57"/>
                    <a:pt x="24" y="57"/>
                    <a:pt x="16" y="57"/>
                  </a:cubicBezTo>
                  <a:cubicBezTo>
                    <a:pt x="7" y="57"/>
                    <a:pt x="1" y="51"/>
                    <a:pt x="1" y="43"/>
                  </a:cubicBezTo>
                  <a:cubicBezTo>
                    <a:pt x="1" y="15"/>
                    <a:pt x="1" y="15"/>
                    <a:pt x="1" y="15"/>
                  </a:cubicBezTo>
                  <a:cubicBezTo>
                    <a:pt x="1" y="6"/>
                    <a:pt x="8" y="0"/>
                    <a:pt x="16" y="0"/>
                  </a:cubicBezTo>
                  <a:cubicBezTo>
                    <a:pt x="24" y="0"/>
                    <a:pt x="78" y="0"/>
                    <a:pt x="78" y="0"/>
                  </a:cubicBezTo>
                  <a:cubicBezTo>
                    <a:pt x="86" y="0"/>
                    <a:pt x="92" y="6"/>
                    <a:pt x="92" y="16"/>
                  </a:cubicBezTo>
                  <a:cubicBezTo>
                    <a:pt x="92" y="25"/>
                    <a:pt x="92" y="27"/>
                    <a:pt x="92" y="27"/>
                  </a:cubicBezTo>
                  <a:cubicBezTo>
                    <a:pt x="70" y="27"/>
                    <a:pt x="70" y="27"/>
                    <a:pt x="70" y="27"/>
                  </a:cubicBezTo>
                  <a:cubicBezTo>
                    <a:pt x="70" y="19"/>
                    <a:pt x="70" y="19"/>
                    <a:pt x="70" y="19"/>
                  </a:cubicBezTo>
                  <a:cubicBezTo>
                    <a:pt x="23" y="19"/>
                    <a:pt x="23" y="19"/>
                    <a:pt x="23" y="19"/>
                  </a:cubicBezTo>
                  <a:cubicBezTo>
                    <a:pt x="23" y="38"/>
                    <a:pt x="23" y="38"/>
                    <a:pt x="23" y="38"/>
                  </a:cubicBezTo>
                  <a:cubicBezTo>
                    <a:pt x="77" y="38"/>
                    <a:pt x="77" y="38"/>
                    <a:pt x="77" y="38"/>
                  </a:cubicBezTo>
                  <a:cubicBezTo>
                    <a:pt x="85" y="38"/>
                    <a:pt x="92" y="44"/>
                    <a:pt x="92" y="54"/>
                  </a:cubicBezTo>
                  <a:cubicBezTo>
                    <a:pt x="92" y="81"/>
                    <a:pt x="92" y="81"/>
                    <a:pt x="92" y="81"/>
                  </a:cubicBezTo>
                  <a:cubicBezTo>
                    <a:pt x="92" y="90"/>
                    <a:pt x="87" y="96"/>
                    <a:pt x="77" y="96"/>
                  </a:cubicBezTo>
                  <a:cubicBezTo>
                    <a:pt x="68" y="96"/>
                    <a:pt x="23" y="96"/>
                    <a:pt x="23" y="96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22" name="Freeform 10">
              <a:extLst>
                <a:ext uri="{FF2B5EF4-FFF2-40B4-BE49-F238E27FC236}">
                  <a16:creationId xmlns:a16="http://schemas.microsoft.com/office/drawing/2014/main" id="{0F3AFC74-3794-4E77-9F20-A4B649553CE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280" y="3923"/>
              <a:ext cx="90" cy="88"/>
            </a:xfrm>
            <a:custGeom>
              <a:avLst/>
              <a:gdLst>
                <a:gd name="T0" fmla="*/ 0 w 90"/>
                <a:gd name="T1" fmla="*/ 88 h 88"/>
                <a:gd name="T2" fmla="*/ 0 w 90"/>
                <a:gd name="T3" fmla="*/ 0 h 88"/>
                <a:gd name="T4" fmla="*/ 21 w 90"/>
                <a:gd name="T5" fmla="*/ 0 h 88"/>
                <a:gd name="T6" fmla="*/ 21 w 90"/>
                <a:gd name="T7" fmla="*/ 36 h 88"/>
                <a:gd name="T8" fmla="*/ 60 w 90"/>
                <a:gd name="T9" fmla="*/ 0 h 88"/>
                <a:gd name="T10" fmla="*/ 88 w 90"/>
                <a:gd name="T11" fmla="*/ 0 h 88"/>
                <a:gd name="T12" fmla="*/ 42 w 90"/>
                <a:gd name="T13" fmla="*/ 42 h 88"/>
                <a:gd name="T14" fmla="*/ 90 w 90"/>
                <a:gd name="T15" fmla="*/ 88 h 88"/>
                <a:gd name="T16" fmla="*/ 61 w 90"/>
                <a:gd name="T17" fmla="*/ 88 h 88"/>
                <a:gd name="T18" fmla="*/ 21 w 90"/>
                <a:gd name="T19" fmla="*/ 48 h 88"/>
                <a:gd name="T20" fmla="*/ 21 w 90"/>
                <a:gd name="T21" fmla="*/ 88 h 88"/>
                <a:gd name="T22" fmla="*/ 0 w 90"/>
                <a:gd name="T23" fmla="*/ 88 h 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90" h="88">
                  <a:moveTo>
                    <a:pt x="0" y="88"/>
                  </a:moveTo>
                  <a:lnTo>
                    <a:pt x="0" y="0"/>
                  </a:lnTo>
                  <a:lnTo>
                    <a:pt x="21" y="0"/>
                  </a:lnTo>
                  <a:lnTo>
                    <a:pt x="21" y="36"/>
                  </a:lnTo>
                  <a:lnTo>
                    <a:pt x="60" y="0"/>
                  </a:lnTo>
                  <a:lnTo>
                    <a:pt x="88" y="0"/>
                  </a:lnTo>
                  <a:lnTo>
                    <a:pt x="42" y="42"/>
                  </a:lnTo>
                  <a:lnTo>
                    <a:pt x="90" y="88"/>
                  </a:lnTo>
                  <a:lnTo>
                    <a:pt x="61" y="88"/>
                  </a:lnTo>
                  <a:lnTo>
                    <a:pt x="21" y="48"/>
                  </a:lnTo>
                  <a:lnTo>
                    <a:pt x="21" y="88"/>
                  </a:lnTo>
                  <a:lnTo>
                    <a:pt x="0" y="88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24" name="Freeform 11">
              <a:extLst>
                <a:ext uri="{FF2B5EF4-FFF2-40B4-BE49-F238E27FC236}">
                  <a16:creationId xmlns:a16="http://schemas.microsoft.com/office/drawing/2014/main" id="{1D726B94-52B6-40D9-90FC-C0F4F132404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478" y="3868"/>
              <a:ext cx="187" cy="199"/>
            </a:xfrm>
            <a:custGeom>
              <a:avLst/>
              <a:gdLst>
                <a:gd name="T0" fmla="*/ 206 w 206"/>
                <a:gd name="T1" fmla="*/ 193 h 218"/>
                <a:gd name="T2" fmla="*/ 181 w 206"/>
                <a:gd name="T3" fmla="*/ 218 h 218"/>
                <a:gd name="T4" fmla="*/ 24 w 206"/>
                <a:gd name="T5" fmla="*/ 218 h 218"/>
                <a:gd name="T6" fmla="*/ 0 w 206"/>
                <a:gd name="T7" fmla="*/ 193 h 218"/>
                <a:gd name="T8" fmla="*/ 0 w 206"/>
                <a:gd name="T9" fmla="*/ 25 h 218"/>
                <a:gd name="T10" fmla="*/ 24 w 206"/>
                <a:gd name="T11" fmla="*/ 0 h 218"/>
                <a:gd name="T12" fmla="*/ 181 w 206"/>
                <a:gd name="T13" fmla="*/ 0 h 218"/>
                <a:gd name="T14" fmla="*/ 206 w 206"/>
                <a:gd name="T15" fmla="*/ 25 h 218"/>
                <a:gd name="T16" fmla="*/ 206 w 206"/>
                <a:gd name="T17" fmla="*/ 193 h 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06" h="218">
                  <a:moveTo>
                    <a:pt x="206" y="193"/>
                  </a:moveTo>
                  <a:cubicBezTo>
                    <a:pt x="206" y="207"/>
                    <a:pt x="195" y="218"/>
                    <a:pt x="181" y="218"/>
                  </a:cubicBezTo>
                  <a:cubicBezTo>
                    <a:pt x="24" y="218"/>
                    <a:pt x="24" y="218"/>
                    <a:pt x="24" y="218"/>
                  </a:cubicBezTo>
                  <a:cubicBezTo>
                    <a:pt x="11" y="218"/>
                    <a:pt x="0" y="207"/>
                    <a:pt x="0" y="193"/>
                  </a:cubicBezTo>
                  <a:cubicBezTo>
                    <a:pt x="0" y="25"/>
                    <a:pt x="0" y="25"/>
                    <a:pt x="0" y="25"/>
                  </a:cubicBezTo>
                  <a:cubicBezTo>
                    <a:pt x="0" y="11"/>
                    <a:pt x="11" y="0"/>
                    <a:pt x="24" y="0"/>
                  </a:cubicBezTo>
                  <a:cubicBezTo>
                    <a:pt x="181" y="0"/>
                    <a:pt x="181" y="0"/>
                    <a:pt x="181" y="0"/>
                  </a:cubicBezTo>
                  <a:cubicBezTo>
                    <a:pt x="195" y="0"/>
                    <a:pt x="206" y="11"/>
                    <a:pt x="206" y="25"/>
                  </a:cubicBezTo>
                  <a:lnTo>
                    <a:pt x="206" y="193"/>
                  </a:lnTo>
                  <a:close/>
                </a:path>
              </a:pathLst>
            </a:custGeom>
            <a:solidFill>
              <a:srgbClr val="42B0D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25" name="Freeform 12">
              <a:extLst>
                <a:ext uri="{FF2B5EF4-FFF2-40B4-BE49-F238E27FC236}">
                  <a16:creationId xmlns:a16="http://schemas.microsoft.com/office/drawing/2014/main" id="{04D1092F-9F78-4F84-96C4-3D628BA8E4A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488" y="3883"/>
              <a:ext cx="166" cy="164"/>
            </a:xfrm>
            <a:custGeom>
              <a:avLst/>
              <a:gdLst>
                <a:gd name="T0" fmla="*/ 114 w 166"/>
                <a:gd name="T1" fmla="*/ 79 h 164"/>
                <a:gd name="T2" fmla="*/ 150 w 166"/>
                <a:gd name="T3" fmla="*/ 32 h 164"/>
                <a:gd name="T4" fmla="*/ 150 w 166"/>
                <a:gd name="T5" fmla="*/ 32 h 164"/>
                <a:gd name="T6" fmla="*/ 96 w 166"/>
                <a:gd name="T7" fmla="*/ 59 h 164"/>
                <a:gd name="T8" fmla="*/ 83 w 166"/>
                <a:gd name="T9" fmla="*/ 0 h 164"/>
                <a:gd name="T10" fmla="*/ 83 w 166"/>
                <a:gd name="T11" fmla="*/ 0 h 164"/>
                <a:gd name="T12" fmla="*/ 70 w 166"/>
                <a:gd name="T13" fmla="*/ 59 h 164"/>
                <a:gd name="T14" fmla="*/ 16 w 166"/>
                <a:gd name="T15" fmla="*/ 32 h 164"/>
                <a:gd name="T16" fmla="*/ 16 w 166"/>
                <a:gd name="T17" fmla="*/ 32 h 164"/>
                <a:gd name="T18" fmla="*/ 53 w 166"/>
                <a:gd name="T19" fmla="*/ 79 h 164"/>
                <a:gd name="T20" fmla="*/ 0 w 166"/>
                <a:gd name="T21" fmla="*/ 105 h 164"/>
                <a:gd name="T22" fmla="*/ 0 w 166"/>
                <a:gd name="T23" fmla="*/ 105 h 164"/>
                <a:gd name="T24" fmla="*/ 59 w 166"/>
                <a:gd name="T25" fmla="*/ 105 h 164"/>
                <a:gd name="T26" fmla="*/ 46 w 166"/>
                <a:gd name="T27" fmla="*/ 164 h 164"/>
                <a:gd name="T28" fmla="*/ 46 w 166"/>
                <a:gd name="T29" fmla="*/ 164 h 164"/>
                <a:gd name="T30" fmla="*/ 83 w 166"/>
                <a:gd name="T31" fmla="*/ 117 h 164"/>
                <a:gd name="T32" fmla="*/ 120 w 166"/>
                <a:gd name="T33" fmla="*/ 164 h 164"/>
                <a:gd name="T34" fmla="*/ 121 w 166"/>
                <a:gd name="T35" fmla="*/ 164 h 164"/>
                <a:gd name="T36" fmla="*/ 107 w 166"/>
                <a:gd name="T37" fmla="*/ 105 h 164"/>
                <a:gd name="T38" fmla="*/ 166 w 166"/>
                <a:gd name="T39" fmla="*/ 105 h 164"/>
                <a:gd name="T40" fmla="*/ 166 w 166"/>
                <a:gd name="T41" fmla="*/ 105 h 164"/>
                <a:gd name="T42" fmla="*/ 114 w 166"/>
                <a:gd name="T43" fmla="*/ 79 h 1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166" h="164">
                  <a:moveTo>
                    <a:pt x="114" y="79"/>
                  </a:moveTo>
                  <a:lnTo>
                    <a:pt x="150" y="32"/>
                  </a:lnTo>
                  <a:lnTo>
                    <a:pt x="150" y="32"/>
                  </a:lnTo>
                  <a:lnTo>
                    <a:pt x="96" y="59"/>
                  </a:lnTo>
                  <a:lnTo>
                    <a:pt x="83" y="0"/>
                  </a:lnTo>
                  <a:lnTo>
                    <a:pt x="83" y="0"/>
                  </a:lnTo>
                  <a:lnTo>
                    <a:pt x="70" y="59"/>
                  </a:lnTo>
                  <a:lnTo>
                    <a:pt x="16" y="32"/>
                  </a:lnTo>
                  <a:lnTo>
                    <a:pt x="16" y="32"/>
                  </a:lnTo>
                  <a:lnTo>
                    <a:pt x="53" y="79"/>
                  </a:lnTo>
                  <a:lnTo>
                    <a:pt x="0" y="105"/>
                  </a:lnTo>
                  <a:lnTo>
                    <a:pt x="0" y="105"/>
                  </a:lnTo>
                  <a:lnTo>
                    <a:pt x="59" y="105"/>
                  </a:lnTo>
                  <a:lnTo>
                    <a:pt x="46" y="164"/>
                  </a:lnTo>
                  <a:lnTo>
                    <a:pt x="46" y="164"/>
                  </a:lnTo>
                  <a:lnTo>
                    <a:pt x="83" y="117"/>
                  </a:lnTo>
                  <a:lnTo>
                    <a:pt x="120" y="164"/>
                  </a:lnTo>
                  <a:lnTo>
                    <a:pt x="121" y="164"/>
                  </a:lnTo>
                  <a:lnTo>
                    <a:pt x="107" y="105"/>
                  </a:lnTo>
                  <a:lnTo>
                    <a:pt x="166" y="105"/>
                  </a:lnTo>
                  <a:lnTo>
                    <a:pt x="166" y="105"/>
                  </a:lnTo>
                  <a:lnTo>
                    <a:pt x="114" y="79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</p:grpSp>
      <p:cxnSp>
        <p:nvCxnSpPr>
          <p:cNvPr id="27" name="Straight Connector 1">
            <a:extLst>
              <a:ext uri="{FF2B5EF4-FFF2-40B4-BE49-F238E27FC236}">
                <a16:creationId xmlns:a16="http://schemas.microsoft.com/office/drawing/2014/main" id="{7096DEC8-77C9-4DD3-9025-ECDC80F2146B}"/>
              </a:ext>
            </a:extLst>
          </p:cNvPr>
          <p:cNvCxnSpPr/>
          <p:nvPr userDrawn="1"/>
        </p:nvCxnSpPr>
        <p:spPr>
          <a:xfrm>
            <a:off x="500064" y="3521075"/>
            <a:ext cx="5484811" cy="0"/>
          </a:xfrm>
          <a:prstGeom prst="line">
            <a:avLst/>
          </a:prstGeom>
          <a:ln w="12700">
            <a:solidFill>
              <a:srgbClr val="87878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">
            <a:extLst>
              <a:ext uri="{FF2B5EF4-FFF2-40B4-BE49-F238E27FC236}">
                <a16:creationId xmlns:a16="http://schemas.microsoft.com/office/drawing/2014/main" id="{EA90E9CF-510E-4225-A3BB-91F013987BD5}"/>
              </a:ext>
            </a:extLst>
          </p:cNvPr>
          <p:cNvCxnSpPr/>
          <p:nvPr userDrawn="1"/>
        </p:nvCxnSpPr>
        <p:spPr>
          <a:xfrm>
            <a:off x="6225806" y="1527717"/>
            <a:ext cx="5468400" cy="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3">
            <a:extLst>
              <a:ext uri="{FF2B5EF4-FFF2-40B4-BE49-F238E27FC236}">
                <a16:creationId xmlns:a16="http://schemas.microsoft.com/office/drawing/2014/main" id="{CA039D30-14CC-454E-9DA1-C777E3C44776}"/>
              </a:ext>
            </a:extLst>
          </p:cNvPr>
          <p:cNvCxnSpPr/>
          <p:nvPr userDrawn="1"/>
        </p:nvCxnSpPr>
        <p:spPr>
          <a:xfrm>
            <a:off x="6225806" y="4400550"/>
            <a:ext cx="5468400" cy="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Date Placeholder 1" hidden="1">
            <a:extLst>
              <a:ext uri="{FF2B5EF4-FFF2-40B4-BE49-F238E27FC236}">
                <a16:creationId xmlns:a16="http://schemas.microsoft.com/office/drawing/2014/main" id="{2C382236-11EE-4251-B331-C34A1F0BC3C7}"/>
              </a:ext>
            </a:extLst>
          </p:cNvPr>
          <p:cNvSpPr>
            <a:spLocks noGrp="1"/>
          </p:cNvSpPr>
          <p:nvPr>
            <p:ph type="dt" sz="half" idx="26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662E7F8-5569-4FBF-9D79-FD373EB71C09}"/>
              </a:ext>
            </a:extLst>
          </p:cNvPr>
          <p:cNvSpPr>
            <a:spLocks noGrp="1"/>
          </p:cNvSpPr>
          <p:nvPr>
            <p:ph type="ftr" sz="quarter" idx="27"/>
          </p:nvPr>
        </p:nvSpPr>
        <p:spPr/>
        <p:txBody>
          <a:bodyPr/>
          <a:lstStyle/>
          <a:p>
            <a:r>
              <a:rPr lang="en-GB"/>
              <a:t>Insert presentation title via Header &amp; Footer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7D00A7CC-3278-4F1E-AD5C-F27447EEAE98}"/>
              </a:ext>
            </a:extLst>
          </p:cNvPr>
          <p:cNvSpPr>
            <a:spLocks noGrp="1"/>
          </p:cNvSpPr>
          <p:nvPr>
            <p:ph type="sldNum" sz="quarter" idx="28"/>
          </p:nvPr>
        </p:nvSpPr>
        <p:spPr/>
        <p:txBody>
          <a:bodyPr/>
          <a:lstStyle/>
          <a:p>
            <a:fld id="{43A204BC-C5BA-4EF4-ABC8-D45123A0C528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19790269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pictur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icture Placeholder 3"/>
          <p:cNvSpPr>
            <a:spLocks noGrp="1"/>
          </p:cNvSpPr>
          <p:nvPr>
            <p:ph type="pic" sz="quarter" idx="14" hasCustomPrompt="1"/>
          </p:nvPr>
        </p:nvSpPr>
        <p:spPr>
          <a:xfrm>
            <a:off x="8131175" y="501650"/>
            <a:ext cx="3559176" cy="5135563"/>
          </a:xfrm>
          <a:noFill/>
          <a:ln>
            <a:noFill/>
          </a:ln>
        </p:spPr>
        <p:txBody>
          <a:bodyPr tIns="72000" anchor="t" anchorCtr="0"/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1200"/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Click here and insert picture</a:t>
            </a:r>
          </a:p>
        </p:txBody>
      </p:sp>
      <p:grpSp>
        <p:nvGrpSpPr>
          <p:cNvPr id="16" name="Group logo">
            <a:extLst>
              <a:ext uri="{FF2B5EF4-FFF2-40B4-BE49-F238E27FC236}">
                <a16:creationId xmlns:a16="http://schemas.microsoft.com/office/drawing/2014/main" id="{F096A198-57B0-402E-B8FD-71C5BF944700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10256489" y="6137500"/>
            <a:ext cx="1436163" cy="320400"/>
            <a:chOff x="6478" y="3868"/>
            <a:chExt cx="892" cy="199"/>
          </a:xfrm>
        </p:grpSpPr>
        <p:sp>
          <p:nvSpPr>
            <p:cNvPr id="17" name="Freeform 5">
              <a:extLst>
                <a:ext uri="{FF2B5EF4-FFF2-40B4-BE49-F238E27FC236}">
                  <a16:creationId xmlns:a16="http://schemas.microsoft.com/office/drawing/2014/main" id="{9735D8F0-DF96-4E27-BA61-1D988B86919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749" y="3923"/>
              <a:ext cx="104" cy="88"/>
            </a:xfrm>
            <a:custGeom>
              <a:avLst/>
              <a:gdLst>
                <a:gd name="T0" fmla="*/ 0 w 104"/>
                <a:gd name="T1" fmla="*/ 88 h 88"/>
                <a:gd name="T2" fmla="*/ 0 w 104"/>
                <a:gd name="T3" fmla="*/ 0 h 88"/>
                <a:gd name="T4" fmla="*/ 23 w 104"/>
                <a:gd name="T5" fmla="*/ 0 h 88"/>
                <a:gd name="T6" fmla="*/ 52 w 104"/>
                <a:gd name="T7" fmla="*/ 66 h 88"/>
                <a:gd name="T8" fmla="*/ 81 w 104"/>
                <a:gd name="T9" fmla="*/ 0 h 88"/>
                <a:gd name="T10" fmla="*/ 104 w 104"/>
                <a:gd name="T11" fmla="*/ 0 h 88"/>
                <a:gd name="T12" fmla="*/ 104 w 104"/>
                <a:gd name="T13" fmla="*/ 88 h 88"/>
                <a:gd name="T14" fmla="*/ 85 w 104"/>
                <a:gd name="T15" fmla="*/ 88 h 88"/>
                <a:gd name="T16" fmla="*/ 85 w 104"/>
                <a:gd name="T17" fmla="*/ 37 h 88"/>
                <a:gd name="T18" fmla="*/ 62 w 104"/>
                <a:gd name="T19" fmla="*/ 88 h 88"/>
                <a:gd name="T20" fmla="*/ 42 w 104"/>
                <a:gd name="T21" fmla="*/ 88 h 88"/>
                <a:gd name="T22" fmla="*/ 19 w 104"/>
                <a:gd name="T23" fmla="*/ 38 h 88"/>
                <a:gd name="T24" fmla="*/ 19 w 104"/>
                <a:gd name="T25" fmla="*/ 88 h 88"/>
                <a:gd name="T26" fmla="*/ 0 w 104"/>
                <a:gd name="T27" fmla="*/ 88 h 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04" h="88">
                  <a:moveTo>
                    <a:pt x="0" y="88"/>
                  </a:moveTo>
                  <a:lnTo>
                    <a:pt x="0" y="0"/>
                  </a:lnTo>
                  <a:lnTo>
                    <a:pt x="23" y="0"/>
                  </a:lnTo>
                  <a:lnTo>
                    <a:pt x="52" y="66"/>
                  </a:lnTo>
                  <a:lnTo>
                    <a:pt x="81" y="0"/>
                  </a:lnTo>
                  <a:lnTo>
                    <a:pt x="104" y="0"/>
                  </a:lnTo>
                  <a:lnTo>
                    <a:pt x="104" y="88"/>
                  </a:lnTo>
                  <a:lnTo>
                    <a:pt x="85" y="88"/>
                  </a:lnTo>
                  <a:lnTo>
                    <a:pt x="85" y="37"/>
                  </a:lnTo>
                  <a:lnTo>
                    <a:pt x="62" y="88"/>
                  </a:lnTo>
                  <a:lnTo>
                    <a:pt x="42" y="88"/>
                  </a:lnTo>
                  <a:lnTo>
                    <a:pt x="19" y="38"/>
                  </a:lnTo>
                  <a:lnTo>
                    <a:pt x="19" y="88"/>
                  </a:lnTo>
                  <a:lnTo>
                    <a:pt x="0" y="88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18" name="Freeform 6">
              <a:extLst>
                <a:ext uri="{FF2B5EF4-FFF2-40B4-BE49-F238E27FC236}">
                  <a16:creationId xmlns:a16="http://schemas.microsoft.com/office/drawing/2014/main" id="{1497644D-7612-422C-AF4D-1E0DD385458D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861" y="3923"/>
              <a:ext cx="106" cy="88"/>
            </a:xfrm>
            <a:custGeom>
              <a:avLst/>
              <a:gdLst>
                <a:gd name="T0" fmla="*/ 23 w 106"/>
                <a:gd name="T1" fmla="*/ 88 h 88"/>
                <a:gd name="T2" fmla="*/ 0 w 106"/>
                <a:gd name="T3" fmla="*/ 88 h 88"/>
                <a:gd name="T4" fmla="*/ 40 w 106"/>
                <a:gd name="T5" fmla="*/ 0 h 88"/>
                <a:gd name="T6" fmla="*/ 67 w 106"/>
                <a:gd name="T7" fmla="*/ 0 h 88"/>
                <a:gd name="T8" fmla="*/ 106 w 106"/>
                <a:gd name="T9" fmla="*/ 88 h 88"/>
                <a:gd name="T10" fmla="*/ 84 w 106"/>
                <a:gd name="T11" fmla="*/ 88 h 88"/>
                <a:gd name="T12" fmla="*/ 76 w 106"/>
                <a:gd name="T13" fmla="*/ 71 h 88"/>
                <a:gd name="T14" fmla="*/ 30 w 106"/>
                <a:gd name="T15" fmla="*/ 71 h 88"/>
                <a:gd name="T16" fmla="*/ 23 w 106"/>
                <a:gd name="T17" fmla="*/ 88 h 88"/>
                <a:gd name="T18" fmla="*/ 69 w 106"/>
                <a:gd name="T19" fmla="*/ 54 h 88"/>
                <a:gd name="T20" fmla="*/ 53 w 106"/>
                <a:gd name="T21" fmla="*/ 17 h 88"/>
                <a:gd name="T22" fmla="*/ 38 w 106"/>
                <a:gd name="T23" fmla="*/ 54 h 88"/>
                <a:gd name="T24" fmla="*/ 69 w 106"/>
                <a:gd name="T25" fmla="*/ 54 h 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06" h="88">
                  <a:moveTo>
                    <a:pt x="23" y="88"/>
                  </a:moveTo>
                  <a:lnTo>
                    <a:pt x="0" y="88"/>
                  </a:lnTo>
                  <a:lnTo>
                    <a:pt x="40" y="0"/>
                  </a:lnTo>
                  <a:lnTo>
                    <a:pt x="67" y="0"/>
                  </a:lnTo>
                  <a:lnTo>
                    <a:pt x="106" y="88"/>
                  </a:lnTo>
                  <a:lnTo>
                    <a:pt x="84" y="88"/>
                  </a:lnTo>
                  <a:lnTo>
                    <a:pt x="76" y="71"/>
                  </a:lnTo>
                  <a:lnTo>
                    <a:pt x="30" y="71"/>
                  </a:lnTo>
                  <a:lnTo>
                    <a:pt x="23" y="88"/>
                  </a:lnTo>
                  <a:close/>
                  <a:moveTo>
                    <a:pt x="69" y="54"/>
                  </a:moveTo>
                  <a:lnTo>
                    <a:pt x="53" y="17"/>
                  </a:lnTo>
                  <a:lnTo>
                    <a:pt x="38" y="54"/>
                  </a:lnTo>
                  <a:lnTo>
                    <a:pt x="69" y="54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19" name="Freeform 7">
              <a:extLst>
                <a:ext uri="{FF2B5EF4-FFF2-40B4-BE49-F238E27FC236}">
                  <a16:creationId xmlns:a16="http://schemas.microsoft.com/office/drawing/2014/main" id="{A6B732CD-52AC-420B-8B09-36FD5C70C89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976" y="3923"/>
              <a:ext cx="84" cy="88"/>
            </a:xfrm>
            <a:custGeom>
              <a:avLst/>
              <a:gdLst>
                <a:gd name="T0" fmla="*/ 0 w 84"/>
                <a:gd name="T1" fmla="*/ 88 h 88"/>
                <a:gd name="T2" fmla="*/ 0 w 84"/>
                <a:gd name="T3" fmla="*/ 0 h 88"/>
                <a:gd name="T4" fmla="*/ 83 w 84"/>
                <a:gd name="T5" fmla="*/ 0 h 88"/>
                <a:gd name="T6" fmla="*/ 83 w 84"/>
                <a:gd name="T7" fmla="*/ 18 h 88"/>
                <a:gd name="T8" fmla="*/ 20 w 84"/>
                <a:gd name="T9" fmla="*/ 18 h 88"/>
                <a:gd name="T10" fmla="*/ 20 w 84"/>
                <a:gd name="T11" fmla="*/ 35 h 88"/>
                <a:gd name="T12" fmla="*/ 75 w 84"/>
                <a:gd name="T13" fmla="*/ 35 h 88"/>
                <a:gd name="T14" fmla="*/ 75 w 84"/>
                <a:gd name="T15" fmla="*/ 53 h 88"/>
                <a:gd name="T16" fmla="*/ 20 w 84"/>
                <a:gd name="T17" fmla="*/ 53 h 88"/>
                <a:gd name="T18" fmla="*/ 20 w 84"/>
                <a:gd name="T19" fmla="*/ 71 h 88"/>
                <a:gd name="T20" fmla="*/ 84 w 84"/>
                <a:gd name="T21" fmla="*/ 71 h 88"/>
                <a:gd name="T22" fmla="*/ 84 w 84"/>
                <a:gd name="T23" fmla="*/ 88 h 88"/>
                <a:gd name="T24" fmla="*/ 0 w 84"/>
                <a:gd name="T25" fmla="*/ 88 h 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84" h="88">
                  <a:moveTo>
                    <a:pt x="0" y="88"/>
                  </a:moveTo>
                  <a:lnTo>
                    <a:pt x="0" y="0"/>
                  </a:lnTo>
                  <a:lnTo>
                    <a:pt x="83" y="0"/>
                  </a:lnTo>
                  <a:lnTo>
                    <a:pt x="83" y="18"/>
                  </a:lnTo>
                  <a:lnTo>
                    <a:pt x="20" y="18"/>
                  </a:lnTo>
                  <a:lnTo>
                    <a:pt x="20" y="35"/>
                  </a:lnTo>
                  <a:lnTo>
                    <a:pt x="75" y="35"/>
                  </a:lnTo>
                  <a:lnTo>
                    <a:pt x="75" y="53"/>
                  </a:lnTo>
                  <a:lnTo>
                    <a:pt x="20" y="53"/>
                  </a:lnTo>
                  <a:lnTo>
                    <a:pt x="20" y="71"/>
                  </a:lnTo>
                  <a:lnTo>
                    <a:pt x="84" y="71"/>
                  </a:lnTo>
                  <a:lnTo>
                    <a:pt x="84" y="88"/>
                  </a:lnTo>
                  <a:lnTo>
                    <a:pt x="0" y="88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20" name="Freeform 8">
              <a:extLst>
                <a:ext uri="{FF2B5EF4-FFF2-40B4-BE49-F238E27FC236}">
                  <a16:creationId xmlns:a16="http://schemas.microsoft.com/office/drawing/2014/main" id="{C85937AE-5276-446F-AB67-7B60605D469B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7076" y="3923"/>
              <a:ext cx="85" cy="88"/>
            </a:xfrm>
            <a:custGeom>
              <a:avLst/>
              <a:gdLst>
                <a:gd name="T0" fmla="*/ 0 w 94"/>
                <a:gd name="T1" fmla="*/ 96 h 96"/>
                <a:gd name="T2" fmla="*/ 0 w 94"/>
                <a:gd name="T3" fmla="*/ 0 h 96"/>
                <a:gd name="T4" fmla="*/ 77 w 94"/>
                <a:gd name="T5" fmla="*/ 0 h 96"/>
                <a:gd name="T6" fmla="*/ 93 w 94"/>
                <a:gd name="T7" fmla="*/ 16 h 96"/>
                <a:gd name="T8" fmla="*/ 93 w 94"/>
                <a:gd name="T9" fmla="*/ 48 h 96"/>
                <a:gd name="T10" fmla="*/ 74 w 94"/>
                <a:gd name="T11" fmla="*/ 63 h 96"/>
                <a:gd name="T12" fmla="*/ 72 w 94"/>
                <a:gd name="T13" fmla="*/ 63 h 96"/>
                <a:gd name="T14" fmla="*/ 94 w 94"/>
                <a:gd name="T15" fmla="*/ 96 h 96"/>
                <a:gd name="T16" fmla="*/ 69 w 94"/>
                <a:gd name="T17" fmla="*/ 96 h 96"/>
                <a:gd name="T18" fmla="*/ 48 w 94"/>
                <a:gd name="T19" fmla="*/ 63 h 96"/>
                <a:gd name="T20" fmla="*/ 23 w 94"/>
                <a:gd name="T21" fmla="*/ 63 h 96"/>
                <a:gd name="T22" fmla="*/ 23 w 94"/>
                <a:gd name="T23" fmla="*/ 96 h 96"/>
                <a:gd name="T24" fmla="*/ 0 w 94"/>
                <a:gd name="T25" fmla="*/ 96 h 96"/>
                <a:gd name="T26" fmla="*/ 23 w 94"/>
                <a:gd name="T27" fmla="*/ 44 h 96"/>
                <a:gd name="T28" fmla="*/ 71 w 94"/>
                <a:gd name="T29" fmla="*/ 44 h 96"/>
                <a:gd name="T30" fmla="*/ 71 w 94"/>
                <a:gd name="T31" fmla="*/ 19 h 96"/>
                <a:gd name="T32" fmla="*/ 23 w 94"/>
                <a:gd name="T33" fmla="*/ 19 h 96"/>
                <a:gd name="T34" fmla="*/ 23 w 94"/>
                <a:gd name="T35" fmla="*/ 44 h 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94" h="96">
                  <a:moveTo>
                    <a:pt x="0" y="96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77" y="0"/>
                    <a:pt x="77" y="0"/>
                    <a:pt x="77" y="0"/>
                  </a:cubicBezTo>
                  <a:cubicBezTo>
                    <a:pt x="87" y="0"/>
                    <a:pt x="93" y="6"/>
                    <a:pt x="93" y="16"/>
                  </a:cubicBezTo>
                  <a:cubicBezTo>
                    <a:pt x="93" y="48"/>
                    <a:pt x="93" y="48"/>
                    <a:pt x="93" y="48"/>
                  </a:cubicBezTo>
                  <a:cubicBezTo>
                    <a:pt x="93" y="56"/>
                    <a:pt x="87" y="63"/>
                    <a:pt x="74" y="63"/>
                  </a:cubicBezTo>
                  <a:cubicBezTo>
                    <a:pt x="73" y="63"/>
                    <a:pt x="72" y="63"/>
                    <a:pt x="72" y="63"/>
                  </a:cubicBezTo>
                  <a:cubicBezTo>
                    <a:pt x="94" y="96"/>
                    <a:pt x="94" y="96"/>
                    <a:pt x="94" y="96"/>
                  </a:cubicBezTo>
                  <a:cubicBezTo>
                    <a:pt x="69" y="96"/>
                    <a:pt x="69" y="96"/>
                    <a:pt x="69" y="96"/>
                  </a:cubicBezTo>
                  <a:cubicBezTo>
                    <a:pt x="48" y="63"/>
                    <a:pt x="48" y="63"/>
                    <a:pt x="48" y="63"/>
                  </a:cubicBezTo>
                  <a:cubicBezTo>
                    <a:pt x="23" y="63"/>
                    <a:pt x="23" y="63"/>
                    <a:pt x="23" y="63"/>
                  </a:cubicBezTo>
                  <a:cubicBezTo>
                    <a:pt x="23" y="96"/>
                    <a:pt x="23" y="96"/>
                    <a:pt x="23" y="96"/>
                  </a:cubicBezTo>
                  <a:lnTo>
                    <a:pt x="0" y="96"/>
                  </a:lnTo>
                  <a:close/>
                  <a:moveTo>
                    <a:pt x="23" y="44"/>
                  </a:moveTo>
                  <a:cubicBezTo>
                    <a:pt x="71" y="44"/>
                    <a:pt x="71" y="44"/>
                    <a:pt x="71" y="44"/>
                  </a:cubicBezTo>
                  <a:cubicBezTo>
                    <a:pt x="71" y="19"/>
                    <a:pt x="71" y="19"/>
                    <a:pt x="71" y="19"/>
                  </a:cubicBezTo>
                  <a:cubicBezTo>
                    <a:pt x="23" y="19"/>
                    <a:pt x="23" y="19"/>
                    <a:pt x="23" y="19"/>
                  </a:cubicBezTo>
                  <a:cubicBezTo>
                    <a:pt x="23" y="44"/>
                    <a:pt x="23" y="44"/>
                    <a:pt x="23" y="44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21" name="Freeform 9">
              <a:extLst>
                <a:ext uri="{FF2B5EF4-FFF2-40B4-BE49-F238E27FC236}">
                  <a16:creationId xmlns:a16="http://schemas.microsoft.com/office/drawing/2014/main" id="{1142013A-0C22-460F-9469-E0A34D93C5A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177" y="3923"/>
              <a:ext cx="84" cy="88"/>
            </a:xfrm>
            <a:custGeom>
              <a:avLst/>
              <a:gdLst>
                <a:gd name="T0" fmla="*/ 23 w 92"/>
                <a:gd name="T1" fmla="*/ 96 h 96"/>
                <a:gd name="T2" fmla="*/ 15 w 92"/>
                <a:gd name="T3" fmla="*/ 96 h 96"/>
                <a:gd name="T4" fmla="*/ 0 w 92"/>
                <a:gd name="T5" fmla="*/ 82 h 96"/>
                <a:gd name="T6" fmla="*/ 0 w 92"/>
                <a:gd name="T7" fmla="*/ 70 h 96"/>
                <a:gd name="T8" fmla="*/ 23 w 92"/>
                <a:gd name="T9" fmla="*/ 70 h 96"/>
                <a:gd name="T10" fmla="*/ 23 w 92"/>
                <a:gd name="T11" fmla="*/ 77 h 96"/>
                <a:gd name="T12" fmla="*/ 70 w 92"/>
                <a:gd name="T13" fmla="*/ 77 h 96"/>
                <a:gd name="T14" fmla="*/ 70 w 92"/>
                <a:gd name="T15" fmla="*/ 57 h 96"/>
                <a:gd name="T16" fmla="*/ 16 w 92"/>
                <a:gd name="T17" fmla="*/ 57 h 96"/>
                <a:gd name="T18" fmla="*/ 1 w 92"/>
                <a:gd name="T19" fmla="*/ 43 h 96"/>
                <a:gd name="T20" fmla="*/ 1 w 92"/>
                <a:gd name="T21" fmla="*/ 15 h 96"/>
                <a:gd name="T22" fmla="*/ 16 w 92"/>
                <a:gd name="T23" fmla="*/ 0 h 96"/>
                <a:gd name="T24" fmla="*/ 78 w 92"/>
                <a:gd name="T25" fmla="*/ 0 h 96"/>
                <a:gd name="T26" fmla="*/ 92 w 92"/>
                <a:gd name="T27" fmla="*/ 16 h 96"/>
                <a:gd name="T28" fmla="*/ 92 w 92"/>
                <a:gd name="T29" fmla="*/ 27 h 96"/>
                <a:gd name="T30" fmla="*/ 70 w 92"/>
                <a:gd name="T31" fmla="*/ 27 h 96"/>
                <a:gd name="T32" fmla="*/ 70 w 92"/>
                <a:gd name="T33" fmla="*/ 19 h 96"/>
                <a:gd name="T34" fmla="*/ 23 w 92"/>
                <a:gd name="T35" fmla="*/ 19 h 96"/>
                <a:gd name="T36" fmla="*/ 23 w 92"/>
                <a:gd name="T37" fmla="*/ 38 h 96"/>
                <a:gd name="T38" fmla="*/ 77 w 92"/>
                <a:gd name="T39" fmla="*/ 38 h 96"/>
                <a:gd name="T40" fmla="*/ 92 w 92"/>
                <a:gd name="T41" fmla="*/ 54 h 96"/>
                <a:gd name="T42" fmla="*/ 92 w 92"/>
                <a:gd name="T43" fmla="*/ 81 h 96"/>
                <a:gd name="T44" fmla="*/ 77 w 92"/>
                <a:gd name="T45" fmla="*/ 96 h 96"/>
                <a:gd name="T46" fmla="*/ 23 w 92"/>
                <a:gd name="T47" fmla="*/ 96 h 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92" h="96">
                  <a:moveTo>
                    <a:pt x="23" y="96"/>
                  </a:moveTo>
                  <a:cubicBezTo>
                    <a:pt x="15" y="96"/>
                    <a:pt x="15" y="96"/>
                    <a:pt x="15" y="96"/>
                  </a:cubicBezTo>
                  <a:cubicBezTo>
                    <a:pt x="5" y="96"/>
                    <a:pt x="0" y="90"/>
                    <a:pt x="0" y="82"/>
                  </a:cubicBezTo>
                  <a:cubicBezTo>
                    <a:pt x="0" y="70"/>
                    <a:pt x="0" y="70"/>
                    <a:pt x="0" y="70"/>
                  </a:cubicBezTo>
                  <a:cubicBezTo>
                    <a:pt x="23" y="70"/>
                    <a:pt x="23" y="70"/>
                    <a:pt x="23" y="70"/>
                  </a:cubicBezTo>
                  <a:cubicBezTo>
                    <a:pt x="23" y="77"/>
                    <a:pt x="23" y="77"/>
                    <a:pt x="23" y="77"/>
                  </a:cubicBezTo>
                  <a:cubicBezTo>
                    <a:pt x="70" y="77"/>
                    <a:pt x="70" y="77"/>
                    <a:pt x="70" y="77"/>
                  </a:cubicBezTo>
                  <a:cubicBezTo>
                    <a:pt x="70" y="57"/>
                    <a:pt x="70" y="57"/>
                    <a:pt x="70" y="57"/>
                  </a:cubicBezTo>
                  <a:cubicBezTo>
                    <a:pt x="70" y="57"/>
                    <a:pt x="24" y="57"/>
                    <a:pt x="16" y="57"/>
                  </a:cubicBezTo>
                  <a:cubicBezTo>
                    <a:pt x="7" y="57"/>
                    <a:pt x="1" y="51"/>
                    <a:pt x="1" y="43"/>
                  </a:cubicBezTo>
                  <a:cubicBezTo>
                    <a:pt x="1" y="15"/>
                    <a:pt x="1" y="15"/>
                    <a:pt x="1" y="15"/>
                  </a:cubicBezTo>
                  <a:cubicBezTo>
                    <a:pt x="1" y="6"/>
                    <a:pt x="8" y="0"/>
                    <a:pt x="16" y="0"/>
                  </a:cubicBezTo>
                  <a:cubicBezTo>
                    <a:pt x="24" y="0"/>
                    <a:pt x="78" y="0"/>
                    <a:pt x="78" y="0"/>
                  </a:cubicBezTo>
                  <a:cubicBezTo>
                    <a:pt x="86" y="0"/>
                    <a:pt x="92" y="6"/>
                    <a:pt x="92" y="16"/>
                  </a:cubicBezTo>
                  <a:cubicBezTo>
                    <a:pt x="92" y="25"/>
                    <a:pt x="92" y="27"/>
                    <a:pt x="92" y="27"/>
                  </a:cubicBezTo>
                  <a:cubicBezTo>
                    <a:pt x="70" y="27"/>
                    <a:pt x="70" y="27"/>
                    <a:pt x="70" y="27"/>
                  </a:cubicBezTo>
                  <a:cubicBezTo>
                    <a:pt x="70" y="19"/>
                    <a:pt x="70" y="19"/>
                    <a:pt x="70" y="19"/>
                  </a:cubicBezTo>
                  <a:cubicBezTo>
                    <a:pt x="23" y="19"/>
                    <a:pt x="23" y="19"/>
                    <a:pt x="23" y="19"/>
                  </a:cubicBezTo>
                  <a:cubicBezTo>
                    <a:pt x="23" y="38"/>
                    <a:pt x="23" y="38"/>
                    <a:pt x="23" y="38"/>
                  </a:cubicBezTo>
                  <a:cubicBezTo>
                    <a:pt x="77" y="38"/>
                    <a:pt x="77" y="38"/>
                    <a:pt x="77" y="38"/>
                  </a:cubicBezTo>
                  <a:cubicBezTo>
                    <a:pt x="85" y="38"/>
                    <a:pt x="92" y="44"/>
                    <a:pt x="92" y="54"/>
                  </a:cubicBezTo>
                  <a:cubicBezTo>
                    <a:pt x="92" y="81"/>
                    <a:pt x="92" y="81"/>
                    <a:pt x="92" y="81"/>
                  </a:cubicBezTo>
                  <a:cubicBezTo>
                    <a:pt x="92" y="90"/>
                    <a:pt x="87" y="96"/>
                    <a:pt x="77" y="96"/>
                  </a:cubicBezTo>
                  <a:cubicBezTo>
                    <a:pt x="68" y="96"/>
                    <a:pt x="23" y="96"/>
                    <a:pt x="23" y="96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22" name="Freeform 10">
              <a:extLst>
                <a:ext uri="{FF2B5EF4-FFF2-40B4-BE49-F238E27FC236}">
                  <a16:creationId xmlns:a16="http://schemas.microsoft.com/office/drawing/2014/main" id="{0F3AFC74-3794-4E77-9F20-A4B649553CE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280" y="3923"/>
              <a:ext cx="90" cy="88"/>
            </a:xfrm>
            <a:custGeom>
              <a:avLst/>
              <a:gdLst>
                <a:gd name="T0" fmla="*/ 0 w 90"/>
                <a:gd name="T1" fmla="*/ 88 h 88"/>
                <a:gd name="T2" fmla="*/ 0 w 90"/>
                <a:gd name="T3" fmla="*/ 0 h 88"/>
                <a:gd name="T4" fmla="*/ 21 w 90"/>
                <a:gd name="T5" fmla="*/ 0 h 88"/>
                <a:gd name="T6" fmla="*/ 21 w 90"/>
                <a:gd name="T7" fmla="*/ 36 h 88"/>
                <a:gd name="T8" fmla="*/ 60 w 90"/>
                <a:gd name="T9" fmla="*/ 0 h 88"/>
                <a:gd name="T10" fmla="*/ 88 w 90"/>
                <a:gd name="T11" fmla="*/ 0 h 88"/>
                <a:gd name="T12" fmla="*/ 42 w 90"/>
                <a:gd name="T13" fmla="*/ 42 h 88"/>
                <a:gd name="T14" fmla="*/ 90 w 90"/>
                <a:gd name="T15" fmla="*/ 88 h 88"/>
                <a:gd name="T16" fmla="*/ 61 w 90"/>
                <a:gd name="T17" fmla="*/ 88 h 88"/>
                <a:gd name="T18" fmla="*/ 21 w 90"/>
                <a:gd name="T19" fmla="*/ 48 h 88"/>
                <a:gd name="T20" fmla="*/ 21 w 90"/>
                <a:gd name="T21" fmla="*/ 88 h 88"/>
                <a:gd name="T22" fmla="*/ 0 w 90"/>
                <a:gd name="T23" fmla="*/ 88 h 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90" h="88">
                  <a:moveTo>
                    <a:pt x="0" y="88"/>
                  </a:moveTo>
                  <a:lnTo>
                    <a:pt x="0" y="0"/>
                  </a:lnTo>
                  <a:lnTo>
                    <a:pt x="21" y="0"/>
                  </a:lnTo>
                  <a:lnTo>
                    <a:pt x="21" y="36"/>
                  </a:lnTo>
                  <a:lnTo>
                    <a:pt x="60" y="0"/>
                  </a:lnTo>
                  <a:lnTo>
                    <a:pt x="88" y="0"/>
                  </a:lnTo>
                  <a:lnTo>
                    <a:pt x="42" y="42"/>
                  </a:lnTo>
                  <a:lnTo>
                    <a:pt x="90" y="88"/>
                  </a:lnTo>
                  <a:lnTo>
                    <a:pt x="61" y="88"/>
                  </a:lnTo>
                  <a:lnTo>
                    <a:pt x="21" y="48"/>
                  </a:lnTo>
                  <a:lnTo>
                    <a:pt x="21" y="88"/>
                  </a:lnTo>
                  <a:lnTo>
                    <a:pt x="0" y="88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24" name="Freeform 11">
              <a:extLst>
                <a:ext uri="{FF2B5EF4-FFF2-40B4-BE49-F238E27FC236}">
                  <a16:creationId xmlns:a16="http://schemas.microsoft.com/office/drawing/2014/main" id="{1D726B94-52B6-40D9-90FC-C0F4F132404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478" y="3868"/>
              <a:ext cx="187" cy="199"/>
            </a:xfrm>
            <a:custGeom>
              <a:avLst/>
              <a:gdLst>
                <a:gd name="T0" fmla="*/ 206 w 206"/>
                <a:gd name="T1" fmla="*/ 193 h 218"/>
                <a:gd name="T2" fmla="*/ 181 w 206"/>
                <a:gd name="T3" fmla="*/ 218 h 218"/>
                <a:gd name="T4" fmla="*/ 24 w 206"/>
                <a:gd name="T5" fmla="*/ 218 h 218"/>
                <a:gd name="T6" fmla="*/ 0 w 206"/>
                <a:gd name="T7" fmla="*/ 193 h 218"/>
                <a:gd name="T8" fmla="*/ 0 w 206"/>
                <a:gd name="T9" fmla="*/ 25 h 218"/>
                <a:gd name="T10" fmla="*/ 24 w 206"/>
                <a:gd name="T11" fmla="*/ 0 h 218"/>
                <a:gd name="T12" fmla="*/ 181 w 206"/>
                <a:gd name="T13" fmla="*/ 0 h 218"/>
                <a:gd name="T14" fmla="*/ 206 w 206"/>
                <a:gd name="T15" fmla="*/ 25 h 218"/>
                <a:gd name="T16" fmla="*/ 206 w 206"/>
                <a:gd name="T17" fmla="*/ 193 h 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06" h="218">
                  <a:moveTo>
                    <a:pt x="206" y="193"/>
                  </a:moveTo>
                  <a:cubicBezTo>
                    <a:pt x="206" y="207"/>
                    <a:pt x="195" y="218"/>
                    <a:pt x="181" y="218"/>
                  </a:cubicBezTo>
                  <a:cubicBezTo>
                    <a:pt x="24" y="218"/>
                    <a:pt x="24" y="218"/>
                    <a:pt x="24" y="218"/>
                  </a:cubicBezTo>
                  <a:cubicBezTo>
                    <a:pt x="11" y="218"/>
                    <a:pt x="0" y="207"/>
                    <a:pt x="0" y="193"/>
                  </a:cubicBezTo>
                  <a:cubicBezTo>
                    <a:pt x="0" y="25"/>
                    <a:pt x="0" y="25"/>
                    <a:pt x="0" y="25"/>
                  </a:cubicBezTo>
                  <a:cubicBezTo>
                    <a:pt x="0" y="11"/>
                    <a:pt x="11" y="0"/>
                    <a:pt x="24" y="0"/>
                  </a:cubicBezTo>
                  <a:cubicBezTo>
                    <a:pt x="181" y="0"/>
                    <a:pt x="181" y="0"/>
                    <a:pt x="181" y="0"/>
                  </a:cubicBezTo>
                  <a:cubicBezTo>
                    <a:pt x="195" y="0"/>
                    <a:pt x="206" y="11"/>
                    <a:pt x="206" y="25"/>
                  </a:cubicBezTo>
                  <a:lnTo>
                    <a:pt x="206" y="193"/>
                  </a:lnTo>
                  <a:close/>
                </a:path>
              </a:pathLst>
            </a:custGeom>
            <a:solidFill>
              <a:srgbClr val="42B0D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25" name="Freeform 12">
              <a:extLst>
                <a:ext uri="{FF2B5EF4-FFF2-40B4-BE49-F238E27FC236}">
                  <a16:creationId xmlns:a16="http://schemas.microsoft.com/office/drawing/2014/main" id="{04D1092F-9F78-4F84-96C4-3D628BA8E4A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488" y="3883"/>
              <a:ext cx="166" cy="164"/>
            </a:xfrm>
            <a:custGeom>
              <a:avLst/>
              <a:gdLst>
                <a:gd name="T0" fmla="*/ 114 w 166"/>
                <a:gd name="T1" fmla="*/ 79 h 164"/>
                <a:gd name="T2" fmla="*/ 150 w 166"/>
                <a:gd name="T3" fmla="*/ 32 h 164"/>
                <a:gd name="T4" fmla="*/ 150 w 166"/>
                <a:gd name="T5" fmla="*/ 32 h 164"/>
                <a:gd name="T6" fmla="*/ 96 w 166"/>
                <a:gd name="T7" fmla="*/ 59 h 164"/>
                <a:gd name="T8" fmla="*/ 83 w 166"/>
                <a:gd name="T9" fmla="*/ 0 h 164"/>
                <a:gd name="T10" fmla="*/ 83 w 166"/>
                <a:gd name="T11" fmla="*/ 0 h 164"/>
                <a:gd name="T12" fmla="*/ 70 w 166"/>
                <a:gd name="T13" fmla="*/ 59 h 164"/>
                <a:gd name="T14" fmla="*/ 16 w 166"/>
                <a:gd name="T15" fmla="*/ 32 h 164"/>
                <a:gd name="T16" fmla="*/ 16 w 166"/>
                <a:gd name="T17" fmla="*/ 32 h 164"/>
                <a:gd name="T18" fmla="*/ 53 w 166"/>
                <a:gd name="T19" fmla="*/ 79 h 164"/>
                <a:gd name="T20" fmla="*/ 0 w 166"/>
                <a:gd name="T21" fmla="*/ 105 h 164"/>
                <a:gd name="T22" fmla="*/ 0 w 166"/>
                <a:gd name="T23" fmla="*/ 105 h 164"/>
                <a:gd name="T24" fmla="*/ 59 w 166"/>
                <a:gd name="T25" fmla="*/ 105 h 164"/>
                <a:gd name="T26" fmla="*/ 46 w 166"/>
                <a:gd name="T27" fmla="*/ 164 h 164"/>
                <a:gd name="T28" fmla="*/ 46 w 166"/>
                <a:gd name="T29" fmla="*/ 164 h 164"/>
                <a:gd name="T30" fmla="*/ 83 w 166"/>
                <a:gd name="T31" fmla="*/ 117 h 164"/>
                <a:gd name="T32" fmla="*/ 120 w 166"/>
                <a:gd name="T33" fmla="*/ 164 h 164"/>
                <a:gd name="T34" fmla="*/ 121 w 166"/>
                <a:gd name="T35" fmla="*/ 164 h 164"/>
                <a:gd name="T36" fmla="*/ 107 w 166"/>
                <a:gd name="T37" fmla="*/ 105 h 164"/>
                <a:gd name="T38" fmla="*/ 166 w 166"/>
                <a:gd name="T39" fmla="*/ 105 h 164"/>
                <a:gd name="T40" fmla="*/ 166 w 166"/>
                <a:gd name="T41" fmla="*/ 105 h 164"/>
                <a:gd name="T42" fmla="*/ 114 w 166"/>
                <a:gd name="T43" fmla="*/ 79 h 1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166" h="164">
                  <a:moveTo>
                    <a:pt x="114" y="79"/>
                  </a:moveTo>
                  <a:lnTo>
                    <a:pt x="150" y="32"/>
                  </a:lnTo>
                  <a:lnTo>
                    <a:pt x="150" y="32"/>
                  </a:lnTo>
                  <a:lnTo>
                    <a:pt x="96" y="59"/>
                  </a:lnTo>
                  <a:lnTo>
                    <a:pt x="83" y="0"/>
                  </a:lnTo>
                  <a:lnTo>
                    <a:pt x="83" y="0"/>
                  </a:lnTo>
                  <a:lnTo>
                    <a:pt x="70" y="59"/>
                  </a:lnTo>
                  <a:lnTo>
                    <a:pt x="16" y="32"/>
                  </a:lnTo>
                  <a:lnTo>
                    <a:pt x="16" y="32"/>
                  </a:lnTo>
                  <a:lnTo>
                    <a:pt x="53" y="79"/>
                  </a:lnTo>
                  <a:lnTo>
                    <a:pt x="0" y="105"/>
                  </a:lnTo>
                  <a:lnTo>
                    <a:pt x="0" y="105"/>
                  </a:lnTo>
                  <a:lnTo>
                    <a:pt x="59" y="105"/>
                  </a:lnTo>
                  <a:lnTo>
                    <a:pt x="46" y="164"/>
                  </a:lnTo>
                  <a:lnTo>
                    <a:pt x="46" y="164"/>
                  </a:lnTo>
                  <a:lnTo>
                    <a:pt x="83" y="117"/>
                  </a:lnTo>
                  <a:lnTo>
                    <a:pt x="120" y="164"/>
                  </a:lnTo>
                  <a:lnTo>
                    <a:pt x="121" y="164"/>
                  </a:lnTo>
                  <a:lnTo>
                    <a:pt x="107" y="105"/>
                  </a:lnTo>
                  <a:lnTo>
                    <a:pt x="166" y="105"/>
                  </a:lnTo>
                  <a:lnTo>
                    <a:pt x="166" y="105"/>
                  </a:lnTo>
                  <a:lnTo>
                    <a:pt x="114" y="79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</p:grpSp>
      <p:sp>
        <p:nvSpPr>
          <p:cNvPr id="8" name="Title 1">
            <a:extLst>
              <a:ext uri="{FF2B5EF4-FFF2-40B4-BE49-F238E27FC236}">
                <a16:creationId xmlns:a16="http://schemas.microsoft.com/office/drawing/2014/main" id="{E637B88C-6BF1-4846-8D23-5E4678D6149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0399" y="501649"/>
            <a:ext cx="6676689" cy="930275"/>
          </a:xfrm>
        </p:spPr>
        <p:txBody>
          <a:bodyPr/>
          <a:lstStyle>
            <a:lvl1pPr>
              <a:defRPr/>
            </a:lvl1pPr>
          </a:lstStyle>
          <a:p>
            <a:r>
              <a:rPr lang="en-GB" noProof="0"/>
              <a:t>Click to add title</a:t>
            </a:r>
            <a:endParaRPr lang="en-GB"/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6EEC2DAD-CD0D-4A12-B275-257EC3F16D2C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500063" y="1943100"/>
            <a:ext cx="4530725" cy="1577975"/>
          </a:xfrm>
        </p:spPr>
        <p:txBody>
          <a:bodyPr/>
          <a:lstStyle>
            <a:lvl1pPr>
              <a:defRPr sz="1100">
                <a:solidFill>
                  <a:schemeClr val="tx1"/>
                </a:solidFill>
              </a:defRPr>
            </a:lvl1pPr>
            <a:lvl2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100" b="1">
                <a:solidFill>
                  <a:schemeClr val="accent1"/>
                </a:solidFill>
              </a:defRPr>
            </a:lvl2pPr>
            <a:lvl3pPr marL="360000">
              <a:defRPr>
                <a:solidFill>
                  <a:schemeClr val="tx1"/>
                </a:solidFill>
              </a:defRPr>
            </a:lvl3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GB" noProof="0"/>
              <a:t>Click to add text</a:t>
            </a:r>
            <a:endParaRPr lang="en-GB"/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31" name="Text Placeholder 3">
            <a:extLst>
              <a:ext uri="{FF2B5EF4-FFF2-40B4-BE49-F238E27FC236}">
                <a16:creationId xmlns:a16="http://schemas.microsoft.com/office/drawing/2014/main" id="{E3EA61B2-2CC5-4483-A81E-CE7D1E11351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00063" y="4078099"/>
            <a:ext cx="4532400" cy="230376"/>
          </a:xfrm>
        </p:spPr>
        <p:txBody>
          <a:bodyPr/>
          <a:lstStyle>
            <a:lvl1pPr marL="0" indent="0">
              <a:buFont typeface="Arial" panose="020B0604020202020204" pitchFamily="34" charset="0"/>
              <a:buChar char="​"/>
              <a:defRPr sz="1100" b="1">
                <a:solidFill>
                  <a:schemeClr val="accent1"/>
                </a:solidFill>
              </a:defRPr>
            </a:lvl1pPr>
            <a:lvl2pPr marL="180000" indent="-180000">
              <a:spcBef>
                <a:spcPts val="0"/>
              </a:spcBef>
              <a:buFont typeface="Arial" panose="020B0604020202020204" pitchFamily="34" charset="0"/>
              <a:buChar char="•"/>
              <a:defRPr sz="1100" b="0">
                <a:solidFill>
                  <a:srgbClr val="687A86"/>
                </a:solidFill>
              </a:defRPr>
            </a:lvl2pPr>
            <a:lvl3pPr marL="360000">
              <a:defRPr>
                <a:solidFill>
                  <a:srgbClr val="687A86"/>
                </a:solidFill>
              </a:defRPr>
            </a:lvl3pPr>
            <a:lvl5pPr>
              <a:defRPr>
                <a:solidFill>
                  <a:srgbClr val="687A86"/>
                </a:solidFill>
              </a:defRPr>
            </a:lvl5pPr>
          </a:lstStyle>
          <a:p>
            <a:pPr lvl="0"/>
            <a:r>
              <a:rPr lang="en-GB" noProof="0"/>
              <a:t>Click to add text</a:t>
            </a:r>
            <a:endParaRPr lang="en-GB"/>
          </a:p>
        </p:txBody>
      </p:sp>
      <p:sp>
        <p:nvSpPr>
          <p:cNvPr id="33" name="Text Placeholder 4">
            <a:extLst>
              <a:ext uri="{FF2B5EF4-FFF2-40B4-BE49-F238E27FC236}">
                <a16:creationId xmlns:a16="http://schemas.microsoft.com/office/drawing/2014/main" id="{A2424BA5-C278-45AB-B9F5-B85D4A3A86B9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00063" y="4440055"/>
            <a:ext cx="3578225" cy="876454"/>
          </a:xfrm>
        </p:spPr>
        <p:txBody>
          <a:bodyPr tIns="90000" numCol="2" spcCol="180000"/>
          <a:lstStyle>
            <a:lvl1pPr marL="198000" indent="-198000">
              <a:spcAft>
                <a:spcPts val="300"/>
              </a:spcAft>
              <a:buClrTx/>
              <a:buFont typeface="+mj-lt"/>
              <a:buAutoNum type="arabicPeriod"/>
              <a:defRPr sz="1100">
                <a:solidFill>
                  <a:srgbClr val="878787"/>
                </a:solidFill>
              </a:defRPr>
            </a:lvl1pPr>
          </a:lstStyle>
          <a:p>
            <a:pPr lvl="0"/>
            <a:r>
              <a:rPr lang="en-GB" noProof="0"/>
              <a:t>Click to add text</a:t>
            </a:r>
            <a:endParaRPr lang="en-GB"/>
          </a:p>
        </p:txBody>
      </p:sp>
      <p:cxnSp>
        <p:nvCxnSpPr>
          <p:cNvPr id="12" name="Straight Connector 1">
            <a:extLst>
              <a:ext uri="{FF2B5EF4-FFF2-40B4-BE49-F238E27FC236}">
                <a16:creationId xmlns:a16="http://schemas.microsoft.com/office/drawing/2014/main" id="{CA039D30-14CC-454E-9DA1-C777E3C44776}"/>
              </a:ext>
            </a:extLst>
          </p:cNvPr>
          <p:cNvCxnSpPr/>
          <p:nvPr userDrawn="1"/>
        </p:nvCxnSpPr>
        <p:spPr>
          <a:xfrm>
            <a:off x="500064" y="4308475"/>
            <a:ext cx="5484811" cy="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">
            <a:extLst>
              <a:ext uri="{FF2B5EF4-FFF2-40B4-BE49-F238E27FC236}">
                <a16:creationId xmlns:a16="http://schemas.microsoft.com/office/drawing/2014/main" id="{EA3D1E53-A268-4438-A6D9-6DD6795760C6}"/>
              </a:ext>
            </a:extLst>
          </p:cNvPr>
          <p:cNvCxnSpPr/>
          <p:nvPr userDrawn="1"/>
        </p:nvCxnSpPr>
        <p:spPr>
          <a:xfrm>
            <a:off x="500064" y="5637213"/>
            <a:ext cx="5484811" cy="0"/>
          </a:xfrm>
          <a:prstGeom prst="line">
            <a:avLst/>
          </a:prstGeom>
          <a:ln w="12700">
            <a:solidFill>
              <a:srgbClr val="87878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Date Placeholder 1" hidden="1">
            <a:extLst>
              <a:ext uri="{FF2B5EF4-FFF2-40B4-BE49-F238E27FC236}">
                <a16:creationId xmlns:a16="http://schemas.microsoft.com/office/drawing/2014/main" id="{83C375B8-9D52-48FF-B9DE-8BD6EEC3AB3E}"/>
              </a:ext>
            </a:extLst>
          </p:cNvPr>
          <p:cNvSpPr>
            <a:spLocks noGrp="1"/>
          </p:cNvSpPr>
          <p:nvPr>
            <p:ph type="dt" sz="half" idx="25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F4DD863-7BBE-4D3F-8B44-500AE483AC81}"/>
              </a:ext>
            </a:extLst>
          </p:cNvPr>
          <p:cNvSpPr>
            <a:spLocks noGrp="1"/>
          </p:cNvSpPr>
          <p:nvPr>
            <p:ph type="ftr" sz="quarter" idx="26"/>
          </p:nvPr>
        </p:nvSpPr>
        <p:spPr/>
        <p:txBody>
          <a:bodyPr/>
          <a:lstStyle/>
          <a:p>
            <a:r>
              <a:rPr lang="en-GB"/>
              <a:t>Insert presentation title via Header &amp; Footer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EBACDB-2C17-4569-8330-7E4B0C324ABA}"/>
              </a:ext>
            </a:extLst>
          </p:cNvPr>
          <p:cNvSpPr>
            <a:spLocks noGrp="1"/>
          </p:cNvSpPr>
          <p:nvPr>
            <p:ph type="sldNum" sz="quarter" idx="27"/>
          </p:nvPr>
        </p:nvSpPr>
        <p:spPr/>
        <p:txBody>
          <a:bodyPr/>
          <a:lstStyle/>
          <a:p>
            <a:fld id="{43A204BC-C5BA-4EF4-ABC8-D45123A0C528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87242802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reaker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00062" y="3521074"/>
            <a:ext cx="10491787" cy="2116137"/>
          </a:xfrm>
        </p:spPr>
        <p:txBody>
          <a:bodyPr/>
          <a:lstStyle>
            <a:lvl1pPr>
              <a:defRPr sz="4000" b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GB" noProof="0"/>
              <a:t>Click to add title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A9A96F2B-17B8-409E-AEA9-1195DB57C00A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Insert presentation title via Header &amp; Footer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644E83C0-32E9-43EF-864A-C6C827731210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43A204BC-C5BA-4EF4-ABC8-D45123A0C528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6" name="Date Placeholder 5" hidden="1">
            <a:extLst>
              <a:ext uri="{FF2B5EF4-FFF2-40B4-BE49-F238E27FC236}">
                <a16:creationId xmlns:a16="http://schemas.microsoft.com/office/drawing/2014/main" id="{08F8CACC-6EC3-45E4-B2E4-A9916C3AA0BC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>
            <a:lvl1pPr>
              <a:defRPr>
                <a:noFill/>
              </a:defRPr>
            </a:lvl1pPr>
          </a:lstStyle>
          <a:p>
            <a:endParaRPr lang="en-GB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55D39A8-1DFB-490B-B73E-DECDD50DB28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59676" y="6134617"/>
            <a:ext cx="1435438" cy="3206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4265271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reaker w. picture A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/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3200" cy="6861600"/>
          </a:xfrm>
        </p:spPr>
        <p:txBody>
          <a:bodyPr tIns="72000" anchor="t" anchorCtr="0"/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1200">
                <a:solidFill>
                  <a:schemeClr val="bg1"/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Click here and insert picture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00063" y="3429000"/>
            <a:ext cx="5484812" cy="2208212"/>
          </a:xfrm>
        </p:spPr>
        <p:txBody>
          <a:bodyPr/>
          <a:lstStyle>
            <a:lvl1pPr>
              <a:defRPr b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GB" noProof="0"/>
              <a:t>Click to add title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A9A96F2B-17B8-409E-AEA9-1195DB57C00A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Insert presentation title via Header &amp; Footer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644E83C0-32E9-43EF-864A-C6C827731210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43A204BC-C5BA-4EF4-ABC8-D45123A0C528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396DE752-EA38-4814-AFA5-3A736D036BFE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0252534" y="6134616"/>
            <a:ext cx="1435437" cy="320697"/>
          </a:xfrm>
          <a:blipFill>
            <a:blip r:embed="rId2"/>
            <a:stretch>
              <a:fillRect/>
            </a:stretch>
          </a:blipFill>
        </p:spPr>
        <p:txBody>
          <a:bodyPr/>
          <a:lstStyle>
            <a:lvl1pPr marL="0" indent="0">
              <a:buNone/>
              <a:defRPr sz="100">
                <a:noFill/>
              </a:defRPr>
            </a:lvl1pPr>
          </a:lstStyle>
          <a:p>
            <a:pPr lvl="0"/>
            <a:r>
              <a:rPr lang="en-GB"/>
              <a:t>.</a:t>
            </a:r>
          </a:p>
        </p:txBody>
      </p:sp>
      <p:sp>
        <p:nvSpPr>
          <p:cNvPr id="6" name="Date Placeholder 5" hidden="1">
            <a:extLst>
              <a:ext uri="{FF2B5EF4-FFF2-40B4-BE49-F238E27FC236}">
                <a16:creationId xmlns:a16="http://schemas.microsoft.com/office/drawing/2014/main" id="{08F8CACC-6EC3-45E4-B2E4-A9916C3AA0BC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>
            <a:lvl1pPr>
              <a:defRPr>
                <a:noFill/>
              </a:defRPr>
            </a:lvl1pPr>
          </a:lstStyle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73848084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reaker w. picture B">
    <p:bg>
      <p:bgPr>
        <a:solidFill>
          <a:srgbClr val="CFCFC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/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3200" cy="6861600"/>
          </a:xfrm>
        </p:spPr>
        <p:txBody>
          <a:bodyPr tIns="72000" anchor="t" anchorCtr="0"/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1200">
                <a:solidFill>
                  <a:schemeClr val="bg1"/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Click here and insert picture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00062" y="3429000"/>
            <a:ext cx="5484813" cy="2208212"/>
          </a:xfrm>
        </p:spPr>
        <p:txBody>
          <a:bodyPr/>
          <a:lstStyle>
            <a:lvl1pPr>
              <a:defRPr sz="4000" b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GB" noProof="0"/>
              <a:t>Click to add title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A9A96F2B-17B8-409E-AEA9-1195DB57C00A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Insert presentation title via Header &amp; Footer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644E83C0-32E9-43EF-864A-C6C827731210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43A204BC-C5BA-4EF4-ABC8-D45123A0C528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6" name="Date Placeholder 5" hidden="1">
            <a:extLst>
              <a:ext uri="{FF2B5EF4-FFF2-40B4-BE49-F238E27FC236}">
                <a16:creationId xmlns:a16="http://schemas.microsoft.com/office/drawing/2014/main" id="{08F8CACC-6EC3-45E4-B2E4-A9916C3AA0BC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>
            <a:lvl1pPr>
              <a:defRPr>
                <a:noFill/>
              </a:defRPr>
            </a:lvl1pPr>
          </a:lstStyle>
          <a:p>
            <a:endParaRPr lang="en-GB"/>
          </a:p>
        </p:txBody>
      </p:sp>
      <p:sp>
        <p:nvSpPr>
          <p:cNvPr id="8" name="Text Placeholder 12">
            <a:extLst>
              <a:ext uri="{FF2B5EF4-FFF2-40B4-BE49-F238E27FC236}">
                <a16:creationId xmlns:a16="http://schemas.microsoft.com/office/drawing/2014/main" id="{BD99E0C0-56FA-4B2A-BB66-76081F6E2F70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0252534" y="6134616"/>
            <a:ext cx="1435437" cy="320697"/>
          </a:xfrm>
          <a:blipFill>
            <a:blip r:embed="rId2"/>
            <a:stretch>
              <a:fillRect/>
            </a:stretch>
          </a:blipFill>
        </p:spPr>
        <p:txBody>
          <a:bodyPr/>
          <a:lstStyle>
            <a:lvl1pPr marL="0" indent="0">
              <a:buNone/>
              <a:defRPr sz="100">
                <a:noFill/>
              </a:defRPr>
            </a:lvl1pPr>
          </a:lstStyle>
          <a:p>
            <a:pPr lvl="0"/>
            <a:r>
              <a:rPr lang="en-GB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641758302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reaker w. picture C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/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3200" cy="6861600"/>
          </a:xfrm>
        </p:spPr>
        <p:txBody>
          <a:bodyPr tIns="72000" anchor="t" anchorCtr="0"/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1200">
                <a:solidFill>
                  <a:schemeClr val="bg1"/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Click here and insert picture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223000" y="3429000"/>
            <a:ext cx="5467350" cy="2208212"/>
          </a:xfrm>
        </p:spPr>
        <p:txBody>
          <a:bodyPr/>
          <a:lstStyle>
            <a:lvl1pPr>
              <a:defRPr sz="4000" b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GB" noProof="0"/>
              <a:t>Click to add title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A9A96F2B-17B8-409E-AEA9-1195DB57C00A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Insert presentation title via Header &amp; Footer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644E83C0-32E9-43EF-864A-C6C827731210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43A204BC-C5BA-4EF4-ABC8-D45123A0C528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6" name="Date Placeholder 5" hidden="1">
            <a:extLst>
              <a:ext uri="{FF2B5EF4-FFF2-40B4-BE49-F238E27FC236}">
                <a16:creationId xmlns:a16="http://schemas.microsoft.com/office/drawing/2014/main" id="{08F8CACC-6EC3-45E4-B2E4-A9916C3AA0BC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>
            <a:lvl1pPr>
              <a:defRPr>
                <a:noFill/>
              </a:defRPr>
            </a:lvl1pPr>
          </a:lstStyle>
          <a:p>
            <a:endParaRPr lang="en-GB"/>
          </a:p>
        </p:txBody>
      </p:sp>
      <p:sp>
        <p:nvSpPr>
          <p:cNvPr id="8" name="Text Placeholder 12">
            <a:extLst>
              <a:ext uri="{FF2B5EF4-FFF2-40B4-BE49-F238E27FC236}">
                <a16:creationId xmlns:a16="http://schemas.microsoft.com/office/drawing/2014/main" id="{E9CFB424-23CA-445E-B56D-C6954152948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0252534" y="6134616"/>
            <a:ext cx="1435437" cy="320697"/>
          </a:xfrm>
          <a:blipFill>
            <a:blip r:embed="rId2"/>
            <a:stretch>
              <a:fillRect/>
            </a:stretch>
          </a:blipFill>
        </p:spPr>
        <p:txBody>
          <a:bodyPr/>
          <a:lstStyle>
            <a:lvl1pPr marL="0" indent="0">
              <a:buNone/>
              <a:defRPr sz="100">
                <a:noFill/>
              </a:defRPr>
            </a:lvl1pPr>
          </a:lstStyle>
          <a:p>
            <a:pPr lvl="0"/>
            <a:r>
              <a:rPr lang="en-GB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713859438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ase story A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/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3200" cy="6861600"/>
          </a:xfrm>
        </p:spPr>
        <p:txBody>
          <a:bodyPr tIns="72000" anchor="t" anchorCtr="0"/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1200">
                <a:solidFill>
                  <a:schemeClr val="bg1"/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Click here and insert picture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00063" y="2732088"/>
            <a:ext cx="5484812" cy="2125662"/>
          </a:xfrm>
        </p:spPr>
        <p:txBody>
          <a:bodyPr/>
          <a:lstStyle>
            <a:lvl1pPr>
              <a:defRPr sz="4000" b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GB" noProof="0"/>
              <a:t>Click to add title</a:t>
            </a: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248F43D1-063F-48C6-A5D5-90EFC34AB131}"/>
              </a:ext>
            </a:extLst>
          </p:cNvPr>
          <p:cNvSpPr>
            <a:spLocks noGrp="1"/>
          </p:cNvSpPr>
          <p:nvPr>
            <p:ph sz="quarter" idx="21" hasCustomPrompt="1"/>
          </p:nvPr>
        </p:nvSpPr>
        <p:spPr>
          <a:xfrm>
            <a:off x="500062" y="6278400"/>
            <a:ext cx="2862000" cy="133200"/>
          </a:xfrm>
        </p:spPr>
        <p:txBody>
          <a:bodyPr/>
          <a:lstStyle>
            <a:lvl1pPr marL="0" indent="0">
              <a:buNone/>
              <a:defRPr sz="900">
                <a:solidFill>
                  <a:schemeClr val="bg1"/>
                </a:solidFill>
              </a:defRPr>
            </a:lvl1pPr>
            <a:lvl2pPr marL="180000" indent="0">
              <a:buNone/>
              <a:defRPr/>
            </a:lvl2pPr>
          </a:lstStyle>
          <a:p>
            <a:pPr lvl="0"/>
            <a:r>
              <a:rPr lang="en-GB"/>
              <a:t>Insert case story</a:t>
            </a:r>
          </a:p>
        </p:txBody>
      </p:sp>
      <p:sp>
        <p:nvSpPr>
          <p:cNvPr id="12" name="Text Placeholder logo">
            <a:extLst>
              <a:ext uri="{FF2B5EF4-FFF2-40B4-BE49-F238E27FC236}">
                <a16:creationId xmlns:a16="http://schemas.microsoft.com/office/drawing/2014/main" id="{B9A1D87C-1728-4DC9-BEC9-168709C842A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0252534" y="6134616"/>
            <a:ext cx="1435437" cy="320697"/>
          </a:xfrm>
          <a:blipFill>
            <a:blip r:embed="rId2"/>
            <a:stretch>
              <a:fillRect/>
            </a:stretch>
          </a:blipFill>
        </p:spPr>
        <p:txBody>
          <a:bodyPr/>
          <a:lstStyle>
            <a:lvl1pPr marL="0" indent="0">
              <a:buNone/>
              <a:defRPr sz="100">
                <a:noFill/>
              </a:defRPr>
            </a:lvl1pPr>
          </a:lstStyle>
          <a:p>
            <a:pPr lvl="0"/>
            <a:r>
              <a:rPr lang="en-GB"/>
              <a:t>.</a:t>
            </a:r>
          </a:p>
        </p:txBody>
      </p:sp>
      <p:sp>
        <p:nvSpPr>
          <p:cNvPr id="9" name="Footer Placeholder 8" hidden="1">
            <a:extLst>
              <a:ext uri="{FF2B5EF4-FFF2-40B4-BE49-F238E27FC236}">
                <a16:creationId xmlns:a16="http://schemas.microsoft.com/office/drawing/2014/main" id="{A9A96F2B-17B8-409E-AEA9-1195DB57C00A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0" y="6858000"/>
            <a:ext cx="0" cy="0"/>
          </a:xfrm>
        </p:spPr>
        <p:txBody>
          <a:bodyPr/>
          <a:lstStyle>
            <a:lvl1pPr>
              <a:defRPr sz="100">
                <a:noFill/>
              </a:defRPr>
            </a:lvl1pPr>
          </a:lstStyle>
          <a:p>
            <a:r>
              <a:rPr lang="en-GB"/>
              <a:t>Insert presentation title via Header &amp; Footer</a:t>
            </a:r>
          </a:p>
        </p:txBody>
      </p:sp>
      <p:sp>
        <p:nvSpPr>
          <p:cNvPr id="10" name="Slide Number Placeholder 9" hidden="1">
            <a:extLst>
              <a:ext uri="{FF2B5EF4-FFF2-40B4-BE49-F238E27FC236}">
                <a16:creationId xmlns:a16="http://schemas.microsoft.com/office/drawing/2014/main" id="{644E83C0-32E9-43EF-864A-C6C827731210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0" y="6858000"/>
            <a:ext cx="0" cy="0"/>
          </a:xfrm>
        </p:spPr>
        <p:txBody>
          <a:bodyPr/>
          <a:lstStyle>
            <a:lvl1pPr>
              <a:defRPr sz="100">
                <a:noFill/>
              </a:defRPr>
            </a:lvl1pPr>
          </a:lstStyle>
          <a:p>
            <a:endParaRPr lang="en-GB"/>
          </a:p>
          <a:p>
            <a:r>
              <a:rPr lang="en-GB"/>
              <a:t>.</a:t>
            </a:r>
          </a:p>
        </p:txBody>
      </p:sp>
      <p:sp>
        <p:nvSpPr>
          <p:cNvPr id="6" name="Date Placeholder 5" hidden="1">
            <a:extLst>
              <a:ext uri="{FF2B5EF4-FFF2-40B4-BE49-F238E27FC236}">
                <a16:creationId xmlns:a16="http://schemas.microsoft.com/office/drawing/2014/main" id="{08F8CACC-6EC3-45E4-B2E4-A9916C3AA0BC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>
            <a:lvl1pPr>
              <a:defRPr>
                <a:noFill/>
              </a:defRPr>
            </a:lvl1pPr>
          </a:lstStyle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91494115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se story 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/>
          <p:cNvSpPr>
            <a:spLocks noGrp="1"/>
          </p:cNvSpPr>
          <p:nvPr>
            <p:ph type="pic" sz="quarter" idx="13" hasCustomPrompt="1"/>
          </p:nvPr>
        </p:nvSpPr>
        <p:spPr>
          <a:xfrm>
            <a:off x="6223000" y="500063"/>
            <a:ext cx="5467350" cy="5137151"/>
          </a:xfrm>
        </p:spPr>
        <p:txBody>
          <a:bodyPr tIns="72000" anchor="t" anchorCtr="0"/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1200">
                <a:solidFill>
                  <a:schemeClr val="tx1"/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Click here and insert picture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00062" y="2735263"/>
            <a:ext cx="5484813" cy="2365375"/>
          </a:xfrm>
        </p:spPr>
        <p:txBody>
          <a:bodyPr/>
          <a:lstStyle>
            <a:lvl1pPr>
              <a:defRPr sz="4000" b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GB" noProof="0"/>
              <a:t>Click to add title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F149FF58-D257-4EC7-B21D-296239E0971A}"/>
              </a:ext>
            </a:extLst>
          </p:cNvPr>
          <p:cNvSpPr>
            <a:spLocks noGrp="1"/>
          </p:cNvSpPr>
          <p:nvPr>
            <p:ph sz="quarter" idx="19" hasCustomPrompt="1"/>
          </p:nvPr>
        </p:nvSpPr>
        <p:spPr>
          <a:xfrm>
            <a:off x="500062" y="6278400"/>
            <a:ext cx="2862000" cy="133200"/>
          </a:xfrm>
        </p:spPr>
        <p:txBody>
          <a:bodyPr/>
          <a:lstStyle>
            <a:lvl1pPr marL="0" indent="0">
              <a:buNone/>
              <a:defRPr sz="900">
                <a:solidFill>
                  <a:srgbClr val="687A86"/>
                </a:solidFill>
              </a:defRPr>
            </a:lvl1pPr>
            <a:lvl2pPr marL="180000" indent="0">
              <a:buNone/>
              <a:defRPr/>
            </a:lvl2pPr>
          </a:lstStyle>
          <a:p>
            <a:pPr lvl="0"/>
            <a:r>
              <a:rPr lang="en-GB"/>
              <a:t>Insert case story</a:t>
            </a:r>
          </a:p>
        </p:txBody>
      </p:sp>
      <p:sp>
        <p:nvSpPr>
          <p:cNvPr id="9" name="Footer Placeholder 8" hidden="1">
            <a:extLst>
              <a:ext uri="{FF2B5EF4-FFF2-40B4-BE49-F238E27FC236}">
                <a16:creationId xmlns:a16="http://schemas.microsoft.com/office/drawing/2014/main" id="{A9A96F2B-17B8-409E-AEA9-1195DB57C00A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0" y="6858000"/>
            <a:ext cx="0" cy="0"/>
          </a:xfrm>
        </p:spPr>
        <p:txBody>
          <a:bodyPr/>
          <a:lstStyle>
            <a:lvl1pPr>
              <a:defRPr sz="100">
                <a:noFill/>
              </a:defRPr>
            </a:lvl1pPr>
          </a:lstStyle>
          <a:p>
            <a:r>
              <a:rPr lang="en-GB"/>
              <a:t>Insert presentation title via Header &amp; Footer</a:t>
            </a:r>
          </a:p>
        </p:txBody>
      </p:sp>
      <p:sp>
        <p:nvSpPr>
          <p:cNvPr id="10" name="Slide Number Placeholder 9" hidden="1">
            <a:extLst>
              <a:ext uri="{FF2B5EF4-FFF2-40B4-BE49-F238E27FC236}">
                <a16:creationId xmlns:a16="http://schemas.microsoft.com/office/drawing/2014/main" id="{644E83C0-32E9-43EF-864A-C6C827731210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0" y="6858000"/>
            <a:ext cx="0" cy="0"/>
          </a:xfrm>
        </p:spPr>
        <p:txBody>
          <a:bodyPr/>
          <a:lstStyle>
            <a:lvl1pPr>
              <a:defRPr sz="100">
                <a:noFill/>
              </a:defRPr>
            </a:lvl1pPr>
          </a:lstStyle>
          <a:p>
            <a:endParaRPr lang="en-GB"/>
          </a:p>
          <a:p>
            <a:r>
              <a:rPr lang="en-GB"/>
              <a:t>.</a:t>
            </a:r>
          </a:p>
        </p:txBody>
      </p:sp>
      <p:sp>
        <p:nvSpPr>
          <p:cNvPr id="6" name="Date Placeholder 5" hidden="1">
            <a:extLst>
              <a:ext uri="{FF2B5EF4-FFF2-40B4-BE49-F238E27FC236}">
                <a16:creationId xmlns:a16="http://schemas.microsoft.com/office/drawing/2014/main" id="{08F8CACC-6EC3-45E4-B2E4-A9916C3AA0BC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>
            <a:lvl1pPr>
              <a:defRPr>
                <a:noFill/>
              </a:defRPr>
            </a:lvl1pPr>
          </a:lstStyle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26334541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se story 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Background">
            <a:extLst>
              <a:ext uri="{FF2B5EF4-FFF2-40B4-BE49-F238E27FC236}">
                <a16:creationId xmlns:a16="http://schemas.microsoft.com/office/drawing/2014/main" id="{AF81BF6F-7D05-4852-828C-3879CADCF160}"/>
              </a:ext>
            </a:extLst>
          </p:cNvPr>
          <p:cNvSpPr/>
          <p:nvPr userDrawn="1"/>
        </p:nvSpPr>
        <p:spPr>
          <a:xfrm>
            <a:off x="0" y="0"/>
            <a:ext cx="12190476" cy="6858000"/>
          </a:xfrm>
          <a:prstGeom prst="rect">
            <a:avLst/>
          </a:prstGeom>
          <a:solidFill>
            <a:srgbClr val="ACACA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37600" tIns="237600" rIns="237600" bIns="237600" rtlCol="0" anchor="ctr"/>
          <a:lstStyle/>
          <a:p>
            <a:pPr algn="ctr"/>
            <a:endParaRPr lang="en-GB" sz="2000" noProof="0" err="1"/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D1FB8002-AF3C-460C-BA7E-9F5263B687B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0062" y="2732088"/>
            <a:ext cx="5484813" cy="2120712"/>
          </a:xfrm>
        </p:spPr>
        <p:txBody>
          <a:bodyPr/>
          <a:lstStyle>
            <a:lvl1pPr>
              <a:tabLst>
                <a:tab pos="936000" algn="l"/>
              </a:tabLst>
              <a:defRPr sz="4000" b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GB" noProof="0"/>
              <a:t>Click to add title, tab for first line indent</a:t>
            </a:r>
          </a:p>
        </p:txBody>
      </p:sp>
      <p:sp>
        <p:nvSpPr>
          <p:cNvPr id="21" name="Content Placeholder 2">
            <a:extLst>
              <a:ext uri="{FF2B5EF4-FFF2-40B4-BE49-F238E27FC236}">
                <a16:creationId xmlns:a16="http://schemas.microsoft.com/office/drawing/2014/main" id="{1BC693FA-5D05-4C1F-8558-FBF0F1B4B033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500062" y="6250512"/>
            <a:ext cx="2862000" cy="133200"/>
          </a:xfrm>
        </p:spPr>
        <p:txBody>
          <a:bodyPr/>
          <a:lstStyle>
            <a:lvl1pPr marL="0" indent="0">
              <a:buNone/>
              <a:defRPr sz="900">
                <a:solidFill>
                  <a:schemeClr val="bg1"/>
                </a:solidFill>
              </a:defRPr>
            </a:lvl1pPr>
            <a:lvl2pPr marL="180000" indent="0">
              <a:buNone/>
              <a:defRPr/>
            </a:lvl2pPr>
          </a:lstStyle>
          <a:p>
            <a:pPr lvl="0"/>
            <a:r>
              <a:rPr lang="en-GB"/>
              <a:t>Insert case story</a:t>
            </a:r>
          </a:p>
        </p:txBody>
      </p:sp>
      <p:sp>
        <p:nvSpPr>
          <p:cNvPr id="22" name="Content Placeholder 3">
            <a:extLst>
              <a:ext uri="{FF2B5EF4-FFF2-40B4-BE49-F238E27FC236}">
                <a16:creationId xmlns:a16="http://schemas.microsoft.com/office/drawing/2014/main" id="{F804FBC7-9C3E-4D1D-B918-9B6E55CB4AFF}"/>
              </a:ext>
            </a:extLst>
          </p:cNvPr>
          <p:cNvSpPr>
            <a:spLocks noGrp="1"/>
          </p:cNvSpPr>
          <p:nvPr>
            <p:ph sz="quarter" idx="19" hasCustomPrompt="1"/>
          </p:nvPr>
        </p:nvSpPr>
        <p:spPr>
          <a:xfrm>
            <a:off x="500062" y="5084763"/>
            <a:ext cx="5486400" cy="273600"/>
          </a:xfrm>
        </p:spPr>
        <p:txBody>
          <a:bodyPr anchor="b" anchorCtr="0"/>
          <a:lstStyle>
            <a:lvl1pPr marL="0" indent="0">
              <a:buNone/>
              <a:defRPr sz="2400">
                <a:solidFill>
                  <a:schemeClr val="bg1"/>
                </a:solidFill>
                <a:latin typeface="+mj-lt"/>
              </a:defRPr>
            </a:lvl1pPr>
            <a:lvl2pPr marL="180000" indent="0">
              <a:buNone/>
              <a:defRPr/>
            </a:lvl2pPr>
          </a:lstStyle>
          <a:p>
            <a:pPr lvl="0"/>
            <a:r>
              <a:rPr lang="en-GB"/>
              <a:t>Click to add text</a:t>
            </a:r>
            <a:endParaRPr lang="en-US"/>
          </a:p>
        </p:txBody>
      </p:sp>
      <p:pic>
        <p:nvPicPr>
          <p:cNvPr id="13" name="Logo">
            <a:extLst>
              <a:ext uri="{FF2B5EF4-FFF2-40B4-BE49-F238E27FC236}">
                <a16:creationId xmlns:a16="http://schemas.microsoft.com/office/drawing/2014/main" id="{81AC2EDD-D666-4150-9ABF-DE1FAABE1B2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57214" y="6137500"/>
            <a:ext cx="1435438" cy="320697"/>
          </a:xfrm>
          <a:prstGeom prst="rect">
            <a:avLst/>
          </a:prstGeom>
        </p:spPr>
      </p:pic>
      <p:sp>
        <p:nvSpPr>
          <p:cNvPr id="6" name="Date Placeholder 5" hidden="1">
            <a:extLst>
              <a:ext uri="{FF2B5EF4-FFF2-40B4-BE49-F238E27FC236}">
                <a16:creationId xmlns:a16="http://schemas.microsoft.com/office/drawing/2014/main" id="{BC8FE318-906F-4EA5-9B25-B9CA26679122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0" y="6858000"/>
            <a:ext cx="0" cy="0"/>
          </a:xfrm>
        </p:spPr>
        <p:txBody>
          <a:bodyPr/>
          <a:lstStyle/>
          <a:p>
            <a:endParaRPr lang="en-GB"/>
          </a:p>
        </p:txBody>
      </p:sp>
      <p:sp>
        <p:nvSpPr>
          <p:cNvPr id="27" name="Footer Placeholder 18" hidden="1">
            <a:extLst>
              <a:ext uri="{FF2B5EF4-FFF2-40B4-BE49-F238E27FC236}">
                <a16:creationId xmlns:a16="http://schemas.microsoft.com/office/drawing/2014/main" id="{7BC00E8E-7767-4CBC-8922-35975B938062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0" y="6858000"/>
            <a:ext cx="0" cy="0"/>
          </a:xfrm>
        </p:spPr>
        <p:txBody>
          <a:bodyPr/>
          <a:lstStyle>
            <a:lvl1pPr>
              <a:defRPr sz="100">
                <a:noFill/>
              </a:defRPr>
            </a:lvl1pPr>
          </a:lstStyle>
          <a:p>
            <a:r>
              <a:rPr lang="en-GB"/>
              <a:t>Insert presentation title via Header &amp; Footer</a:t>
            </a:r>
          </a:p>
        </p:txBody>
      </p:sp>
      <p:sp>
        <p:nvSpPr>
          <p:cNvPr id="28" name="Slide Number Placeholder 19" hidden="1">
            <a:extLst>
              <a:ext uri="{FF2B5EF4-FFF2-40B4-BE49-F238E27FC236}">
                <a16:creationId xmlns:a16="http://schemas.microsoft.com/office/drawing/2014/main" id="{768E6C0E-9500-4A30-831D-49B7D31ACD26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0" y="6858000"/>
            <a:ext cx="0" cy="0"/>
          </a:xfrm>
        </p:spPr>
        <p:txBody>
          <a:bodyPr/>
          <a:lstStyle>
            <a:lvl1pPr>
              <a:defRPr sz="100">
                <a:noFill/>
              </a:defRPr>
            </a:lvl1pPr>
          </a:lstStyle>
          <a:p>
            <a:r>
              <a:rPr lang="en-GB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34719860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se story 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icture Placeholder 3"/>
          <p:cNvSpPr>
            <a:spLocks noGrp="1"/>
          </p:cNvSpPr>
          <p:nvPr>
            <p:ph type="pic" sz="quarter" idx="14" hasCustomPrompt="1"/>
          </p:nvPr>
        </p:nvSpPr>
        <p:spPr>
          <a:xfrm>
            <a:off x="6223001" y="501650"/>
            <a:ext cx="5467350" cy="5135563"/>
          </a:xfrm>
          <a:noFill/>
        </p:spPr>
        <p:txBody>
          <a:bodyPr tIns="72000" anchor="t" anchorCtr="0"/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1200"/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Click here and insert picture</a:t>
            </a:r>
          </a:p>
        </p:txBody>
      </p:sp>
      <p:sp>
        <p:nvSpPr>
          <p:cNvPr id="31" name="Title 1">
            <a:extLst>
              <a:ext uri="{FF2B5EF4-FFF2-40B4-BE49-F238E27FC236}">
                <a16:creationId xmlns:a16="http://schemas.microsoft.com/office/drawing/2014/main" id="{740DA269-FA7A-44B3-BAB8-307D66285E0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0062" y="2732088"/>
            <a:ext cx="5484813" cy="2125662"/>
          </a:xfrm>
        </p:spPr>
        <p:txBody>
          <a:bodyPr/>
          <a:lstStyle>
            <a:lvl1pPr>
              <a:tabLst>
                <a:tab pos="936000" algn="l"/>
              </a:tabLst>
              <a:defRPr sz="4000" b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GB" noProof="0"/>
              <a:t>Click to add title, tab for first line indent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A5760E0E-D53B-47E2-9695-6AA917F7B7A1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500062" y="6252276"/>
            <a:ext cx="2862000" cy="133200"/>
          </a:xfrm>
        </p:spPr>
        <p:txBody>
          <a:bodyPr/>
          <a:lstStyle>
            <a:lvl1pPr marL="0" indent="0">
              <a:buNone/>
              <a:defRPr sz="900">
                <a:solidFill>
                  <a:schemeClr val="tx1"/>
                </a:solidFill>
              </a:defRPr>
            </a:lvl1pPr>
            <a:lvl2pPr marL="180000" indent="0">
              <a:buNone/>
              <a:defRPr/>
            </a:lvl2pPr>
          </a:lstStyle>
          <a:p>
            <a:pPr lvl="0"/>
            <a:r>
              <a:rPr lang="en-GB"/>
              <a:t>Insert case story</a:t>
            </a:r>
          </a:p>
        </p:txBody>
      </p:sp>
      <p:sp>
        <p:nvSpPr>
          <p:cNvPr id="12" name="Content Placeholder 3">
            <a:extLst>
              <a:ext uri="{FF2B5EF4-FFF2-40B4-BE49-F238E27FC236}">
                <a16:creationId xmlns:a16="http://schemas.microsoft.com/office/drawing/2014/main" id="{37DD9DDB-5F46-40A0-A8FA-05AFD85DDCF9}"/>
              </a:ext>
            </a:extLst>
          </p:cNvPr>
          <p:cNvSpPr>
            <a:spLocks noGrp="1"/>
          </p:cNvSpPr>
          <p:nvPr>
            <p:ph sz="quarter" idx="19" hasCustomPrompt="1"/>
          </p:nvPr>
        </p:nvSpPr>
        <p:spPr>
          <a:xfrm>
            <a:off x="500062" y="5084763"/>
            <a:ext cx="5486400" cy="273600"/>
          </a:xfrm>
        </p:spPr>
        <p:txBody>
          <a:bodyPr anchor="b" anchorCtr="0"/>
          <a:lstStyle>
            <a:lvl1pPr marL="0" indent="0">
              <a:buNone/>
              <a:defRPr sz="2400">
                <a:solidFill>
                  <a:schemeClr val="tx1"/>
                </a:solidFill>
                <a:latin typeface="+mj-lt"/>
              </a:defRPr>
            </a:lvl1pPr>
            <a:lvl2pPr marL="180000" indent="0">
              <a:buNone/>
              <a:defRPr/>
            </a:lvl2pPr>
          </a:lstStyle>
          <a:p>
            <a:pPr lvl="0"/>
            <a:r>
              <a:rPr lang="en-GB"/>
              <a:t>Click to add text</a:t>
            </a:r>
            <a:endParaRPr lang="en-US"/>
          </a:p>
        </p:txBody>
      </p:sp>
      <p:grpSp>
        <p:nvGrpSpPr>
          <p:cNvPr id="16" name="Group logo">
            <a:extLst>
              <a:ext uri="{FF2B5EF4-FFF2-40B4-BE49-F238E27FC236}">
                <a16:creationId xmlns:a16="http://schemas.microsoft.com/office/drawing/2014/main" id="{F096A198-57B0-402E-B8FD-71C5BF944700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10256489" y="6137500"/>
            <a:ext cx="1436163" cy="320400"/>
            <a:chOff x="6478" y="3868"/>
            <a:chExt cx="892" cy="199"/>
          </a:xfrm>
        </p:grpSpPr>
        <p:sp>
          <p:nvSpPr>
            <p:cNvPr id="17" name="Freeform 5">
              <a:extLst>
                <a:ext uri="{FF2B5EF4-FFF2-40B4-BE49-F238E27FC236}">
                  <a16:creationId xmlns:a16="http://schemas.microsoft.com/office/drawing/2014/main" id="{9735D8F0-DF96-4E27-BA61-1D988B86919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749" y="3923"/>
              <a:ext cx="104" cy="88"/>
            </a:xfrm>
            <a:custGeom>
              <a:avLst/>
              <a:gdLst>
                <a:gd name="T0" fmla="*/ 0 w 104"/>
                <a:gd name="T1" fmla="*/ 88 h 88"/>
                <a:gd name="T2" fmla="*/ 0 w 104"/>
                <a:gd name="T3" fmla="*/ 0 h 88"/>
                <a:gd name="T4" fmla="*/ 23 w 104"/>
                <a:gd name="T5" fmla="*/ 0 h 88"/>
                <a:gd name="T6" fmla="*/ 52 w 104"/>
                <a:gd name="T7" fmla="*/ 66 h 88"/>
                <a:gd name="T8" fmla="*/ 81 w 104"/>
                <a:gd name="T9" fmla="*/ 0 h 88"/>
                <a:gd name="T10" fmla="*/ 104 w 104"/>
                <a:gd name="T11" fmla="*/ 0 h 88"/>
                <a:gd name="T12" fmla="*/ 104 w 104"/>
                <a:gd name="T13" fmla="*/ 88 h 88"/>
                <a:gd name="T14" fmla="*/ 85 w 104"/>
                <a:gd name="T15" fmla="*/ 88 h 88"/>
                <a:gd name="T16" fmla="*/ 85 w 104"/>
                <a:gd name="T17" fmla="*/ 37 h 88"/>
                <a:gd name="T18" fmla="*/ 62 w 104"/>
                <a:gd name="T19" fmla="*/ 88 h 88"/>
                <a:gd name="T20" fmla="*/ 42 w 104"/>
                <a:gd name="T21" fmla="*/ 88 h 88"/>
                <a:gd name="T22" fmla="*/ 19 w 104"/>
                <a:gd name="T23" fmla="*/ 38 h 88"/>
                <a:gd name="T24" fmla="*/ 19 w 104"/>
                <a:gd name="T25" fmla="*/ 88 h 88"/>
                <a:gd name="T26" fmla="*/ 0 w 104"/>
                <a:gd name="T27" fmla="*/ 88 h 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04" h="88">
                  <a:moveTo>
                    <a:pt x="0" y="88"/>
                  </a:moveTo>
                  <a:lnTo>
                    <a:pt x="0" y="0"/>
                  </a:lnTo>
                  <a:lnTo>
                    <a:pt x="23" y="0"/>
                  </a:lnTo>
                  <a:lnTo>
                    <a:pt x="52" y="66"/>
                  </a:lnTo>
                  <a:lnTo>
                    <a:pt x="81" y="0"/>
                  </a:lnTo>
                  <a:lnTo>
                    <a:pt x="104" y="0"/>
                  </a:lnTo>
                  <a:lnTo>
                    <a:pt x="104" y="88"/>
                  </a:lnTo>
                  <a:lnTo>
                    <a:pt x="85" y="88"/>
                  </a:lnTo>
                  <a:lnTo>
                    <a:pt x="85" y="37"/>
                  </a:lnTo>
                  <a:lnTo>
                    <a:pt x="62" y="88"/>
                  </a:lnTo>
                  <a:lnTo>
                    <a:pt x="42" y="88"/>
                  </a:lnTo>
                  <a:lnTo>
                    <a:pt x="19" y="38"/>
                  </a:lnTo>
                  <a:lnTo>
                    <a:pt x="19" y="88"/>
                  </a:lnTo>
                  <a:lnTo>
                    <a:pt x="0" y="88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18" name="Freeform 6">
              <a:extLst>
                <a:ext uri="{FF2B5EF4-FFF2-40B4-BE49-F238E27FC236}">
                  <a16:creationId xmlns:a16="http://schemas.microsoft.com/office/drawing/2014/main" id="{1497644D-7612-422C-AF4D-1E0DD385458D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861" y="3923"/>
              <a:ext cx="106" cy="88"/>
            </a:xfrm>
            <a:custGeom>
              <a:avLst/>
              <a:gdLst>
                <a:gd name="T0" fmla="*/ 23 w 106"/>
                <a:gd name="T1" fmla="*/ 88 h 88"/>
                <a:gd name="T2" fmla="*/ 0 w 106"/>
                <a:gd name="T3" fmla="*/ 88 h 88"/>
                <a:gd name="T4" fmla="*/ 40 w 106"/>
                <a:gd name="T5" fmla="*/ 0 h 88"/>
                <a:gd name="T6" fmla="*/ 67 w 106"/>
                <a:gd name="T7" fmla="*/ 0 h 88"/>
                <a:gd name="T8" fmla="*/ 106 w 106"/>
                <a:gd name="T9" fmla="*/ 88 h 88"/>
                <a:gd name="T10" fmla="*/ 84 w 106"/>
                <a:gd name="T11" fmla="*/ 88 h 88"/>
                <a:gd name="T12" fmla="*/ 76 w 106"/>
                <a:gd name="T13" fmla="*/ 71 h 88"/>
                <a:gd name="T14" fmla="*/ 30 w 106"/>
                <a:gd name="T15" fmla="*/ 71 h 88"/>
                <a:gd name="T16" fmla="*/ 23 w 106"/>
                <a:gd name="T17" fmla="*/ 88 h 88"/>
                <a:gd name="T18" fmla="*/ 69 w 106"/>
                <a:gd name="T19" fmla="*/ 54 h 88"/>
                <a:gd name="T20" fmla="*/ 53 w 106"/>
                <a:gd name="T21" fmla="*/ 17 h 88"/>
                <a:gd name="T22" fmla="*/ 38 w 106"/>
                <a:gd name="T23" fmla="*/ 54 h 88"/>
                <a:gd name="T24" fmla="*/ 69 w 106"/>
                <a:gd name="T25" fmla="*/ 54 h 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06" h="88">
                  <a:moveTo>
                    <a:pt x="23" y="88"/>
                  </a:moveTo>
                  <a:lnTo>
                    <a:pt x="0" y="88"/>
                  </a:lnTo>
                  <a:lnTo>
                    <a:pt x="40" y="0"/>
                  </a:lnTo>
                  <a:lnTo>
                    <a:pt x="67" y="0"/>
                  </a:lnTo>
                  <a:lnTo>
                    <a:pt x="106" y="88"/>
                  </a:lnTo>
                  <a:lnTo>
                    <a:pt x="84" y="88"/>
                  </a:lnTo>
                  <a:lnTo>
                    <a:pt x="76" y="71"/>
                  </a:lnTo>
                  <a:lnTo>
                    <a:pt x="30" y="71"/>
                  </a:lnTo>
                  <a:lnTo>
                    <a:pt x="23" y="88"/>
                  </a:lnTo>
                  <a:close/>
                  <a:moveTo>
                    <a:pt x="69" y="54"/>
                  </a:moveTo>
                  <a:lnTo>
                    <a:pt x="53" y="17"/>
                  </a:lnTo>
                  <a:lnTo>
                    <a:pt x="38" y="54"/>
                  </a:lnTo>
                  <a:lnTo>
                    <a:pt x="69" y="54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19" name="Freeform 7">
              <a:extLst>
                <a:ext uri="{FF2B5EF4-FFF2-40B4-BE49-F238E27FC236}">
                  <a16:creationId xmlns:a16="http://schemas.microsoft.com/office/drawing/2014/main" id="{A6B732CD-52AC-420B-8B09-36FD5C70C89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976" y="3923"/>
              <a:ext cx="84" cy="88"/>
            </a:xfrm>
            <a:custGeom>
              <a:avLst/>
              <a:gdLst>
                <a:gd name="T0" fmla="*/ 0 w 84"/>
                <a:gd name="T1" fmla="*/ 88 h 88"/>
                <a:gd name="T2" fmla="*/ 0 w 84"/>
                <a:gd name="T3" fmla="*/ 0 h 88"/>
                <a:gd name="T4" fmla="*/ 83 w 84"/>
                <a:gd name="T5" fmla="*/ 0 h 88"/>
                <a:gd name="T6" fmla="*/ 83 w 84"/>
                <a:gd name="T7" fmla="*/ 18 h 88"/>
                <a:gd name="T8" fmla="*/ 20 w 84"/>
                <a:gd name="T9" fmla="*/ 18 h 88"/>
                <a:gd name="T10" fmla="*/ 20 w 84"/>
                <a:gd name="T11" fmla="*/ 35 h 88"/>
                <a:gd name="T12" fmla="*/ 75 w 84"/>
                <a:gd name="T13" fmla="*/ 35 h 88"/>
                <a:gd name="T14" fmla="*/ 75 w 84"/>
                <a:gd name="T15" fmla="*/ 53 h 88"/>
                <a:gd name="T16" fmla="*/ 20 w 84"/>
                <a:gd name="T17" fmla="*/ 53 h 88"/>
                <a:gd name="T18" fmla="*/ 20 w 84"/>
                <a:gd name="T19" fmla="*/ 71 h 88"/>
                <a:gd name="T20" fmla="*/ 84 w 84"/>
                <a:gd name="T21" fmla="*/ 71 h 88"/>
                <a:gd name="T22" fmla="*/ 84 w 84"/>
                <a:gd name="T23" fmla="*/ 88 h 88"/>
                <a:gd name="T24" fmla="*/ 0 w 84"/>
                <a:gd name="T25" fmla="*/ 88 h 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84" h="88">
                  <a:moveTo>
                    <a:pt x="0" y="88"/>
                  </a:moveTo>
                  <a:lnTo>
                    <a:pt x="0" y="0"/>
                  </a:lnTo>
                  <a:lnTo>
                    <a:pt x="83" y="0"/>
                  </a:lnTo>
                  <a:lnTo>
                    <a:pt x="83" y="18"/>
                  </a:lnTo>
                  <a:lnTo>
                    <a:pt x="20" y="18"/>
                  </a:lnTo>
                  <a:lnTo>
                    <a:pt x="20" y="35"/>
                  </a:lnTo>
                  <a:lnTo>
                    <a:pt x="75" y="35"/>
                  </a:lnTo>
                  <a:lnTo>
                    <a:pt x="75" y="53"/>
                  </a:lnTo>
                  <a:lnTo>
                    <a:pt x="20" y="53"/>
                  </a:lnTo>
                  <a:lnTo>
                    <a:pt x="20" y="71"/>
                  </a:lnTo>
                  <a:lnTo>
                    <a:pt x="84" y="71"/>
                  </a:lnTo>
                  <a:lnTo>
                    <a:pt x="84" y="88"/>
                  </a:lnTo>
                  <a:lnTo>
                    <a:pt x="0" y="88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20" name="Freeform 8">
              <a:extLst>
                <a:ext uri="{FF2B5EF4-FFF2-40B4-BE49-F238E27FC236}">
                  <a16:creationId xmlns:a16="http://schemas.microsoft.com/office/drawing/2014/main" id="{C85937AE-5276-446F-AB67-7B60605D469B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7076" y="3923"/>
              <a:ext cx="85" cy="88"/>
            </a:xfrm>
            <a:custGeom>
              <a:avLst/>
              <a:gdLst>
                <a:gd name="T0" fmla="*/ 0 w 94"/>
                <a:gd name="T1" fmla="*/ 96 h 96"/>
                <a:gd name="T2" fmla="*/ 0 w 94"/>
                <a:gd name="T3" fmla="*/ 0 h 96"/>
                <a:gd name="T4" fmla="*/ 77 w 94"/>
                <a:gd name="T5" fmla="*/ 0 h 96"/>
                <a:gd name="T6" fmla="*/ 93 w 94"/>
                <a:gd name="T7" fmla="*/ 16 h 96"/>
                <a:gd name="T8" fmla="*/ 93 w 94"/>
                <a:gd name="T9" fmla="*/ 48 h 96"/>
                <a:gd name="T10" fmla="*/ 74 w 94"/>
                <a:gd name="T11" fmla="*/ 63 h 96"/>
                <a:gd name="T12" fmla="*/ 72 w 94"/>
                <a:gd name="T13" fmla="*/ 63 h 96"/>
                <a:gd name="T14" fmla="*/ 94 w 94"/>
                <a:gd name="T15" fmla="*/ 96 h 96"/>
                <a:gd name="T16" fmla="*/ 69 w 94"/>
                <a:gd name="T17" fmla="*/ 96 h 96"/>
                <a:gd name="T18" fmla="*/ 48 w 94"/>
                <a:gd name="T19" fmla="*/ 63 h 96"/>
                <a:gd name="T20" fmla="*/ 23 w 94"/>
                <a:gd name="T21" fmla="*/ 63 h 96"/>
                <a:gd name="T22" fmla="*/ 23 w 94"/>
                <a:gd name="T23" fmla="*/ 96 h 96"/>
                <a:gd name="T24" fmla="*/ 0 w 94"/>
                <a:gd name="T25" fmla="*/ 96 h 96"/>
                <a:gd name="T26" fmla="*/ 23 w 94"/>
                <a:gd name="T27" fmla="*/ 44 h 96"/>
                <a:gd name="T28" fmla="*/ 71 w 94"/>
                <a:gd name="T29" fmla="*/ 44 h 96"/>
                <a:gd name="T30" fmla="*/ 71 w 94"/>
                <a:gd name="T31" fmla="*/ 19 h 96"/>
                <a:gd name="T32" fmla="*/ 23 w 94"/>
                <a:gd name="T33" fmla="*/ 19 h 96"/>
                <a:gd name="T34" fmla="*/ 23 w 94"/>
                <a:gd name="T35" fmla="*/ 44 h 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94" h="96">
                  <a:moveTo>
                    <a:pt x="0" y="96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77" y="0"/>
                    <a:pt x="77" y="0"/>
                    <a:pt x="77" y="0"/>
                  </a:cubicBezTo>
                  <a:cubicBezTo>
                    <a:pt x="87" y="0"/>
                    <a:pt x="93" y="6"/>
                    <a:pt x="93" y="16"/>
                  </a:cubicBezTo>
                  <a:cubicBezTo>
                    <a:pt x="93" y="48"/>
                    <a:pt x="93" y="48"/>
                    <a:pt x="93" y="48"/>
                  </a:cubicBezTo>
                  <a:cubicBezTo>
                    <a:pt x="93" y="56"/>
                    <a:pt x="87" y="63"/>
                    <a:pt x="74" y="63"/>
                  </a:cubicBezTo>
                  <a:cubicBezTo>
                    <a:pt x="73" y="63"/>
                    <a:pt x="72" y="63"/>
                    <a:pt x="72" y="63"/>
                  </a:cubicBezTo>
                  <a:cubicBezTo>
                    <a:pt x="94" y="96"/>
                    <a:pt x="94" y="96"/>
                    <a:pt x="94" y="96"/>
                  </a:cubicBezTo>
                  <a:cubicBezTo>
                    <a:pt x="69" y="96"/>
                    <a:pt x="69" y="96"/>
                    <a:pt x="69" y="96"/>
                  </a:cubicBezTo>
                  <a:cubicBezTo>
                    <a:pt x="48" y="63"/>
                    <a:pt x="48" y="63"/>
                    <a:pt x="48" y="63"/>
                  </a:cubicBezTo>
                  <a:cubicBezTo>
                    <a:pt x="23" y="63"/>
                    <a:pt x="23" y="63"/>
                    <a:pt x="23" y="63"/>
                  </a:cubicBezTo>
                  <a:cubicBezTo>
                    <a:pt x="23" y="96"/>
                    <a:pt x="23" y="96"/>
                    <a:pt x="23" y="96"/>
                  </a:cubicBezTo>
                  <a:lnTo>
                    <a:pt x="0" y="96"/>
                  </a:lnTo>
                  <a:close/>
                  <a:moveTo>
                    <a:pt x="23" y="44"/>
                  </a:moveTo>
                  <a:cubicBezTo>
                    <a:pt x="71" y="44"/>
                    <a:pt x="71" y="44"/>
                    <a:pt x="71" y="44"/>
                  </a:cubicBezTo>
                  <a:cubicBezTo>
                    <a:pt x="71" y="19"/>
                    <a:pt x="71" y="19"/>
                    <a:pt x="71" y="19"/>
                  </a:cubicBezTo>
                  <a:cubicBezTo>
                    <a:pt x="23" y="19"/>
                    <a:pt x="23" y="19"/>
                    <a:pt x="23" y="19"/>
                  </a:cubicBezTo>
                  <a:cubicBezTo>
                    <a:pt x="23" y="44"/>
                    <a:pt x="23" y="44"/>
                    <a:pt x="23" y="44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21" name="Freeform 9">
              <a:extLst>
                <a:ext uri="{FF2B5EF4-FFF2-40B4-BE49-F238E27FC236}">
                  <a16:creationId xmlns:a16="http://schemas.microsoft.com/office/drawing/2014/main" id="{1142013A-0C22-460F-9469-E0A34D93C5A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177" y="3923"/>
              <a:ext cx="84" cy="88"/>
            </a:xfrm>
            <a:custGeom>
              <a:avLst/>
              <a:gdLst>
                <a:gd name="T0" fmla="*/ 23 w 92"/>
                <a:gd name="T1" fmla="*/ 96 h 96"/>
                <a:gd name="T2" fmla="*/ 15 w 92"/>
                <a:gd name="T3" fmla="*/ 96 h 96"/>
                <a:gd name="T4" fmla="*/ 0 w 92"/>
                <a:gd name="T5" fmla="*/ 82 h 96"/>
                <a:gd name="T6" fmla="*/ 0 w 92"/>
                <a:gd name="T7" fmla="*/ 70 h 96"/>
                <a:gd name="T8" fmla="*/ 23 w 92"/>
                <a:gd name="T9" fmla="*/ 70 h 96"/>
                <a:gd name="T10" fmla="*/ 23 w 92"/>
                <a:gd name="T11" fmla="*/ 77 h 96"/>
                <a:gd name="T12" fmla="*/ 70 w 92"/>
                <a:gd name="T13" fmla="*/ 77 h 96"/>
                <a:gd name="T14" fmla="*/ 70 w 92"/>
                <a:gd name="T15" fmla="*/ 57 h 96"/>
                <a:gd name="T16" fmla="*/ 16 w 92"/>
                <a:gd name="T17" fmla="*/ 57 h 96"/>
                <a:gd name="T18" fmla="*/ 1 w 92"/>
                <a:gd name="T19" fmla="*/ 43 h 96"/>
                <a:gd name="T20" fmla="*/ 1 w 92"/>
                <a:gd name="T21" fmla="*/ 15 h 96"/>
                <a:gd name="T22" fmla="*/ 16 w 92"/>
                <a:gd name="T23" fmla="*/ 0 h 96"/>
                <a:gd name="T24" fmla="*/ 78 w 92"/>
                <a:gd name="T25" fmla="*/ 0 h 96"/>
                <a:gd name="T26" fmla="*/ 92 w 92"/>
                <a:gd name="T27" fmla="*/ 16 h 96"/>
                <a:gd name="T28" fmla="*/ 92 w 92"/>
                <a:gd name="T29" fmla="*/ 27 h 96"/>
                <a:gd name="T30" fmla="*/ 70 w 92"/>
                <a:gd name="T31" fmla="*/ 27 h 96"/>
                <a:gd name="T32" fmla="*/ 70 w 92"/>
                <a:gd name="T33" fmla="*/ 19 h 96"/>
                <a:gd name="T34" fmla="*/ 23 w 92"/>
                <a:gd name="T35" fmla="*/ 19 h 96"/>
                <a:gd name="T36" fmla="*/ 23 w 92"/>
                <a:gd name="T37" fmla="*/ 38 h 96"/>
                <a:gd name="T38" fmla="*/ 77 w 92"/>
                <a:gd name="T39" fmla="*/ 38 h 96"/>
                <a:gd name="T40" fmla="*/ 92 w 92"/>
                <a:gd name="T41" fmla="*/ 54 h 96"/>
                <a:gd name="T42" fmla="*/ 92 w 92"/>
                <a:gd name="T43" fmla="*/ 81 h 96"/>
                <a:gd name="T44" fmla="*/ 77 w 92"/>
                <a:gd name="T45" fmla="*/ 96 h 96"/>
                <a:gd name="T46" fmla="*/ 23 w 92"/>
                <a:gd name="T47" fmla="*/ 96 h 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92" h="96">
                  <a:moveTo>
                    <a:pt x="23" y="96"/>
                  </a:moveTo>
                  <a:cubicBezTo>
                    <a:pt x="15" y="96"/>
                    <a:pt x="15" y="96"/>
                    <a:pt x="15" y="96"/>
                  </a:cubicBezTo>
                  <a:cubicBezTo>
                    <a:pt x="5" y="96"/>
                    <a:pt x="0" y="90"/>
                    <a:pt x="0" y="82"/>
                  </a:cubicBezTo>
                  <a:cubicBezTo>
                    <a:pt x="0" y="70"/>
                    <a:pt x="0" y="70"/>
                    <a:pt x="0" y="70"/>
                  </a:cubicBezTo>
                  <a:cubicBezTo>
                    <a:pt x="23" y="70"/>
                    <a:pt x="23" y="70"/>
                    <a:pt x="23" y="70"/>
                  </a:cubicBezTo>
                  <a:cubicBezTo>
                    <a:pt x="23" y="77"/>
                    <a:pt x="23" y="77"/>
                    <a:pt x="23" y="77"/>
                  </a:cubicBezTo>
                  <a:cubicBezTo>
                    <a:pt x="70" y="77"/>
                    <a:pt x="70" y="77"/>
                    <a:pt x="70" y="77"/>
                  </a:cubicBezTo>
                  <a:cubicBezTo>
                    <a:pt x="70" y="57"/>
                    <a:pt x="70" y="57"/>
                    <a:pt x="70" y="57"/>
                  </a:cubicBezTo>
                  <a:cubicBezTo>
                    <a:pt x="70" y="57"/>
                    <a:pt x="24" y="57"/>
                    <a:pt x="16" y="57"/>
                  </a:cubicBezTo>
                  <a:cubicBezTo>
                    <a:pt x="7" y="57"/>
                    <a:pt x="1" y="51"/>
                    <a:pt x="1" y="43"/>
                  </a:cubicBezTo>
                  <a:cubicBezTo>
                    <a:pt x="1" y="15"/>
                    <a:pt x="1" y="15"/>
                    <a:pt x="1" y="15"/>
                  </a:cubicBezTo>
                  <a:cubicBezTo>
                    <a:pt x="1" y="6"/>
                    <a:pt x="8" y="0"/>
                    <a:pt x="16" y="0"/>
                  </a:cubicBezTo>
                  <a:cubicBezTo>
                    <a:pt x="24" y="0"/>
                    <a:pt x="78" y="0"/>
                    <a:pt x="78" y="0"/>
                  </a:cubicBezTo>
                  <a:cubicBezTo>
                    <a:pt x="86" y="0"/>
                    <a:pt x="92" y="6"/>
                    <a:pt x="92" y="16"/>
                  </a:cubicBezTo>
                  <a:cubicBezTo>
                    <a:pt x="92" y="25"/>
                    <a:pt x="92" y="27"/>
                    <a:pt x="92" y="27"/>
                  </a:cubicBezTo>
                  <a:cubicBezTo>
                    <a:pt x="70" y="27"/>
                    <a:pt x="70" y="27"/>
                    <a:pt x="70" y="27"/>
                  </a:cubicBezTo>
                  <a:cubicBezTo>
                    <a:pt x="70" y="19"/>
                    <a:pt x="70" y="19"/>
                    <a:pt x="70" y="19"/>
                  </a:cubicBezTo>
                  <a:cubicBezTo>
                    <a:pt x="23" y="19"/>
                    <a:pt x="23" y="19"/>
                    <a:pt x="23" y="19"/>
                  </a:cubicBezTo>
                  <a:cubicBezTo>
                    <a:pt x="23" y="38"/>
                    <a:pt x="23" y="38"/>
                    <a:pt x="23" y="38"/>
                  </a:cubicBezTo>
                  <a:cubicBezTo>
                    <a:pt x="77" y="38"/>
                    <a:pt x="77" y="38"/>
                    <a:pt x="77" y="38"/>
                  </a:cubicBezTo>
                  <a:cubicBezTo>
                    <a:pt x="85" y="38"/>
                    <a:pt x="92" y="44"/>
                    <a:pt x="92" y="54"/>
                  </a:cubicBezTo>
                  <a:cubicBezTo>
                    <a:pt x="92" y="81"/>
                    <a:pt x="92" y="81"/>
                    <a:pt x="92" y="81"/>
                  </a:cubicBezTo>
                  <a:cubicBezTo>
                    <a:pt x="92" y="90"/>
                    <a:pt x="87" y="96"/>
                    <a:pt x="77" y="96"/>
                  </a:cubicBezTo>
                  <a:cubicBezTo>
                    <a:pt x="68" y="96"/>
                    <a:pt x="23" y="96"/>
                    <a:pt x="23" y="96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22" name="Freeform 10">
              <a:extLst>
                <a:ext uri="{FF2B5EF4-FFF2-40B4-BE49-F238E27FC236}">
                  <a16:creationId xmlns:a16="http://schemas.microsoft.com/office/drawing/2014/main" id="{0F3AFC74-3794-4E77-9F20-A4B649553CE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280" y="3923"/>
              <a:ext cx="90" cy="88"/>
            </a:xfrm>
            <a:custGeom>
              <a:avLst/>
              <a:gdLst>
                <a:gd name="T0" fmla="*/ 0 w 90"/>
                <a:gd name="T1" fmla="*/ 88 h 88"/>
                <a:gd name="T2" fmla="*/ 0 w 90"/>
                <a:gd name="T3" fmla="*/ 0 h 88"/>
                <a:gd name="T4" fmla="*/ 21 w 90"/>
                <a:gd name="T5" fmla="*/ 0 h 88"/>
                <a:gd name="T6" fmla="*/ 21 w 90"/>
                <a:gd name="T7" fmla="*/ 36 h 88"/>
                <a:gd name="T8" fmla="*/ 60 w 90"/>
                <a:gd name="T9" fmla="*/ 0 h 88"/>
                <a:gd name="T10" fmla="*/ 88 w 90"/>
                <a:gd name="T11" fmla="*/ 0 h 88"/>
                <a:gd name="T12" fmla="*/ 42 w 90"/>
                <a:gd name="T13" fmla="*/ 42 h 88"/>
                <a:gd name="T14" fmla="*/ 90 w 90"/>
                <a:gd name="T15" fmla="*/ 88 h 88"/>
                <a:gd name="T16" fmla="*/ 61 w 90"/>
                <a:gd name="T17" fmla="*/ 88 h 88"/>
                <a:gd name="T18" fmla="*/ 21 w 90"/>
                <a:gd name="T19" fmla="*/ 48 h 88"/>
                <a:gd name="T20" fmla="*/ 21 w 90"/>
                <a:gd name="T21" fmla="*/ 88 h 88"/>
                <a:gd name="T22" fmla="*/ 0 w 90"/>
                <a:gd name="T23" fmla="*/ 88 h 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90" h="88">
                  <a:moveTo>
                    <a:pt x="0" y="88"/>
                  </a:moveTo>
                  <a:lnTo>
                    <a:pt x="0" y="0"/>
                  </a:lnTo>
                  <a:lnTo>
                    <a:pt x="21" y="0"/>
                  </a:lnTo>
                  <a:lnTo>
                    <a:pt x="21" y="36"/>
                  </a:lnTo>
                  <a:lnTo>
                    <a:pt x="60" y="0"/>
                  </a:lnTo>
                  <a:lnTo>
                    <a:pt x="88" y="0"/>
                  </a:lnTo>
                  <a:lnTo>
                    <a:pt x="42" y="42"/>
                  </a:lnTo>
                  <a:lnTo>
                    <a:pt x="90" y="88"/>
                  </a:lnTo>
                  <a:lnTo>
                    <a:pt x="61" y="88"/>
                  </a:lnTo>
                  <a:lnTo>
                    <a:pt x="21" y="48"/>
                  </a:lnTo>
                  <a:lnTo>
                    <a:pt x="21" y="88"/>
                  </a:lnTo>
                  <a:lnTo>
                    <a:pt x="0" y="88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24" name="Freeform 11">
              <a:extLst>
                <a:ext uri="{FF2B5EF4-FFF2-40B4-BE49-F238E27FC236}">
                  <a16:creationId xmlns:a16="http://schemas.microsoft.com/office/drawing/2014/main" id="{1D726B94-52B6-40D9-90FC-C0F4F132404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478" y="3868"/>
              <a:ext cx="187" cy="199"/>
            </a:xfrm>
            <a:custGeom>
              <a:avLst/>
              <a:gdLst>
                <a:gd name="T0" fmla="*/ 206 w 206"/>
                <a:gd name="T1" fmla="*/ 193 h 218"/>
                <a:gd name="T2" fmla="*/ 181 w 206"/>
                <a:gd name="T3" fmla="*/ 218 h 218"/>
                <a:gd name="T4" fmla="*/ 24 w 206"/>
                <a:gd name="T5" fmla="*/ 218 h 218"/>
                <a:gd name="T6" fmla="*/ 0 w 206"/>
                <a:gd name="T7" fmla="*/ 193 h 218"/>
                <a:gd name="T8" fmla="*/ 0 w 206"/>
                <a:gd name="T9" fmla="*/ 25 h 218"/>
                <a:gd name="T10" fmla="*/ 24 w 206"/>
                <a:gd name="T11" fmla="*/ 0 h 218"/>
                <a:gd name="T12" fmla="*/ 181 w 206"/>
                <a:gd name="T13" fmla="*/ 0 h 218"/>
                <a:gd name="T14" fmla="*/ 206 w 206"/>
                <a:gd name="T15" fmla="*/ 25 h 218"/>
                <a:gd name="T16" fmla="*/ 206 w 206"/>
                <a:gd name="T17" fmla="*/ 193 h 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06" h="218">
                  <a:moveTo>
                    <a:pt x="206" y="193"/>
                  </a:moveTo>
                  <a:cubicBezTo>
                    <a:pt x="206" y="207"/>
                    <a:pt x="195" y="218"/>
                    <a:pt x="181" y="218"/>
                  </a:cubicBezTo>
                  <a:cubicBezTo>
                    <a:pt x="24" y="218"/>
                    <a:pt x="24" y="218"/>
                    <a:pt x="24" y="218"/>
                  </a:cubicBezTo>
                  <a:cubicBezTo>
                    <a:pt x="11" y="218"/>
                    <a:pt x="0" y="207"/>
                    <a:pt x="0" y="193"/>
                  </a:cubicBezTo>
                  <a:cubicBezTo>
                    <a:pt x="0" y="25"/>
                    <a:pt x="0" y="25"/>
                    <a:pt x="0" y="25"/>
                  </a:cubicBezTo>
                  <a:cubicBezTo>
                    <a:pt x="0" y="11"/>
                    <a:pt x="11" y="0"/>
                    <a:pt x="24" y="0"/>
                  </a:cubicBezTo>
                  <a:cubicBezTo>
                    <a:pt x="181" y="0"/>
                    <a:pt x="181" y="0"/>
                    <a:pt x="181" y="0"/>
                  </a:cubicBezTo>
                  <a:cubicBezTo>
                    <a:pt x="195" y="0"/>
                    <a:pt x="206" y="11"/>
                    <a:pt x="206" y="25"/>
                  </a:cubicBezTo>
                  <a:lnTo>
                    <a:pt x="206" y="193"/>
                  </a:lnTo>
                  <a:close/>
                </a:path>
              </a:pathLst>
            </a:custGeom>
            <a:solidFill>
              <a:srgbClr val="42B0D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25" name="Freeform 12">
              <a:extLst>
                <a:ext uri="{FF2B5EF4-FFF2-40B4-BE49-F238E27FC236}">
                  <a16:creationId xmlns:a16="http://schemas.microsoft.com/office/drawing/2014/main" id="{04D1092F-9F78-4F84-96C4-3D628BA8E4A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488" y="3883"/>
              <a:ext cx="166" cy="164"/>
            </a:xfrm>
            <a:custGeom>
              <a:avLst/>
              <a:gdLst>
                <a:gd name="T0" fmla="*/ 114 w 166"/>
                <a:gd name="T1" fmla="*/ 79 h 164"/>
                <a:gd name="T2" fmla="*/ 150 w 166"/>
                <a:gd name="T3" fmla="*/ 32 h 164"/>
                <a:gd name="T4" fmla="*/ 150 w 166"/>
                <a:gd name="T5" fmla="*/ 32 h 164"/>
                <a:gd name="T6" fmla="*/ 96 w 166"/>
                <a:gd name="T7" fmla="*/ 59 h 164"/>
                <a:gd name="T8" fmla="*/ 83 w 166"/>
                <a:gd name="T9" fmla="*/ 0 h 164"/>
                <a:gd name="T10" fmla="*/ 83 w 166"/>
                <a:gd name="T11" fmla="*/ 0 h 164"/>
                <a:gd name="T12" fmla="*/ 70 w 166"/>
                <a:gd name="T13" fmla="*/ 59 h 164"/>
                <a:gd name="T14" fmla="*/ 16 w 166"/>
                <a:gd name="T15" fmla="*/ 32 h 164"/>
                <a:gd name="T16" fmla="*/ 16 w 166"/>
                <a:gd name="T17" fmla="*/ 32 h 164"/>
                <a:gd name="T18" fmla="*/ 53 w 166"/>
                <a:gd name="T19" fmla="*/ 79 h 164"/>
                <a:gd name="T20" fmla="*/ 0 w 166"/>
                <a:gd name="T21" fmla="*/ 105 h 164"/>
                <a:gd name="T22" fmla="*/ 0 w 166"/>
                <a:gd name="T23" fmla="*/ 105 h 164"/>
                <a:gd name="T24" fmla="*/ 59 w 166"/>
                <a:gd name="T25" fmla="*/ 105 h 164"/>
                <a:gd name="T26" fmla="*/ 46 w 166"/>
                <a:gd name="T27" fmla="*/ 164 h 164"/>
                <a:gd name="T28" fmla="*/ 46 w 166"/>
                <a:gd name="T29" fmla="*/ 164 h 164"/>
                <a:gd name="T30" fmla="*/ 83 w 166"/>
                <a:gd name="T31" fmla="*/ 117 h 164"/>
                <a:gd name="T32" fmla="*/ 120 w 166"/>
                <a:gd name="T33" fmla="*/ 164 h 164"/>
                <a:gd name="T34" fmla="*/ 121 w 166"/>
                <a:gd name="T35" fmla="*/ 164 h 164"/>
                <a:gd name="T36" fmla="*/ 107 w 166"/>
                <a:gd name="T37" fmla="*/ 105 h 164"/>
                <a:gd name="T38" fmla="*/ 166 w 166"/>
                <a:gd name="T39" fmla="*/ 105 h 164"/>
                <a:gd name="T40" fmla="*/ 166 w 166"/>
                <a:gd name="T41" fmla="*/ 105 h 164"/>
                <a:gd name="T42" fmla="*/ 114 w 166"/>
                <a:gd name="T43" fmla="*/ 79 h 1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166" h="164">
                  <a:moveTo>
                    <a:pt x="114" y="79"/>
                  </a:moveTo>
                  <a:lnTo>
                    <a:pt x="150" y="32"/>
                  </a:lnTo>
                  <a:lnTo>
                    <a:pt x="150" y="32"/>
                  </a:lnTo>
                  <a:lnTo>
                    <a:pt x="96" y="59"/>
                  </a:lnTo>
                  <a:lnTo>
                    <a:pt x="83" y="0"/>
                  </a:lnTo>
                  <a:lnTo>
                    <a:pt x="83" y="0"/>
                  </a:lnTo>
                  <a:lnTo>
                    <a:pt x="70" y="59"/>
                  </a:lnTo>
                  <a:lnTo>
                    <a:pt x="16" y="32"/>
                  </a:lnTo>
                  <a:lnTo>
                    <a:pt x="16" y="32"/>
                  </a:lnTo>
                  <a:lnTo>
                    <a:pt x="53" y="79"/>
                  </a:lnTo>
                  <a:lnTo>
                    <a:pt x="0" y="105"/>
                  </a:lnTo>
                  <a:lnTo>
                    <a:pt x="0" y="105"/>
                  </a:lnTo>
                  <a:lnTo>
                    <a:pt x="59" y="105"/>
                  </a:lnTo>
                  <a:lnTo>
                    <a:pt x="46" y="164"/>
                  </a:lnTo>
                  <a:lnTo>
                    <a:pt x="46" y="164"/>
                  </a:lnTo>
                  <a:lnTo>
                    <a:pt x="83" y="117"/>
                  </a:lnTo>
                  <a:lnTo>
                    <a:pt x="120" y="164"/>
                  </a:lnTo>
                  <a:lnTo>
                    <a:pt x="121" y="164"/>
                  </a:lnTo>
                  <a:lnTo>
                    <a:pt x="107" y="105"/>
                  </a:lnTo>
                  <a:lnTo>
                    <a:pt x="166" y="105"/>
                  </a:lnTo>
                  <a:lnTo>
                    <a:pt x="166" y="105"/>
                  </a:lnTo>
                  <a:lnTo>
                    <a:pt x="114" y="79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</p:grpSp>
      <p:sp>
        <p:nvSpPr>
          <p:cNvPr id="6" name="Date Placeholder 5" hidden="1">
            <a:extLst>
              <a:ext uri="{FF2B5EF4-FFF2-40B4-BE49-F238E27FC236}">
                <a16:creationId xmlns:a16="http://schemas.microsoft.com/office/drawing/2014/main" id="{BC8FE318-906F-4EA5-9B25-B9CA26679122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0" y="6858000"/>
            <a:ext cx="0" cy="0"/>
          </a:xfrm>
        </p:spPr>
        <p:txBody>
          <a:bodyPr/>
          <a:lstStyle/>
          <a:p>
            <a:endParaRPr lang="en-GB"/>
          </a:p>
        </p:txBody>
      </p:sp>
      <p:sp>
        <p:nvSpPr>
          <p:cNvPr id="27" name="Footer Placeholder 18" hidden="1">
            <a:extLst>
              <a:ext uri="{FF2B5EF4-FFF2-40B4-BE49-F238E27FC236}">
                <a16:creationId xmlns:a16="http://schemas.microsoft.com/office/drawing/2014/main" id="{7BC00E8E-7767-4CBC-8922-35975B938062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0" y="6858000"/>
            <a:ext cx="0" cy="0"/>
          </a:xfrm>
        </p:spPr>
        <p:txBody>
          <a:bodyPr/>
          <a:lstStyle>
            <a:lvl1pPr>
              <a:defRPr sz="100">
                <a:noFill/>
              </a:defRPr>
            </a:lvl1pPr>
          </a:lstStyle>
          <a:p>
            <a:r>
              <a:rPr lang="en-GB"/>
              <a:t>Insert presentation title via Header &amp; Footer</a:t>
            </a:r>
          </a:p>
        </p:txBody>
      </p:sp>
      <p:sp>
        <p:nvSpPr>
          <p:cNvPr id="28" name="Slide Number Placeholder 19" hidden="1">
            <a:extLst>
              <a:ext uri="{FF2B5EF4-FFF2-40B4-BE49-F238E27FC236}">
                <a16:creationId xmlns:a16="http://schemas.microsoft.com/office/drawing/2014/main" id="{768E6C0E-9500-4A30-831D-49B7D31ACD26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0" y="6858000"/>
            <a:ext cx="0" cy="0"/>
          </a:xfrm>
        </p:spPr>
        <p:txBody>
          <a:bodyPr/>
          <a:lstStyle>
            <a:lvl1pPr>
              <a:defRPr sz="100">
                <a:noFill/>
              </a:defRPr>
            </a:lvl1pPr>
          </a:lstStyle>
          <a:p>
            <a:r>
              <a:rPr lang="en-GB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664223174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grey 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00063" y="501649"/>
            <a:ext cx="11190287" cy="930275"/>
          </a:xfrm>
        </p:spPr>
        <p:txBody>
          <a:bodyPr/>
          <a:lstStyle>
            <a:lvl1pPr>
              <a:defRPr/>
            </a:lvl1pPr>
          </a:lstStyle>
          <a:p>
            <a:r>
              <a:rPr lang="en-GB"/>
              <a:t>Click to add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500399" y="1950097"/>
            <a:ext cx="5484475" cy="3687881"/>
          </a:xfrm>
          <a:solidFill>
            <a:schemeClr val="bg2"/>
          </a:solidFill>
        </p:spPr>
        <p:txBody>
          <a:bodyPr lIns="237600" tIns="237600" rIns="237600" bIns="237600"/>
          <a:lstStyle>
            <a:lvl1pPr>
              <a:defRPr/>
            </a:lvl1pPr>
          </a:lstStyle>
          <a:p>
            <a:pPr lvl="0"/>
            <a:r>
              <a:rPr lang="en-GB"/>
              <a:t>Click to add text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6224788" y="1950097"/>
            <a:ext cx="5465562" cy="3687881"/>
          </a:xfrm>
          <a:solidFill>
            <a:schemeClr val="bg2"/>
          </a:solidFill>
        </p:spPr>
        <p:txBody>
          <a:bodyPr lIns="237600" tIns="237600" rIns="237600" bIns="237600"/>
          <a:lstStyle>
            <a:lvl1pPr>
              <a:defRPr/>
            </a:lvl1pPr>
          </a:lstStyle>
          <a:p>
            <a:pPr lvl="0"/>
            <a:r>
              <a:rPr lang="en-GB"/>
              <a:t>Click to add text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18C6ED01-FBEF-43FA-9DEC-6C188F0B9998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GB"/>
              <a:t>Insert presentation title via Header &amp; Footer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E56BDAC3-1A7D-4E21-85A0-10315A7DA9F4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43A204BC-C5BA-4EF4-ABC8-D45123A0C528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1" name="Date Placeholder 10" hidden="1">
            <a:extLst>
              <a:ext uri="{FF2B5EF4-FFF2-40B4-BE49-F238E27FC236}">
                <a16:creationId xmlns:a16="http://schemas.microsoft.com/office/drawing/2014/main" id="{C8F53383-3780-4626-A2BE-E67BBD0A1DFE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95170928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grey 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500400" y="1950098"/>
            <a:ext cx="3560400" cy="3686400"/>
          </a:xfrm>
          <a:solidFill>
            <a:schemeClr val="bg2"/>
          </a:solidFill>
        </p:spPr>
        <p:txBody>
          <a:bodyPr lIns="237600" tIns="237600" rIns="237600" bIns="237600"/>
          <a:lstStyle>
            <a:lvl1pPr>
              <a:defRPr/>
            </a:lvl1pPr>
          </a:lstStyle>
          <a:p>
            <a:pPr lvl="0"/>
            <a:r>
              <a:rPr lang="en-GB"/>
              <a:t>Click to add text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4327201" y="1950097"/>
            <a:ext cx="7363150" cy="3686400"/>
          </a:xfrm>
          <a:solidFill>
            <a:schemeClr val="bg2"/>
          </a:solidFill>
        </p:spPr>
        <p:txBody>
          <a:bodyPr lIns="237600" tIns="237600" rIns="237600" bIns="237600"/>
          <a:lstStyle>
            <a:lvl1pPr>
              <a:defRPr/>
            </a:lvl1pPr>
          </a:lstStyle>
          <a:p>
            <a:pPr lvl="0"/>
            <a:r>
              <a:rPr lang="en-GB"/>
              <a:t>Click to add text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18C6ED01-FBEF-43FA-9DEC-6C188F0B9998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GB"/>
              <a:t>Insert presentation title via Header &amp; Footer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E56BDAC3-1A7D-4E21-85A0-10315A7DA9F4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43A204BC-C5BA-4EF4-ABC8-D45123A0C528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1" name="Date Placeholder 10" hidden="1">
            <a:extLst>
              <a:ext uri="{FF2B5EF4-FFF2-40B4-BE49-F238E27FC236}">
                <a16:creationId xmlns:a16="http://schemas.microsoft.com/office/drawing/2014/main" id="{C8F53383-3780-4626-A2BE-E67BBD0A1DFE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CC0AB295-B1DB-4A8F-98EB-8D0294F0974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4185559112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ntent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00063" y="501650"/>
            <a:ext cx="11209537" cy="930275"/>
          </a:xfrm>
        </p:spPr>
        <p:txBody>
          <a:bodyPr/>
          <a:lstStyle>
            <a:lvl1pPr>
              <a:defRPr/>
            </a:lvl1pPr>
          </a:lstStyle>
          <a:p>
            <a:r>
              <a:rPr lang="en-GB"/>
              <a:t>Click to add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500063" y="1950097"/>
            <a:ext cx="3560736" cy="3687881"/>
          </a:xfrm>
          <a:solidFill>
            <a:schemeClr val="bg2"/>
          </a:solidFill>
        </p:spPr>
        <p:txBody>
          <a:bodyPr lIns="237600" tIns="237600" rIns="237600" bIns="237600"/>
          <a:lstStyle>
            <a:lvl1pPr>
              <a:defRPr/>
            </a:lvl1pPr>
          </a:lstStyle>
          <a:p>
            <a:pPr lvl="0"/>
            <a:r>
              <a:rPr lang="en-GB"/>
              <a:t>Click to add text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4326138" y="1950097"/>
            <a:ext cx="3560736" cy="3687881"/>
          </a:xfrm>
          <a:solidFill>
            <a:schemeClr val="bg2"/>
          </a:solidFill>
        </p:spPr>
        <p:txBody>
          <a:bodyPr lIns="237600" tIns="237600" rIns="237600" bIns="237600"/>
          <a:lstStyle>
            <a:lvl1pPr>
              <a:defRPr/>
            </a:lvl1pPr>
          </a:lstStyle>
          <a:p>
            <a:pPr lvl="0"/>
            <a:r>
              <a:rPr lang="en-GB"/>
              <a:t>Click to add text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43327ACD-F89A-484C-8B15-F2161D2D5BCB}"/>
              </a:ext>
            </a:extLst>
          </p:cNvPr>
          <p:cNvSpPr>
            <a:spLocks noGrp="1"/>
          </p:cNvSpPr>
          <p:nvPr>
            <p:ph sz="half" idx="13" hasCustomPrompt="1"/>
          </p:nvPr>
        </p:nvSpPr>
        <p:spPr>
          <a:xfrm>
            <a:off x="8131175" y="1950097"/>
            <a:ext cx="3559175" cy="3687881"/>
          </a:xfrm>
          <a:solidFill>
            <a:schemeClr val="bg2"/>
          </a:solidFill>
        </p:spPr>
        <p:txBody>
          <a:bodyPr lIns="237600" tIns="237600" rIns="237600" bIns="237600"/>
          <a:lstStyle>
            <a:lvl1pPr>
              <a:defRPr/>
            </a:lvl1pPr>
          </a:lstStyle>
          <a:p>
            <a:pPr lvl="0"/>
            <a:r>
              <a:rPr lang="en-GB"/>
              <a:t>Click to add text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18C6ED01-FBEF-43FA-9DEC-6C188F0B9998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GB"/>
              <a:t>Insert presentation title via Header &amp; Footer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E56BDAC3-1A7D-4E21-85A0-10315A7DA9F4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43A204BC-C5BA-4EF4-ABC8-D45123A0C528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1" name="Date Placeholder 10" hidden="1">
            <a:extLst>
              <a:ext uri="{FF2B5EF4-FFF2-40B4-BE49-F238E27FC236}">
                <a16:creationId xmlns:a16="http://schemas.microsoft.com/office/drawing/2014/main" id="{C8F53383-3780-4626-A2BE-E67BBD0A1DFE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79537878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500399" y="1501255"/>
            <a:ext cx="5484476" cy="1940400"/>
          </a:xfrm>
          <a:solidFill>
            <a:schemeClr val="bg1"/>
          </a:solidFill>
        </p:spPr>
        <p:txBody>
          <a:bodyPr/>
          <a:lstStyle>
            <a:lvl1pPr>
              <a:defRPr/>
            </a:lvl1pPr>
          </a:lstStyle>
          <a:p>
            <a:pPr lvl="0"/>
            <a:r>
              <a:rPr lang="en-GB"/>
              <a:t>Click to add text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6225550" y="1501255"/>
            <a:ext cx="5464800" cy="1940400"/>
          </a:xfrm>
          <a:solidFill>
            <a:schemeClr val="bg1"/>
          </a:solidFill>
        </p:spPr>
        <p:txBody>
          <a:bodyPr/>
          <a:lstStyle>
            <a:lvl1pPr>
              <a:defRPr/>
            </a:lvl1pPr>
          </a:lstStyle>
          <a:p>
            <a:pPr lvl="0"/>
            <a:r>
              <a:rPr lang="en-GB"/>
              <a:t>Click to add text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43327ACD-F89A-484C-8B15-F2161D2D5BCB}"/>
              </a:ext>
            </a:extLst>
          </p:cNvPr>
          <p:cNvSpPr>
            <a:spLocks noGrp="1"/>
          </p:cNvSpPr>
          <p:nvPr>
            <p:ph sz="half" idx="13" hasCustomPrompt="1"/>
          </p:nvPr>
        </p:nvSpPr>
        <p:spPr>
          <a:xfrm>
            <a:off x="500399" y="3678175"/>
            <a:ext cx="5484476" cy="1940400"/>
          </a:xfrm>
          <a:solidFill>
            <a:schemeClr val="bg1"/>
          </a:solidFill>
        </p:spPr>
        <p:txBody>
          <a:bodyPr/>
          <a:lstStyle>
            <a:lvl1pPr>
              <a:defRPr/>
            </a:lvl1pPr>
          </a:lstStyle>
          <a:p>
            <a:pPr lvl="0"/>
            <a:r>
              <a:rPr lang="en-GB"/>
              <a:t>Click to add text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18C6ED01-FBEF-43FA-9DEC-6C188F0B9998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GB"/>
              <a:t>Insert presentation title via Header &amp; Footer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E56BDAC3-1A7D-4E21-85A0-10315A7DA9F4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43A204BC-C5BA-4EF4-ABC8-D45123A0C528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1" name="Date Placeholder 10" hidden="1">
            <a:extLst>
              <a:ext uri="{FF2B5EF4-FFF2-40B4-BE49-F238E27FC236}">
                <a16:creationId xmlns:a16="http://schemas.microsoft.com/office/drawing/2014/main" id="{C8F53383-3780-4626-A2BE-E67BBD0A1DFE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4F9FA52E-E6B6-497B-8CDF-4291B6C70B9B}"/>
              </a:ext>
            </a:extLst>
          </p:cNvPr>
          <p:cNvSpPr>
            <a:spLocks noGrp="1"/>
          </p:cNvSpPr>
          <p:nvPr>
            <p:ph sz="half" idx="17" hasCustomPrompt="1"/>
          </p:nvPr>
        </p:nvSpPr>
        <p:spPr>
          <a:xfrm>
            <a:off x="6225550" y="3678175"/>
            <a:ext cx="5464800" cy="1940400"/>
          </a:xfrm>
          <a:solidFill>
            <a:schemeClr val="bg1"/>
          </a:solidFill>
        </p:spPr>
        <p:txBody>
          <a:bodyPr/>
          <a:lstStyle>
            <a:lvl1pPr>
              <a:defRPr/>
            </a:lvl1pPr>
          </a:lstStyle>
          <a:p>
            <a:pPr lvl="0"/>
            <a:r>
              <a:rPr lang="en-GB"/>
              <a:t>Click to add text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0535A655-0007-42B8-9AAE-D572D30C69E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3474178277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00399" y="501649"/>
            <a:ext cx="11189951" cy="930275"/>
          </a:xfrm>
        </p:spPr>
        <p:txBody>
          <a:bodyPr/>
          <a:lstStyle>
            <a:lvl1pPr>
              <a:defRPr/>
            </a:lvl1pPr>
          </a:lstStyle>
          <a:p>
            <a:r>
              <a:rPr lang="en-GB" noProof="0"/>
              <a:t>Click to add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500399" y="1943100"/>
            <a:ext cx="11189951" cy="3690257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GB" noProof="0"/>
              <a:t>Click to add text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9436AB1-5F87-45A0-A4D3-ACB62D87C9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Insert presentation title via Header &amp; Footer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DEC2C57-2A89-4D06-932E-353E043E7C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A204BC-C5BA-4EF4-ABC8-D45123A0C528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7" name="Date Placeholder 6" hidden="1">
            <a:extLst>
              <a:ext uri="{FF2B5EF4-FFF2-40B4-BE49-F238E27FC236}">
                <a16:creationId xmlns:a16="http://schemas.microsoft.com/office/drawing/2014/main" id="{C0878BA1-CFB4-4349-B120-1867D280A4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31011111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nd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00063" y="4308475"/>
            <a:ext cx="10491788" cy="1318735"/>
          </a:xfrm>
        </p:spPr>
        <p:txBody>
          <a:bodyPr/>
          <a:lstStyle>
            <a:lvl1pPr>
              <a:defRPr sz="4000" b="0">
                <a:solidFill>
                  <a:schemeClr val="accent1"/>
                </a:solidFill>
                <a:latin typeface="+mj-lt"/>
              </a:defRPr>
            </a:lvl1pPr>
          </a:lstStyle>
          <a:p>
            <a:r>
              <a:rPr lang="en-GB" noProof="0"/>
              <a:t>Click to add title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A9A96F2B-17B8-409E-AEA9-1195DB57C00A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Insert presentation title via Header &amp; Footer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644E83C0-32E9-43EF-864A-C6C827731210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43A204BC-C5BA-4EF4-ABC8-D45123A0C528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6" name="Date Placeholder 5" hidden="1">
            <a:extLst>
              <a:ext uri="{FF2B5EF4-FFF2-40B4-BE49-F238E27FC236}">
                <a16:creationId xmlns:a16="http://schemas.microsoft.com/office/drawing/2014/main" id="{08F8CACC-6EC3-45E4-B2E4-A9916C3AA0BC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>
            <a:lvl1pPr>
              <a:defRPr>
                <a:noFill/>
              </a:defRPr>
            </a:lvl1pPr>
          </a:lstStyle>
          <a:p>
            <a:endParaRPr lang="en-GB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70C7CED-62BB-4D41-91E8-AED15ACB421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59676" y="6134617"/>
            <a:ext cx="1435438" cy="3206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7964365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nd w. pictur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/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3200" cy="6861600"/>
          </a:xfrm>
        </p:spPr>
        <p:txBody>
          <a:bodyPr tIns="72000" anchor="t" anchorCtr="0"/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1200">
                <a:solidFill>
                  <a:schemeClr val="bg1"/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Click here and insert picture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00063" y="4308474"/>
            <a:ext cx="10491788" cy="1323975"/>
          </a:xfrm>
        </p:spPr>
        <p:txBody>
          <a:bodyPr/>
          <a:lstStyle>
            <a:lvl1pPr>
              <a:defRPr sz="4000" b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GB" noProof="0"/>
              <a:t>Click to add title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A9A96F2B-17B8-409E-AEA9-1195DB57C00A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Insert presentation title via Header &amp; Footer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644E83C0-32E9-43EF-864A-C6C827731210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43A204BC-C5BA-4EF4-ABC8-D45123A0C528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6" name="Date Placeholder 5" hidden="1">
            <a:extLst>
              <a:ext uri="{FF2B5EF4-FFF2-40B4-BE49-F238E27FC236}">
                <a16:creationId xmlns:a16="http://schemas.microsoft.com/office/drawing/2014/main" id="{08F8CACC-6EC3-45E4-B2E4-A9916C3AA0BC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>
            <a:lvl1pPr>
              <a:defRPr>
                <a:noFill/>
              </a:defRPr>
            </a:lvl1pPr>
          </a:lstStyle>
          <a:p>
            <a:endParaRPr lang="en-GB"/>
          </a:p>
        </p:txBody>
      </p:sp>
      <p:sp>
        <p:nvSpPr>
          <p:cNvPr id="8" name="Text Placeholder 12">
            <a:extLst>
              <a:ext uri="{FF2B5EF4-FFF2-40B4-BE49-F238E27FC236}">
                <a16:creationId xmlns:a16="http://schemas.microsoft.com/office/drawing/2014/main" id="{A6CDA879-E7F2-4945-8A09-C6477E28A6A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0252534" y="6134616"/>
            <a:ext cx="1435437" cy="320697"/>
          </a:xfrm>
          <a:blipFill>
            <a:blip r:embed="rId2"/>
            <a:stretch>
              <a:fillRect/>
            </a:stretch>
          </a:blipFill>
        </p:spPr>
        <p:txBody>
          <a:bodyPr/>
          <a:lstStyle>
            <a:lvl1pPr marL="0" indent="0">
              <a:buNone/>
              <a:defRPr sz="100">
                <a:noFill/>
              </a:defRPr>
            </a:lvl1pPr>
          </a:lstStyle>
          <a:p>
            <a:pPr lvl="0"/>
            <a:r>
              <a:rPr lang="en-GB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670563436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User guid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ext Box 3"/>
          <p:cNvSpPr txBox="1">
            <a:spLocks noChangeArrowheads="1"/>
          </p:cNvSpPr>
          <p:nvPr userDrawn="1"/>
        </p:nvSpPr>
        <p:spPr bwMode="auto">
          <a:xfrm>
            <a:off x="4325290" y="1439372"/>
            <a:ext cx="2917403" cy="4867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144000" bIns="0" anchor="t" anchorCtr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ts val="1200"/>
              </a:spcBef>
              <a:spcAft>
                <a:spcPts val="600"/>
              </a:spcAft>
              <a:defRPr/>
            </a:pPr>
            <a:r>
              <a:rPr lang="en-GB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A. Insert corporate picture</a:t>
            </a:r>
            <a:endParaRPr lang="en-GB" altLang="da-DK" sz="900" b="0" noProof="1">
              <a:solidFill>
                <a:schemeClr val="tx1"/>
              </a:solidFill>
              <a:latin typeface="+mn-lt"/>
              <a:cs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GB" altLang="da-DK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1.</a:t>
            </a:r>
            <a:r>
              <a:rPr lang="en-GB" altLang="da-DK" sz="900" b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 Click the </a:t>
            </a:r>
            <a:r>
              <a:rPr lang="en-GB" altLang="da-DK" sz="900" b="1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Brand Central App</a:t>
            </a:r>
            <a:r>
              <a:rPr lang="en-GB" altLang="da-DK" sz="900" b="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 in your PC/Mac icon menu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GB" altLang="da-DK" sz="900" b="1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2. </a:t>
            </a:r>
            <a:r>
              <a:rPr lang="en-GB" altLang="da-DK" sz="900" b="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Chose brand, click </a:t>
            </a:r>
            <a:r>
              <a:rPr lang="en-GB" altLang="da-DK" sz="900" b="1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Images</a:t>
            </a:r>
            <a:r>
              <a:rPr lang="en-GB" altLang="da-DK" sz="900" b="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, </a:t>
            </a:r>
            <a:br>
              <a:rPr lang="en-GB" altLang="da-DK" sz="900" b="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</a:br>
            <a:r>
              <a:rPr lang="en-GB" altLang="da-DK" sz="900" b="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select an </a:t>
            </a:r>
            <a:r>
              <a:rPr lang="en-GB" altLang="da-DK" sz="900" b="1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Images </a:t>
            </a:r>
            <a:r>
              <a:rPr lang="en-GB" altLang="da-DK" sz="900" b="0" i="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and drag it into your slide</a:t>
            </a:r>
            <a:endParaRPr lang="en-GB" altLang="da-DK" sz="900" noProof="1">
              <a:solidFill>
                <a:schemeClr val="tx1"/>
              </a:solidFill>
              <a:latin typeface="+mn-lt"/>
              <a:cs typeface="Arial" panose="020B0604020202020204" pitchFamily="34" charset="0"/>
            </a:endParaRPr>
          </a:p>
          <a:p>
            <a:pPr eaLnBrk="1" hangingPunct="1">
              <a:spcBef>
                <a:spcPts val="1200"/>
              </a:spcBef>
              <a:spcAft>
                <a:spcPts val="600"/>
              </a:spcAft>
              <a:defRPr/>
            </a:pPr>
            <a:r>
              <a:rPr lang="en-GB" altLang="da-DK" sz="900" b="1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B. Browse for other pictures</a:t>
            </a:r>
          </a:p>
          <a:p>
            <a:pPr eaLnBrk="1" hangingPunct="1">
              <a:spcAft>
                <a:spcPts val="600"/>
              </a:spcAft>
              <a:defRPr/>
            </a:pPr>
            <a:r>
              <a:rPr lang="en-GB" altLang="da-DK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1. </a:t>
            </a:r>
            <a:r>
              <a:rPr lang="en-GB" altLang="da-DK" sz="900" b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Click</a:t>
            </a:r>
            <a:r>
              <a:rPr lang="en-GB" altLang="da-DK" sz="900" b="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 on </a:t>
            </a:r>
            <a:r>
              <a:rPr lang="en-GB" altLang="da-DK" sz="900" b="1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Image Tools </a:t>
            </a:r>
            <a:r>
              <a:rPr lang="en-GB" altLang="da-DK" sz="900" b="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under company tab </a:t>
            </a:r>
          </a:p>
          <a:p>
            <a:pPr eaLnBrk="1" hangingPunct="1">
              <a:spcAft>
                <a:spcPts val="600"/>
              </a:spcAft>
              <a:defRPr/>
            </a:pPr>
            <a:r>
              <a:rPr lang="en-GB" altLang="da-DK" sz="900" b="1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2. </a:t>
            </a:r>
            <a:r>
              <a:rPr lang="en-GB" altLang="da-DK" sz="900" b="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Click on </a:t>
            </a:r>
            <a:r>
              <a:rPr lang="en-GB" altLang="da-DK" sz="900" b="1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Insert</a:t>
            </a:r>
            <a:r>
              <a:rPr lang="en-GB" altLang="da-DK" sz="900" b="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 to browse for </a:t>
            </a:r>
            <a:br>
              <a:rPr lang="en-GB" altLang="da-DK" sz="900" b="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</a:br>
            <a:r>
              <a:rPr lang="en-GB" altLang="da-DK" sz="900" b="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a picture</a:t>
            </a:r>
            <a:endParaRPr lang="en-GB" altLang="da-DK" sz="900" noProof="1">
              <a:solidFill>
                <a:schemeClr val="tx1"/>
              </a:solidFill>
              <a:latin typeface="+mn-lt"/>
              <a:cs typeface="Arial" panose="020B0604020202020204" pitchFamily="34" charset="0"/>
            </a:endParaRPr>
          </a:p>
          <a:p>
            <a:pPr eaLnBrk="1" hangingPunct="1">
              <a:spcBef>
                <a:spcPts val="1200"/>
              </a:spcBef>
              <a:spcAft>
                <a:spcPts val="600"/>
              </a:spcAft>
              <a:defRPr/>
            </a:pPr>
            <a:r>
              <a:rPr lang="en-GB" sz="900" b="1">
                <a:solidFill>
                  <a:srgbClr val="000000"/>
                </a:solidFill>
                <a:latin typeface="+mn-lt"/>
                <a:ea typeface="Times New Roman" panose="02020603050405020304" pitchFamily="18" charset="0"/>
              </a:rPr>
              <a:t>C. </a:t>
            </a:r>
            <a:r>
              <a:rPr lang="en-GB" sz="900" b="1" noProof="0">
                <a:solidFill>
                  <a:srgbClr val="000000"/>
                </a:solidFill>
                <a:latin typeface="+mn-lt"/>
                <a:ea typeface="Times New Roman" panose="02020603050405020304" pitchFamily="18" charset="0"/>
              </a:rPr>
              <a:t>Insert copied picture</a:t>
            </a:r>
            <a:endParaRPr lang="en-GB" altLang="da-DK" sz="900" noProof="0">
              <a:solidFill>
                <a:schemeClr val="tx1"/>
              </a:solidFill>
              <a:latin typeface="+mn-lt"/>
              <a:cs typeface="Arial" panose="020B0604020202020204" pitchFamily="34" charset="0"/>
            </a:endParaRPr>
          </a:p>
          <a:p>
            <a:pPr eaLnBrk="1" hangingPunct="1">
              <a:spcAft>
                <a:spcPts val="600"/>
              </a:spcAft>
              <a:defRPr/>
            </a:pPr>
            <a:r>
              <a:rPr lang="en-GB" altLang="da-DK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1. </a:t>
            </a:r>
            <a:r>
              <a:rPr lang="en-GB" altLang="da-DK" sz="900" b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Click</a:t>
            </a:r>
            <a:r>
              <a:rPr lang="en-GB" altLang="da-DK" sz="900" b="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 on </a:t>
            </a:r>
            <a:r>
              <a:rPr lang="en-GB" altLang="da-DK" sz="900" b="1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Image Tools </a:t>
            </a:r>
            <a:r>
              <a:rPr lang="en-GB" altLang="da-DK" sz="900" b="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under company tab </a:t>
            </a:r>
          </a:p>
          <a:p>
            <a:pPr eaLnBrk="1" hangingPunct="1">
              <a:spcAft>
                <a:spcPts val="600"/>
              </a:spcAft>
              <a:defRPr/>
            </a:pPr>
            <a:r>
              <a:rPr lang="en-GB" altLang="da-DK" sz="900" b="1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2. </a:t>
            </a:r>
            <a:r>
              <a:rPr lang="en-GB" altLang="da-DK" sz="900" b="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Click on </a:t>
            </a:r>
            <a:r>
              <a:rPr lang="en-GB" altLang="da-DK" sz="900" b="1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paste</a:t>
            </a:r>
            <a:r>
              <a:rPr lang="en-GB" altLang="da-DK" sz="900" b="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 to browse for a picture</a:t>
            </a:r>
          </a:p>
          <a:p>
            <a:pPr eaLnBrk="1" hangingPunct="1">
              <a:spcBef>
                <a:spcPts val="1000"/>
              </a:spcBef>
              <a:spcAft>
                <a:spcPts val="600"/>
              </a:spcAft>
              <a:defRPr/>
            </a:pPr>
            <a:r>
              <a:rPr lang="en-GB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Guides</a:t>
            </a:r>
          </a:p>
          <a:p>
            <a:pPr eaLnBrk="1" hangingPunct="1">
              <a:spcAft>
                <a:spcPts val="600"/>
              </a:spcAft>
              <a:defRPr/>
            </a:pPr>
            <a:r>
              <a:rPr lang="en-GB" altLang="da-DK" sz="900" b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To view drawing guides</a:t>
            </a:r>
          </a:p>
          <a:p>
            <a:pPr eaLnBrk="1" hangingPunct="1">
              <a:spcAft>
                <a:spcPts val="600"/>
              </a:spcAft>
              <a:defRPr/>
            </a:pPr>
            <a:r>
              <a:rPr lang="en-GB" altLang="da-DK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1. </a:t>
            </a:r>
            <a:r>
              <a:rPr lang="en-GB" altLang="da-DK" sz="900" b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Click the </a:t>
            </a:r>
            <a:r>
              <a:rPr lang="en-GB" altLang="da-DK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View</a:t>
            </a:r>
            <a:r>
              <a:rPr lang="en-GB" altLang="da-DK" sz="900" b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 tab, set tick mark next to </a:t>
            </a:r>
            <a:r>
              <a:rPr lang="en-GB" altLang="da-DK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Guides</a:t>
            </a:r>
            <a:endParaRPr lang="en-GB" altLang="da-DK" sz="900" b="0" noProof="1">
              <a:solidFill>
                <a:schemeClr val="tx1"/>
              </a:solidFill>
              <a:latin typeface="+mn-lt"/>
              <a:cs typeface="Arial" panose="020B0604020202020204" pitchFamily="34" charset="0"/>
            </a:endParaRPr>
          </a:p>
          <a:p>
            <a:pPr eaLnBrk="1" hangingPunct="1">
              <a:spcAft>
                <a:spcPts val="600"/>
              </a:spcAft>
              <a:defRPr/>
            </a:pPr>
            <a:r>
              <a:rPr lang="en-GB" altLang="da-DK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Hint: Alt + F9 </a:t>
            </a:r>
            <a:r>
              <a:rPr lang="en-GB" altLang="da-DK" sz="900" b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for quick viewing of guides</a:t>
            </a:r>
          </a:p>
          <a:p>
            <a:pPr fontAlgn="auto">
              <a:spcBef>
                <a:spcPts val="1200"/>
              </a:spcBef>
              <a:spcAft>
                <a:spcPts val="600"/>
              </a:spcAft>
              <a:buFont typeface="+mj-lt"/>
              <a:buNone/>
              <a:defRPr/>
            </a:pPr>
            <a:r>
              <a:rPr lang="en-GB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Reset slide</a:t>
            </a: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+mj-lt"/>
              <a:buNone/>
              <a:tabLst/>
              <a:defRPr/>
            </a:pPr>
            <a:r>
              <a:rPr lang="en-GB" altLang="da-DK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1.</a:t>
            </a:r>
            <a:r>
              <a:rPr lang="en-GB" altLang="da-DK" sz="90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 Click the </a:t>
            </a:r>
            <a:r>
              <a:rPr lang="en-GB" altLang="da-DK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Home </a:t>
            </a:r>
            <a:r>
              <a:rPr lang="en-GB" altLang="da-DK" sz="900" b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tab</a:t>
            </a:r>
            <a:endParaRPr lang="en-GB" altLang="da-DK" sz="900" b="0" strike="sngStrike" noProof="1">
              <a:solidFill>
                <a:schemeClr val="tx1"/>
              </a:solidFill>
              <a:latin typeface="+mn-lt"/>
              <a:cs typeface="Arial" panose="020B0604020202020204" pitchFamily="34" charset="0"/>
            </a:endParaRP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+mj-lt"/>
              <a:buNone/>
              <a:tabLst/>
              <a:defRPr/>
            </a:pPr>
            <a:r>
              <a:rPr lang="en-GB" altLang="da-DK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2.</a:t>
            </a:r>
            <a:r>
              <a:rPr lang="en-GB" altLang="da-DK" sz="90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 Click the </a:t>
            </a:r>
            <a:r>
              <a:rPr lang="en-GB" altLang="da-DK" sz="900" b="1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Reset </a:t>
            </a:r>
            <a:r>
              <a:rPr lang="en-GB" altLang="da-DK" sz="90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menu to reset position,</a:t>
            </a:r>
            <a:br>
              <a:rPr lang="en-GB" altLang="da-DK" sz="90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</a:br>
            <a:r>
              <a:rPr lang="en-GB" altLang="da-DK" sz="90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size</a:t>
            </a:r>
            <a:r>
              <a:rPr lang="en-GB" altLang="da-DK" sz="90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 and formatting of the slide placeholders</a:t>
            </a:r>
            <a:br>
              <a:rPr lang="en-GB" altLang="da-DK" sz="90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</a:br>
            <a:r>
              <a:rPr lang="en-GB" altLang="da-DK" sz="90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to their default settings</a:t>
            </a:r>
            <a:endParaRPr lang="en-GB" sz="900" noProof="1">
              <a:solidFill>
                <a:schemeClr val="tx1"/>
              </a:solidFill>
              <a:latin typeface="+mn-lt"/>
              <a:cs typeface="Arial" panose="020B0604020202020204" pitchFamily="34" charset="0"/>
            </a:endParaRPr>
          </a:p>
          <a:p>
            <a:pPr eaLnBrk="1" hangingPunct="1">
              <a:spcAft>
                <a:spcPts val="600"/>
              </a:spcAft>
              <a:defRPr/>
            </a:pPr>
            <a:endParaRPr lang="en-GB" altLang="da-DK" sz="900" b="1" noProof="1">
              <a:solidFill>
                <a:schemeClr val="tx1"/>
              </a:solidFill>
              <a:latin typeface="+mn-lt"/>
              <a:cs typeface="Arial" panose="020B0604020202020204" pitchFamily="34" charset="0"/>
            </a:endParaRPr>
          </a:p>
        </p:txBody>
      </p:sp>
      <p:sp>
        <p:nvSpPr>
          <p:cNvPr id="9" name="Header"/>
          <p:cNvSpPr txBox="1"/>
          <p:nvPr userDrawn="1"/>
        </p:nvSpPr>
        <p:spPr>
          <a:xfrm>
            <a:off x="481014" y="464888"/>
            <a:ext cx="11072810" cy="629149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r>
              <a:rPr kumimoji="0" lang="en-GB" sz="3200" b="0" i="0" u="none" strike="noStrike" kern="1200" cap="none" spc="0" normalizeH="0" baseline="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+mj-lt"/>
                <a:ea typeface="+mj-ea"/>
                <a:cs typeface="Arial" panose="020B0604020202020204" pitchFamily="34" charset="0"/>
              </a:rPr>
              <a:t>User guide – delete before use</a:t>
            </a:r>
            <a:endParaRPr lang="en-GB" sz="1800" noProof="0">
              <a:solidFill>
                <a:schemeClr val="accent1"/>
              </a:solidFill>
              <a:latin typeface="+mj-lt"/>
            </a:endParaRPr>
          </a:p>
        </p:txBody>
      </p:sp>
      <p:sp>
        <p:nvSpPr>
          <p:cNvPr id="29" name="Text Box 2"/>
          <p:cNvSpPr txBox="1">
            <a:spLocks noChangeArrowheads="1"/>
          </p:cNvSpPr>
          <p:nvPr userDrawn="1"/>
        </p:nvSpPr>
        <p:spPr bwMode="auto">
          <a:xfrm>
            <a:off x="507139" y="1439372"/>
            <a:ext cx="2412000" cy="42780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144000" bIns="0" anchor="t" anchorCtr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Aft>
                <a:spcPts val="600"/>
              </a:spcAft>
              <a:defRPr/>
            </a:pPr>
            <a:r>
              <a:rPr lang="en-GB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Use text</a:t>
            </a:r>
            <a:r>
              <a:rPr lang="en-GB" sz="900" b="1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 styles</a:t>
            </a:r>
            <a:endParaRPr lang="en-GB" sz="900" b="1" noProof="1">
              <a:solidFill>
                <a:schemeClr val="tx1"/>
              </a:solidFill>
              <a:latin typeface="+mn-lt"/>
              <a:cs typeface="Arial" panose="020B0604020202020204" pitchFamily="34" charset="0"/>
            </a:endParaRPr>
          </a:p>
          <a:p>
            <a:pPr eaLnBrk="1" hangingPunct="1">
              <a:spcAft>
                <a:spcPts val="600"/>
              </a:spcAft>
              <a:defRPr/>
            </a:pPr>
            <a:r>
              <a:rPr lang="en-GB" altLang="da-DK" sz="900" b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Use the </a:t>
            </a:r>
            <a:r>
              <a:rPr lang="en-GB" altLang="da-DK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TAB</a:t>
            </a:r>
            <a:r>
              <a:rPr lang="en-GB" altLang="da-DK" sz="900" b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-key</a:t>
            </a:r>
            <a:r>
              <a:rPr lang="en-GB" altLang="da-DK" sz="900" b="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 to jump through levels. Click </a:t>
            </a:r>
            <a:r>
              <a:rPr lang="en-GB" altLang="da-DK" sz="900" b="1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ENTER</a:t>
            </a:r>
            <a:r>
              <a:rPr lang="en-GB" altLang="da-DK" sz="900" b="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, then </a:t>
            </a:r>
            <a:r>
              <a:rPr lang="en-GB" altLang="da-DK" sz="900" b="1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TAB</a:t>
            </a:r>
            <a:r>
              <a:rPr lang="en-GB" altLang="da-DK" sz="900" b="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 to switch from one level to the next level</a:t>
            </a:r>
          </a:p>
          <a:p>
            <a:pPr eaLnBrk="1" hangingPunct="1">
              <a:spcAft>
                <a:spcPts val="600"/>
              </a:spcAft>
              <a:defRPr/>
            </a:pPr>
            <a:r>
              <a:rPr lang="en-GB" altLang="da-DK" sz="900" b="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To go back in levels use </a:t>
            </a:r>
            <a:r>
              <a:rPr lang="en-GB" altLang="da-DK" sz="900" b="1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SHIFT-TAB</a:t>
            </a:r>
            <a:endParaRPr lang="en-GB" sz="900" b="1" noProof="1">
              <a:solidFill>
                <a:schemeClr val="tx1"/>
              </a:solidFill>
              <a:latin typeface="+mn-lt"/>
              <a:cs typeface="Arial" panose="020B0604020202020204" pitchFamily="34" charset="0"/>
            </a:endParaRPr>
          </a:p>
          <a:p>
            <a:pPr eaLnBrk="1" hangingPunct="1">
              <a:spcAft>
                <a:spcPts val="600"/>
              </a:spcAft>
              <a:defRPr/>
            </a:pPr>
            <a:r>
              <a:rPr lang="en-GB" sz="90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Alternatively, </a:t>
            </a:r>
            <a:r>
              <a:rPr lang="en-GB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Increase</a:t>
            </a:r>
            <a:r>
              <a:rPr lang="en-GB" sz="90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 and </a:t>
            </a:r>
            <a:r>
              <a:rPr lang="en-GB" sz="900" b="1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Decrease</a:t>
            </a:r>
            <a:br>
              <a:rPr lang="en-GB" sz="900" b="1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</a:br>
            <a:r>
              <a:rPr lang="en-GB" sz="90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list level can be used</a:t>
            </a:r>
          </a:p>
          <a:p>
            <a:pPr eaLnBrk="1" hangingPunct="1">
              <a:spcAft>
                <a:spcPts val="600"/>
              </a:spcAft>
              <a:defRPr/>
            </a:pPr>
            <a:endParaRPr lang="en-GB" sz="900" baseline="0" noProof="1">
              <a:solidFill>
                <a:schemeClr val="tx1"/>
              </a:solidFill>
              <a:latin typeface="+mn-lt"/>
              <a:cs typeface="Arial" panose="020B0604020202020204" pitchFamily="34" charset="0"/>
            </a:endParaRPr>
          </a:p>
          <a:p>
            <a:pPr eaLnBrk="1" hangingPunct="1">
              <a:spcAft>
                <a:spcPts val="600"/>
              </a:spcAft>
              <a:defRPr/>
            </a:pPr>
            <a:r>
              <a:rPr lang="en-GB" altLang="da-DK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Hint: </a:t>
            </a:r>
            <a:r>
              <a:rPr lang="en-GB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Use bullet button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GB" altLang="da-DK" sz="900" b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Delete bullet for regular text.</a:t>
            </a:r>
            <a:br>
              <a:rPr lang="en-GB" altLang="da-DK" sz="900" b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</a:br>
            <a:r>
              <a:rPr lang="en-GB" altLang="da-DK" sz="900" b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Click on the bullet button to reaply the correct bullet again.</a:t>
            </a:r>
          </a:p>
          <a:p>
            <a:pPr eaLnBrk="1" hangingPunct="1">
              <a:spcBef>
                <a:spcPts val="1200"/>
              </a:spcBef>
              <a:spcAft>
                <a:spcPts val="600"/>
              </a:spcAft>
              <a:defRPr/>
            </a:pPr>
            <a:r>
              <a:rPr lang="en-GB" sz="900" b="1" noProof="0">
                <a:solidFill>
                  <a:srgbClr val="000000"/>
                </a:solidFill>
                <a:latin typeface="+mn-lt"/>
                <a:ea typeface="Times New Roman" panose="02020603050405020304" pitchFamily="18" charset="0"/>
              </a:rPr>
              <a:t>Insert</a:t>
            </a:r>
            <a:r>
              <a:rPr lang="en-GB" sz="900" b="1">
                <a:solidFill>
                  <a:srgbClr val="000000"/>
                </a:solidFill>
                <a:latin typeface="+mn-lt"/>
                <a:ea typeface="Times New Roman" panose="02020603050405020304" pitchFamily="18" charset="0"/>
              </a:rPr>
              <a:t> a New Slide</a:t>
            </a:r>
            <a:endParaRPr lang="en-GB" sz="900" b="1" noProof="1">
              <a:solidFill>
                <a:schemeClr val="tx1"/>
              </a:solidFill>
              <a:latin typeface="+mn-lt"/>
              <a:cs typeface="Arial" panose="020B0604020202020204" pitchFamily="34" charset="0"/>
            </a:endParaRPr>
          </a:p>
          <a:p>
            <a:pPr eaLnBrk="1" hangingPunct="1">
              <a:spcAft>
                <a:spcPts val="600"/>
              </a:spcAft>
              <a:defRPr/>
            </a:pPr>
            <a:r>
              <a:rPr lang="en-GB" altLang="da-DK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1. </a:t>
            </a:r>
            <a:r>
              <a:rPr lang="en-GB" altLang="da-DK" sz="90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Click on the </a:t>
            </a:r>
            <a:r>
              <a:rPr lang="en-GB" altLang="da-DK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Home </a:t>
            </a:r>
            <a:r>
              <a:rPr lang="en-GB" altLang="da-DK" sz="900" b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tab</a:t>
            </a:r>
            <a:endParaRPr lang="en-GB" altLang="da-DK" sz="900" b="0" strike="sngStrike" noProof="1">
              <a:solidFill>
                <a:schemeClr val="tx1"/>
              </a:solidFill>
              <a:latin typeface="+mn-lt"/>
              <a:cs typeface="Arial" panose="020B0604020202020204" pitchFamily="34" charset="0"/>
            </a:endParaRPr>
          </a:p>
          <a:p>
            <a:pPr eaLnBrk="1" hangingPunct="1">
              <a:spcAft>
                <a:spcPts val="600"/>
              </a:spcAft>
              <a:defRPr/>
            </a:pPr>
            <a:r>
              <a:rPr lang="en-GB" altLang="da-DK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2. </a:t>
            </a:r>
            <a:r>
              <a:rPr lang="en-GB" altLang="da-DK" sz="90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Click on the </a:t>
            </a:r>
            <a:r>
              <a:rPr lang="en-GB" altLang="da-DK" sz="900" b="1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New Slide </a:t>
            </a:r>
            <a:r>
              <a:rPr lang="en-GB" altLang="da-DK" sz="90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to insert </a:t>
            </a:r>
            <a:br>
              <a:rPr lang="en-GB" altLang="da-DK" sz="90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</a:br>
            <a:r>
              <a:rPr lang="en-GB" altLang="da-DK" sz="90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new slide</a:t>
            </a:r>
          </a:p>
          <a:p>
            <a:pPr eaLnBrk="1" hangingPunct="1">
              <a:spcBef>
                <a:spcPts val="1200"/>
              </a:spcBef>
              <a:spcAft>
                <a:spcPts val="600"/>
              </a:spcAft>
              <a:defRPr/>
            </a:pPr>
            <a:r>
              <a:rPr lang="en-GB" sz="900" b="1">
                <a:solidFill>
                  <a:srgbClr val="000000"/>
                </a:solidFill>
                <a:latin typeface="+mn-lt"/>
                <a:ea typeface="Times New Roman" panose="02020603050405020304" pitchFamily="18" charset="0"/>
              </a:rPr>
              <a:t>Change Slide Layout</a:t>
            </a:r>
            <a:endParaRPr lang="en-GB" altLang="da-DK" sz="900" noProof="1">
              <a:solidFill>
                <a:schemeClr val="tx1"/>
              </a:solidFill>
              <a:latin typeface="+mn-lt"/>
              <a:cs typeface="Arial" panose="020B0604020202020204" pitchFamily="34" charset="0"/>
            </a:endParaRPr>
          </a:p>
          <a:p>
            <a:pPr marL="0" indent="0">
              <a:spcAft>
                <a:spcPts val="600"/>
              </a:spcAft>
              <a:buFont typeface="+mj-lt"/>
              <a:buNone/>
            </a:pPr>
            <a:r>
              <a:rPr lang="en-GB" sz="900" b="1">
                <a:solidFill>
                  <a:srgbClr val="000000"/>
                </a:solidFill>
                <a:latin typeface="+mn-lt"/>
                <a:ea typeface="Times New Roman" panose="02020603050405020304" pitchFamily="18" charset="0"/>
              </a:rPr>
              <a:t>1</a:t>
            </a:r>
            <a:r>
              <a:rPr lang="en-GB" sz="900" b="1" noProof="0">
                <a:solidFill>
                  <a:srgbClr val="000000"/>
                </a:solidFill>
                <a:latin typeface="+mn-lt"/>
                <a:ea typeface="Times New Roman" panose="02020603050405020304" pitchFamily="18" charset="0"/>
              </a:rPr>
              <a:t>. </a:t>
            </a:r>
            <a:r>
              <a:rPr lang="en-GB" sz="900" noProof="0">
                <a:solidFill>
                  <a:srgbClr val="000000"/>
                </a:solidFill>
                <a:latin typeface="+mn-lt"/>
                <a:ea typeface="Times New Roman" panose="02020603050405020304" pitchFamily="18" charset="0"/>
              </a:rPr>
              <a:t>Click on the arrow next to </a:t>
            </a:r>
            <a:r>
              <a:rPr lang="en-GB" sz="900" b="1" noProof="0">
                <a:solidFill>
                  <a:srgbClr val="000000"/>
                </a:solidFill>
                <a:latin typeface="+mn-lt"/>
                <a:ea typeface="Times New Roman" panose="02020603050405020304" pitchFamily="18" charset="0"/>
              </a:rPr>
              <a:t>Layout</a:t>
            </a:r>
            <a:br>
              <a:rPr lang="en-GB" sz="900" b="1" noProof="0">
                <a:solidFill>
                  <a:srgbClr val="000000"/>
                </a:solidFill>
                <a:latin typeface="+mn-lt"/>
                <a:ea typeface="Times New Roman" panose="02020603050405020304" pitchFamily="18" charset="0"/>
              </a:rPr>
            </a:br>
            <a:r>
              <a:rPr lang="en-GB" sz="900" noProof="0">
                <a:solidFill>
                  <a:srgbClr val="000000"/>
                </a:solidFill>
                <a:latin typeface="+mn-lt"/>
                <a:ea typeface="Times New Roman" panose="02020603050405020304" pitchFamily="18" charset="0"/>
              </a:rPr>
              <a:t>to view a dropdown menu of possible  layouts</a:t>
            </a:r>
            <a:endParaRPr lang="en-GB" sz="900" noProof="0">
              <a:latin typeface="+mn-lt"/>
              <a:ea typeface="Times New Roman" panose="02020603050405020304" pitchFamily="18" charset="0"/>
            </a:endParaRPr>
          </a:p>
          <a:p>
            <a:pPr marL="0" indent="0">
              <a:spcAft>
                <a:spcPts val="0"/>
              </a:spcAft>
              <a:buFont typeface="+mj-lt"/>
              <a:buNone/>
            </a:pPr>
            <a:r>
              <a:rPr lang="en-GB" sz="900" b="1" noProof="0">
                <a:solidFill>
                  <a:srgbClr val="000000"/>
                </a:solidFill>
                <a:latin typeface="+mn-lt"/>
                <a:ea typeface="Times New Roman" panose="02020603050405020304" pitchFamily="18" charset="0"/>
              </a:rPr>
              <a:t>2. </a:t>
            </a:r>
            <a:r>
              <a:rPr lang="en-GB" sz="900" noProof="0">
                <a:solidFill>
                  <a:srgbClr val="000000"/>
                </a:solidFill>
                <a:latin typeface="+mn-lt"/>
                <a:ea typeface="Times New Roman" panose="02020603050405020304" pitchFamily="18" charset="0"/>
              </a:rPr>
              <a:t>Click on the layout you prefer and it</a:t>
            </a:r>
            <a:br>
              <a:rPr lang="en-GB" sz="900" noProof="0">
                <a:solidFill>
                  <a:srgbClr val="000000"/>
                </a:solidFill>
                <a:latin typeface="+mn-lt"/>
                <a:ea typeface="Times New Roman" panose="02020603050405020304" pitchFamily="18" charset="0"/>
              </a:rPr>
            </a:br>
            <a:r>
              <a:rPr lang="en-GB" sz="900" noProof="0">
                <a:solidFill>
                  <a:srgbClr val="000000"/>
                </a:solidFill>
                <a:latin typeface="+mn-lt"/>
                <a:ea typeface="Times New Roman" panose="02020603050405020304" pitchFamily="18" charset="0"/>
              </a:rPr>
              <a:t>will be applied to the new slide</a:t>
            </a:r>
          </a:p>
        </p:txBody>
      </p:sp>
      <p:sp>
        <p:nvSpPr>
          <p:cNvPr id="25" name="Text Box 4"/>
          <p:cNvSpPr txBox="1">
            <a:spLocks noChangeArrowheads="1"/>
          </p:cNvSpPr>
          <p:nvPr userDrawn="1"/>
        </p:nvSpPr>
        <p:spPr bwMode="auto">
          <a:xfrm>
            <a:off x="8849935" y="1439372"/>
            <a:ext cx="2412000" cy="43755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144000" bIns="0" anchor="t" anchorCtr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Aft>
                <a:spcPts val="600"/>
              </a:spcAft>
              <a:defRPr/>
            </a:pPr>
            <a:r>
              <a:rPr lang="en-GB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Insert picture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GB" altLang="da-DK" sz="900" b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On slides with picture placeholder or any other placeholder, click on the placeholder.</a:t>
            </a:r>
            <a:br>
              <a:rPr lang="en-GB" altLang="da-DK" sz="900" b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</a:br>
            <a:r>
              <a:rPr lang="en-GB" altLang="da-DK" sz="900" b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Hint: hold down the Shift button and click on the placeholder</a:t>
            </a:r>
            <a:endParaRPr lang="en-GB" altLang="da-DK" sz="900" noProof="1">
              <a:solidFill>
                <a:schemeClr val="tx1"/>
              </a:solidFill>
              <a:latin typeface="+mn-lt"/>
              <a:cs typeface="Arial" panose="020B0604020202020204" pitchFamily="34" charset="0"/>
            </a:endParaRPr>
          </a:p>
          <a:p>
            <a:pPr eaLnBrk="1" hangingPunct="1">
              <a:spcBef>
                <a:spcPts val="1200"/>
              </a:spcBef>
              <a:spcAft>
                <a:spcPts val="600"/>
              </a:spcAft>
              <a:defRPr/>
            </a:pPr>
            <a:r>
              <a:rPr lang="en-GB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Change picture</a:t>
            </a:r>
          </a:p>
          <a:p>
            <a:pPr eaLnBrk="1" hangingPunct="1">
              <a:spcAft>
                <a:spcPts val="600"/>
              </a:spcAft>
              <a:defRPr/>
            </a:pPr>
            <a:r>
              <a:rPr lang="en-GB" altLang="da-DK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1. </a:t>
            </a:r>
            <a:r>
              <a:rPr lang="en-GB" altLang="da-DK" sz="900" b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Click </a:t>
            </a:r>
            <a:r>
              <a:rPr lang="en-GB" altLang="da-DK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Crop</a:t>
            </a:r>
            <a:r>
              <a:rPr lang="en-GB" altLang="da-DK" sz="900" b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 to change size or focus of the picture</a:t>
            </a:r>
          </a:p>
          <a:p>
            <a:pPr eaLnBrk="1" hangingPunct="1">
              <a:spcAft>
                <a:spcPts val="600"/>
              </a:spcAft>
              <a:defRPr/>
            </a:pPr>
            <a:r>
              <a:rPr lang="en-GB" altLang="da-DK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2. </a:t>
            </a:r>
            <a:r>
              <a:rPr lang="en-GB" altLang="da-DK" sz="900" b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If you want to scale the picture, hold </a:t>
            </a:r>
            <a:r>
              <a:rPr lang="en-GB" altLang="da-DK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SHIFT</a:t>
            </a:r>
            <a:r>
              <a:rPr lang="en-GB" altLang="da-DK" sz="900" b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-key down while dragging the corners of the picture</a:t>
            </a:r>
          </a:p>
          <a:p>
            <a:pPr eaLnBrk="1" hangingPunct="1">
              <a:spcAft>
                <a:spcPts val="600"/>
              </a:spcAft>
              <a:defRPr/>
            </a:pPr>
            <a:r>
              <a:rPr lang="en-GB" altLang="da-DK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Hint: </a:t>
            </a:r>
            <a:r>
              <a:rPr lang="en-GB" altLang="da-DK" sz="900" b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If you delete the picture and insert a new one, the picture may lie in front of the text or graphic.</a:t>
            </a:r>
            <a:br>
              <a:rPr lang="en-GB" altLang="da-DK" sz="900" b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</a:br>
            <a:r>
              <a:rPr lang="en-GB" altLang="da-DK" sz="900" b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If this happens, select the picture, right-click and choose </a:t>
            </a:r>
            <a:r>
              <a:rPr lang="en-GB" altLang="da-DK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Send to Back</a:t>
            </a:r>
            <a:endParaRPr lang="en-GB" sz="900" b="1" noProof="1">
              <a:solidFill>
                <a:schemeClr val="tx1"/>
              </a:solidFill>
              <a:latin typeface="+mn-lt"/>
              <a:cs typeface="Arial" panose="020B0604020202020204" pitchFamily="34" charset="0"/>
            </a:endParaRPr>
          </a:p>
          <a:p>
            <a:pPr eaLnBrk="1" hangingPunct="1">
              <a:spcBef>
                <a:spcPts val="1000"/>
              </a:spcBef>
              <a:spcAft>
                <a:spcPts val="600"/>
              </a:spcAft>
              <a:defRPr/>
            </a:pPr>
            <a:r>
              <a:rPr lang="en-GB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Change slide number, date and footer</a:t>
            </a:r>
          </a:p>
          <a:p>
            <a:pPr eaLnBrk="1" hangingPunct="1">
              <a:spcAft>
                <a:spcPts val="600"/>
              </a:spcAft>
              <a:defRPr/>
            </a:pPr>
            <a:r>
              <a:rPr lang="en-GB" altLang="da-DK" sz="900" b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Do this at the very end, so you get all the corrections on all slides</a:t>
            </a:r>
          </a:p>
          <a:p>
            <a:pPr eaLnBrk="1" hangingPunct="1">
              <a:spcAft>
                <a:spcPts val="600"/>
              </a:spcAft>
              <a:defRPr/>
            </a:pPr>
            <a:r>
              <a:rPr lang="en-GB" altLang="da-DK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1. </a:t>
            </a:r>
            <a:r>
              <a:rPr lang="en-GB" altLang="da-DK" sz="900" b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Click the </a:t>
            </a:r>
            <a:r>
              <a:rPr lang="en-GB" altLang="da-DK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Insert </a:t>
            </a:r>
            <a:r>
              <a:rPr lang="en-GB" altLang="da-DK" sz="900" b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tab</a:t>
            </a:r>
          </a:p>
          <a:p>
            <a:pPr eaLnBrk="1" hangingPunct="1">
              <a:spcAft>
                <a:spcPts val="600"/>
              </a:spcAft>
              <a:defRPr/>
            </a:pPr>
            <a:r>
              <a:rPr lang="en-GB" altLang="da-DK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2. </a:t>
            </a:r>
            <a:r>
              <a:rPr lang="en-GB" altLang="da-DK" sz="900" b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Click on </a:t>
            </a:r>
            <a:r>
              <a:rPr lang="en-GB" altLang="da-DK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Header and Footer </a:t>
            </a:r>
            <a:br>
              <a:rPr lang="en-GB" altLang="da-DK" sz="900" b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</a:br>
            <a:r>
              <a:rPr lang="en-GB" altLang="da-DK" sz="900" b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(write the desired text)</a:t>
            </a:r>
          </a:p>
          <a:p>
            <a:pPr eaLnBrk="1" hangingPunct="1">
              <a:spcAft>
                <a:spcPts val="600"/>
              </a:spcAft>
              <a:defRPr/>
            </a:pPr>
            <a:r>
              <a:rPr lang="en-GB" altLang="da-DK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3. </a:t>
            </a:r>
            <a:r>
              <a:rPr lang="en-GB" altLang="da-DK" sz="900" b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Click </a:t>
            </a:r>
            <a:r>
              <a:rPr lang="en-GB" altLang="da-DK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Apply to All </a:t>
            </a:r>
            <a:r>
              <a:rPr lang="en-GB" altLang="da-DK" sz="900" b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or </a:t>
            </a:r>
            <a:r>
              <a:rPr lang="en-GB" altLang="da-DK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Apply</a:t>
            </a:r>
            <a:r>
              <a:rPr lang="en-GB" altLang="da-DK" sz="900" b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 if </a:t>
            </a:r>
            <a:br>
              <a:rPr lang="en-GB" altLang="da-DK" sz="900" b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</a:br>
            <a:r>
              <a:rPr lang="en-GB" altLang="da-DK" sz="900" b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only used on one slide</a:t>
            </a:r>
          </a:p>
        </p:txBody>
      </p:sp>
      <p:pic>
        <p:nvPicPr>
          <p:cNvPr id="28" name="1 Increase decrease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757291" y="2308484"/>
            <a:ext cx="549328" cy="285228"/>
          </a:xfrm>
          <a:prstGeom prst="rect">
            <a:avLst/>
          </a:prstGeom>
        </p:spPr>
      </p:pic>
      <p:pic>
        <p:nvPicPr>
          <p:cNvPr id="13" name="2 New picture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757291" y="4038223"/>
            <a:ext cx="324764" cy="578237"/>
          </a:xfrm>
          <a:prstGeom prst="rect">
            <a:avLst/>
          </a:prstGeom>
        </p:spPr>
      </p:pic>
      <p:pic>
        <p:nvPicPr>
          <p:cNvPr id="16" name="3 Layout"/>
          <p:cNvPicPr>
            <a:picLocks noChangeAspect="1"/>
          </p:cNvPicPr>
          <p:nvPr userDrawn="1"/>
        </p:nvPicPr>
        <p:blipFill rotWithShape="1">
          <a:blip r:embed="rId4"/>
          <a:srcRect l="36944" r="2272" b="69429"/>
          <a:stretch/>
        </p:blipFill>
        <p:spPr>
          <a:xfrm>
            <a:off x="2757291" y="4861989"/>
            <a:ext cx="593368" cy="192211"/>
          </a:xfrm>
          <a:prstGeom prst="rect">
            <a:avLst/>
          </a:prstGeom>
        </p:spPr>
      </p:pic>
      <p:pic>
        <p:nvPicPr>
          <p:cNvPr id="19" name="4 Reset"/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7116372" y="5282559"/>
            <a:ext cx="492452" cy="200416"/>
          </a:xfrm>
          <a:prstGeom prst="rect">
            <a:avLst/>
          </a:prstGeom>
        </p:spPr>
      </p:pic>
      <p:grpSp>
        <p:nvGrpSpPr>
          <p:cNvPr id="24" name="Gruppe 23">
            <a:extLst>
              <a:ext uri="{FF2B5EF4-FFF2-40B4-BE49-F238E27FC236}">
                <a16:creationId xmlns:a16="http://schemas.microsoft.com/office/drawing/2014/main" id="{48EAA219-FFE7-4387-A385-4D3D0AF728CE}"/>
              </a:ext>
            </a:extLst>
          </p:cNvPr>
          <p:cNvGrpSpPr/>
          <p:nvPr userDrawn="1"/>
        </p:nvGrpSpPr>
        <p:grpSpPr>
          <a:xfrm>
            <a:off x="7028244" y="2583743"/>
            <a:ext cx="740398" cy="734626"/>
            <a:chOff x="6398620" y="3815586"/>
            <a:chExt cx="740398" cy="734626"/>
          </a:xfrm>
        </p:grpSpPr>
        <p:pic>
          <p:nvPicPr>
            <p:cNvPr id="30" name="6 Crop">
              <a:extLst>
                <a:ext uri="{FF2B5EF4-FFF2-40B4-BE49-F238E27FC236}">
                  <a16:creationId xmlns:a16="http://schemas.microsoft.com/office/drawing/2014/main" id="{EC854AD3-9DFC-4A83-BDF0-A7E2B01F9B0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6"/>
            <a:stretch>
              <a:fillRect/>
            </a:stretch>
          </p:blipFill>
          <p:spPr>
            <a:xfrm>
              <a:off x="6398620" y="3815586"/>
              <a:ext cx="337400" cy="321707"/>
            </a:xfrm>
            <a:prstGeom prst="rect">
              <a:avLst/>
            </a:prstGeom>
          </p:spPr>
        </p:pic>
        <p:pic>
          <p:nvPicPr>
            <p:cNvPr id="31" name="Billede 30">
              <a:extLst>
                <a:ext uri="{FF2B5EF4-FFF2-40B4-BE49-F238E27FC236}">
                  <a16:creationId xmlns:a16="http://schemas.microsoft.com/office/drawing/2014/main" id="{E2414F06-53F0-4323-A4A9-91728B89EE83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7"/>
            <a:srcRect l="1304" t="11451" r="30180" b="46035"/>
            <a:stretch/>
          </p:blipFill>
          <p:spPr>
            <a:xfrm>
              <a:off x="6442770" y="4118189"/>
              <a:ext cx="696248" cy="432023"/>
            </a:xfrm>
            <a:prstGeom prst="rect">
              <a:avLst/>
            </a:prstGeom>
            <a:ln w="3175">
              <a:solidFill>
                <a:schemeClr val="bg1">
                  <a:lumMod val="95000"/>
                </a:schemeClr>
              </a:solidFill>
            </a:ln>
          </p:spPr>
        </p:pic>
      </p:grpSp>
      <p:grpSp>
        <p:nvGrpSpPr>
          <p:cNvPr id="32" name="Gruppe 31">
            <a:extLst>
              <a:ext uri="{FF2B5EF4-FFF2-40B4-BE49-F238E27FC236}">
                <a16:creationId xmlns:a16="http://schemas.microsoft.com/office/drawing/2014/main" id="{78224CA6-7D55-40AF-AF08-7CC6E7C4B3C8}"/>
              </a:ext>
            </a:extLst>
          </p:cNvPr>
          <p:cNvGrpSpPr/>
          <p:nvPr userDrawn="1"/>
        </p:nvGrpSpPr>
        <p:grpSpPr>
          <a:xfrm>
            <a:off x="7072982" y="3558164"/>
            <a:ext cx="740397" cy="929593"/>
            <a:chOff x="6391652" y="4854581"/>
            <a:chExt cx="740397" cy="929593"/>
          </a:xfrm>
        </p:grpSpPr>
        <p:pic>
          <p:nvPicPr>
            <p:cNvPr id="33" name="6 Crop">
              <a:extLst>
                <a:ext uri="{FF2B5EF4-FFF2-40B4-BE49-F238E27FC236}">
                  <a16:creationId xmlns:a16="http://schemas.microsoft.com/office/drawing/2014/main" id="{B89DF8E6-B7F7-4857-A1D8-15B39D7AF804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6"/>
            <a:stretch>
              <a:fillRect/>
            </a:stretch>
          </p:blipFill>
          <p:spPr>
            <a:xfrm>
              <a:off x="6391652" y="4854581"/>
              <a:ext cx="337400" cy="321707"/>
            </a:xfrm>
            <a:prstGeom prst="rect">
              <a:avLst/>
            </a:prstGeom>
          </p:spPr>
        </p:pic>
        <p:pic>
          <p:nvPicPr>
            <p:cNvPr id="34" name="Billede 33">
              <a:extLst>
                <a:ext uri="{FF2B5EF4-FFF2-40B4-BE49-F238E27FC236}">
                  <a16:creationId xmlns:a16="http://schemas.microsoft.com/office/drawing/2014/main" id="{39AFA131-B5A7-4AB6-889F-69CF39F4C881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8"/>
            <a:srcRect l="1152" t="11676" r="31017" b="26411"/>
            <a:stretch/>
          </p:blipFill>
          <p:spPr>
            <a:xfrm>
              <a:off x="6442770" y="5155024"/>
              <a:ext cx="689279" cy="629150"/>
            </a:xfrm>
            <a:prstGeom prst="rect">
              <a:avLst/>
            </a:prstGeom>
            <a:ln w="3175">
              <a:solidFill>
                <a:schemeClr val="bg1">
                  <a:lumMod val="95000"/>
                </a:schemeClr>
              </a:solidFill>
            </a:ln>
          </p:spPr>
        </p:pic>
      </p:grpSp>
      <p:pic>
        <p:nvPicPr>
          <p:cNvPr id="39" name="6 Beskær">
            <a:extLst>
              <a:ext uri="{FF2B5EF4-FFF2-40B4-BE49-F238E27FC236}">
                <a16:creationId xmlns:a16="http://schemas.microsoft.com/office/drawing/2014/main" id="{F1E5DB47-CE9C-4A68-BA80-97FFD80C5CAE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11186326" y="2593712"/>
            <a:ext cx="337400" cy="321707"/>
          </a:xfrm>
          <a:prstGeom prst="rect">
            <a:avLst/>
          </a:prstGeom>
        </p:spPr>
      </p:pic>
      <p:pic>
        <p:nvPicPr>
          <p:cNvPr id="40" name="7 Skalér billede">
            <a:extLst>
              <a:ext uri="{FF2B5EF4-FFF2-40B4-BE49-F238E27FC236}">
                <a16:creationId xmlns:a16="http://schemas.microsoft.com/office/drawing/2014/main" id="{472C50C0-81D4-4FF8-9774-95FB88A3DB59}"/>
              </a:ext>
            </a:extLst>
          </p:cNvPr>
          <p:cNvPicPr>
            <a:picLocks noChangeAspect="1"/>
          </p:cNvPicPr>
          <p:nvPr userDrawn="1"/>
        </p:nvPicPr>
        <p:blipFill>
          <a:blip r:embed="rId9"/>
          <a:stretch>
            <a:fillRect/>
          </a:stretch>
        </p:blipFill>
        <p:spPr>
          <a:xfrm>
            <a:off x="11186326" y="3510628"/>
            <a:ext cx="359695" cy="335309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3C4EB944-268B-4588-9575-20967FF1FDE8}"/>
              </a:ext>
            </a:extLst>
          </p:cNvPr>
          <p:cNvPicPr>
            <a:picLocks noChangeAspect="1"/>
          </p:cNvPicPr>
          <p:nvPr userDrawn="1"/>
        </p:nvPicPr>
        <p:blipFill>
          <a:blip r:embed="rId10"/>
          <a:stretch>
            <a:fillRect/>
          </a:stretch>
        </p:blipFill>
        <p:spPr>
          <a:xfrm>
            <a:off x="2757291" y="3179601"/>
            <a:ext cx="257143" cy="285714"/>
          </a:xfrm>
          <a:prstGeom prst="rect">
            <a:avLst/>
          </a:prstGeom>
        </p:spPr>
      </p:pic>
      <p:sp>
        <p:nvSpPr>
          <p:cNvPr id="23" name="Date Placeholder 2">
            <a:extLst>
              <a:ext uri="{FF2B5EF4-FFF2-40B4-BE49-F238E27FC236}">
                <a16:creationId xmlns:a16="http://schemas.microsoft.com/office/drawing/2014/main" id="{C47240A8-F4C6-438F-B627-9F10AF7702F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0" y="6912000"/>
            <a:ext cx="0" cy="0"/>
          </a:xfrm>
          <a:prstGeom prst="rect">
            <a:avLst/>
          </a:prstGeom>
        </p:spPr>
        <p:txBody>
          <a:bodyPr/>
          <a:lstStyle>
            <a:lvl1pPr>
              <a:defRPr>
                <a:noFill/>
              </a:defRPr>
            </a:lvl1pPr>
          </a:lstStyle>
          <a:p>
            <a:endParaRPr lang="en-GB"/>
          </a:p>
        </p:txBody>
      </p:sp>
      <p:sp>
        <p:nvSpPr>
          <p:cNvPr id="26" name="Footer Placeholder 3">
            <a:extLst>
              <a:ext uri="{FF2B5EF4-FFF2-40B4-BE49-F238E27FC236}">
                <a16:creationId xmlns:a16="http://schemas.microsoft.com/office/drawing/2014/main" id="{CE7E8215-C535-47A6-A19E-191CCD6226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6912000"/>
            <a:ext cx="0" cy="0"/>
          </a:xfrm>
          <a:prstGeom prst="rect">
            <a:avLst/>
          </a:prstGeom>
        </p:spPr>
        <p:txBody>
          <a:bodyPr/>
          <a:lstStyle>
            <a:lvl1pPr>
              <a:defRPr>
                <a:noFill/>
              </a:defRPr>
            </a:lvl1pPr>
          </a:lstStyle>
          <a:p>
            <a:r>
              <a:rPr lang="en-GB"/>
              <a:t>Insert presentation title via Header &amp; Footer</a:t>
            </a:r>
          </a:p>
        </p:txBody>
      </p:sp>
      <p:sp>
        <p:nvSpPr>
          <p:cNvPr id="27" name="Slide Number Placeholder 4">
            <a:extLst>
              <a:ext uri="{FF2B5EF4-FFF2-40B4-BE49-F238E27FC236}">
                <a16:creationId xmlns:a16="http://schemas.microsoft.com/office/drawing/2014/main" id="{B1580671-F9A8-48F5-99CE-4A5C157528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 flipV="1">
            <a:off x="0" y="6912000"/>
            <a:ext cx="0" cy="0"/>
          </a:xfrm>
          <a:prstGeom prst="rect">
            <a:avLst/>
          </a:prstGeom>
        </p:spPr>
        <p:txBody>
          <a:bodyPr/>
          <a:lstStyle>
            <a:lvl1pPr>
              <a:defRPr>
                <a:noFill/>
              </a:defRPr>
            </a:lvl1pPr>
          </a:lstStyle>
          <a:p>
            <a:fld id="{24C8C45C-947F-4981-8B3F-4F32E973C901}" type="slidenum">
              <a:rPr lang="en-GB" smtClean="0"/>
              <a:pPr/>
              <a:t>‹#›</a:t>
            </a:fld>
            <a:endParaRPr lang="en-GB"/>
          </a:p>
        </p:txBody>
      </p:sp>
      <p:pic>
        <p:nvPicPr>
          <p:cNvPr id="3" name="Picture 2" descr="Icon&#10;&#10;Description automatically generated">
            <a:extLst>
              <a:ext uri="{FF2B5EF4-FFF2-40B4-BE49-F238E27FC236}">
                <a16:creationId xmlns:a16="http://schemas.microsoft.com/office/drawing/2014/main" id="{9314EC4D-2DD2-50D2-D68F-69DEFAC3361F}"/>
              </a:ext>
            </a:extLst>
          </p:cNvPr>
          <p:cNvPicPr>
            <a:picLocks noChangeAspect="1"/>
          </p:cNvPicPr>
          <p:nvPr userDrawn="1"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65683" y="1411940"/>
            <a:ext cx="502771" cy="502771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14561FFF-3644-6FEA-FBAC-D605ABD9BDAF}"/>
              </a:ext>
            </a:extLst>
          </p:cNvPr>
          <p:cNvSpPr txBox="1"/>
          <p:nvPr userDrawn="1"/>
        </p:nvSpPr>
        <p:spPr>
          <a:xfrm>
            <a:off x="6831106" y="1734671"/>
            <a:ext cx="1553135" cy="618340"/>
          </a:xfrm>
          <a:prstGeom prst="rect">
            <a:avLst/>
          </a:prstGeom>
          <a:noFill/>
        </p:spPr>
        <p:txBody>
          <a:bodyPr wrap="square" lIns="237600" tIns="237600" rIns="237600" bIns="237600" rtlCol="0">
            <a:spAutoFit/>
          </a:bodyPr>
          <a:lstStyle/>
          <a:p>
            <a:pPr algn="l"/>
            <a:r>
              <a:rPr lang="en-DK" sz="900" b="1"/>
              <a:t>Brand Central App</a:t>
            </a:r>
          </a:p>
        </p:txBody>
      </p:sp>
    </p:spTree>
    <p:extLst>
      <p:ext uri="{BB962C8B-B14F-4D97-AF65-F5344CB8AC3E}">
        <p14:creationId xmlns:p14="http://schemas.microsoft.com/office/powerpoint/2010/main" val="669473757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&gt;Do not use layouts after this &gt;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F124504-36FD-4753-851D-5B7D02D4A2D1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 w="6350" cap="rnd">
            <a:noFill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600"/>
              </a:spcBef>
              <a:buClr>
                <a:srgbClr val="003755"/>
              </a:buClr>
            </a:pPr>
            <a:endParaRPr lang="en-GB" sz="1400" err="1">
              <a:solidFill>
                <a:schemeClr val="tx1"/>
              </a:solidFill>
            </a:endParaRPr>
          </a:p>
        </p:txBody>
      </p:sp>
      <p:sp>
        <p:nvSpPr>
          <p:cNvPr id="5" name="Do not use"/>
          <p:cNvSpPr txBox="1"/>
          <p:nvPr userDrawn="1"/>
        </p:nvSpPr>
        <p:spPr>
          <a:xfrm>
            <a:off x="430213" y="656823"/>
            <a:ext cx="11356977" cy="289310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indent="0" algn="ctr" fontAlgn="auto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3755"/>
              </a:buClr>
              <a:buSzTx/>
              <a:buFontTx/>
              <a:buNone/>
              <a:tabLst/>
            </a:pPr>
            <a:r>
              <a:rPr lang="en-GB" sz="4400" b="0" noProof="0">
                <a:solidFill>
                  <a:schemeClr val="bg1"/>
                </a:solidFill>
              </a:rPr>
              <a:t>If you see any </a:t>
            </a:r>
            <a:r>
              <a:rPr lang="en-GB" sz="4400" b="1" i="1" noProof="0">
                <a:solidFill>
                  <a:schemeClr val="bg1"/>
                </a:solidFill>
              </a:rPr>
              <a:t>layouts after this </a:t>
            </a:r>
            <a:r>
              <a:rPr lang="en-GB" sz="4400" b="0" i="0" noProof="0">
                <a:solidFill>
                  <a:schemeClr val="bg1"/>
                </a:solidFill>
              </a:rPr>
              <a:t>one</a:t>
            </a:r>
            <a:r>
              <a:rPr lang="en-GB" sz="4400" b="1" i="1" noProof="0">
                <a:solidFill>
                  <a:schemeClr val="bg1"/>
                </a:solidFill>
              </a:rPr>
              <a:t>,</a:t>
            </a:r>
            <a:br>
              <a:rPr lang="en-GB" sz="4400" b="0" i="0" noProof="0">
                <a:solidFill>
                  <a:schemeClr val="bg1"/>
                </a:solidFill>
              </a:rPr>
            </a:br>
            <a:r>
              <a:rPr lang="en-GB" sz="4400" b="0" noProof="0">
                <a:solidFill>
                  <a:schemeClr val="bg1"/>
                </a:solidFill>
              </a:rPr>
              <a:t>do not use them. These layouts </a:t>
            </a:r>
            <a:r>
              <a:rPr lang="en-GB" sz="4400" b="1" i="1" u="none" noProof="0">
                <a:solidFill>
                  <a:schemeClr val="bg1"/>
                </a:solidFill>
              </a:rPr>
              <a:t>are not </a:t>
            </a:r>
            <a:r>
              <a:rPr lang="en-GB" sz="4400" b="0" noProof="0">
                <a:solidFill>
                  <a:schemeClr val="bg1"/>
                </a:solidFill>
              </a:rPr>
              <a:t>part of our corporate template.</a:t>
            </a:r>
            <a:br>
              <a:rPr lang="en-GB" sz="2800" b="0" noProof="0">
                <a:solidFill>
                  <a:schemeClr val="bg1"/>
                </a:solidFill>
              </a:rPr>
            </a:br>
            <a:br>
              <a:rPr lang="en-GB" sz="2800" b="0" noProof="0">
                <a:solidFill>
                  <a:schemeClr val="bg1"/>
                </a:solidFill>
              </a:rPr>
            </a:br>
            <a:endParaRPr lang="en-GB" sz="2800" b="0" noProof="0">
              <a:solidFill>
                <a:schemeClr val="bg1"/>
              </a:solidFill>
            </a:endParaRP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2BEB5E5A-DA85-4D5B-80B9-F94482F55D76}"/>
              </a:ext>
            </a:extLst>
          </p:cNvPr>
          <p:cNvGrpSpPr/>
          <p:nvPr userDrawn="1"/>
        </p:nvGrpSpPr>
        <p:grpSpPr>
          <a:xfrm rot="8100000">
            <a:off x="10404874" y="3325226"/>
            <a:ext cx="1036788" cy="1036788"/>
            <a:chOff x="6096000" y="4963130"/>
            <a:chExt cx="1456719" cy="1456719"/>
          </a:xfrm>
          <a:solidFill>
            <a:schemeClr val="bg1"/>
          </a:solidFill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C823227E-A862-4A7F-BC20-0D107430AB2C}"/>
                </a:ext>
              </a:extLst>
            </p:cNvPr>
            <p:cNvSpPr/>
            <p:nvPr userDrawn="1"/>
          </p:nvSpPr>
          <p:spPr>
            <a:xfrm rot="5400000">
              <a:off x="5534135" y="5524995"/>
              <a:ext cx="1456719" cy="332990"/>
            </a:xfrm>
            <a:prstGeom prst="rect">
              <a:avLst/>
            </a:prstGeom>
            <a:grpFill/>
            <a:ln w="6350" cap="rnd">
              <a:noFill/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600"/>
                </a:spcBef>
                <a:buClr>
                  <a:srgbClr val="003755"/>
                </a:buClr>
              </a:pPr>
              <a:endParaRPr lang="en-GB" sz="1400" err="1">
                <a:solidFill>
                  <a:schemeClr val="tx1"/>
                </a:solidFill>
              </a:endParaRP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08501AE6-6504-4184-9443-E89AFACF769D}"/>
                </a:ext>
              </a:extLst>
            </p:cNvPr>
            <p:cNvSpPr/>
            <p:nvPr userDrawn="1"/>
          </p:nvSpPr>
          <p:spPr>
            <a:xfrm rot="10800000">
              <a:off x="6096000" y="4963130"/>
              <a:ext cx="1456719" cy="332990"/>
            </a:xfrm>
            <a:prstGeom prst="rect">
              <a:avLst/>
            </a:prstGeom>
            <a:grpFill/>
            <a:ln w="6350" cap="rnd">
              <a:noFill/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600"/>
                </a:spcBef>
                <a:buClr>
                  <a:srgbClr val="003755"/>
                </a:buClr>
              </a:pPr>
              <a:endParaRPr lang="en-GB" sz="1400" err="1">
                <a:solidFill>
                  <a:schemeClr val="tx1"/>
                </a:solidFill>
              </a:endParaRPr>
            </a:p>
          </p:txBody>
        </p:sp>
      </p:grpSp>
      <p:sp>
        <p:nvSpPr>
          <p:cNvPr id="12" name="Rectangle 11">
            <a:extLst>
              <a:ext uri="{FF2B5EF4-FFF2-40B4-BE49-F238E27FC236}">
                <a16:creationId xmlns:a16="http://schemas.microsoft.com/office/drawing/2014/main" id="{67CEE09B-6EE1-4BF2-85A3-DE69E91BC4C6}"/>
              </a:ext>
            </a:extLst>
          </p:cNvPr>
          <p:cNvSpPr/>
          <p:nvPr userDrawn="1"/>
        </p:nvSpPr>
        <p:spPr>
          <a:xfrm>
            <a:off x="430213" y="2588374"/>
            <a:ext cx="10152346" cy="221599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GB" sz="13800" b="1" i="1" noProof="0">
                <a:solidFill>
                  <a:schemeClr val="bg1"/>
                </a:solidFill>
              </a:rPr>
              <a:t>Do not use </a:t>
            </a:r>
            <a:endParaRPr lang="en-GB" sz="2400" b="1" i="1"/>
          </a:p>
        </p:txBody>
      </p:sp>
      <p:sp>
        <p:nvSpPr>
          <p:cNvPr id="16" name="Do not use">
            <a:extLst>
              <a:ext uri="{FF2B5EF4-FFF2-40B4-BE49-F238E27FC236}">
                <a16:creationId xmlns:a16="http://schemas.microsoft.com/office/drawing/2014/main" id="{A8FA78FA-4D94-4717-B7C6-6F86378D6B01}"/>
              </a:ext>
            </a:extLst>
          </p:cNvPr>
          <p:cNvSpPr txBox="1"/>
          <p:nvPr userDrawn="1"/>
        </p:nvSpPr>
        <p:spPr>
          <a:xfrm>
            <a:off x="430214" y="5186455"/>
            <a:ext cx="11356974" cy="96949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indent="0" algn="ctr" fontAlgn="auto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3755"/>
              </a:buClr>
              <a:buSzTx/>
              <a:buFontTx/>
              <a:buNone/>
              <a:tabLst/>
            </a:pPr>
            <a:r>
              <a:rPr lang="en-GB" sz="2000" b="0" noProof="0">
                <a:solidFill>
                  <a:schemeClr val="bg1"/>
                </a:solidFill>
              </a:rPr>
              <a:t>Due to PowerPoint’s standard Copy/Paste functionality extra undesirable layouts can appear.</a:t>
            </a:r>
          </a:p>
          <a:p>
            <a:pPr marL="0" marR="0" indent="0" algn="ctr" fontAlgn="auto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3755"/>
              </a:buClr>
              <a:buSzTx/>
              <a:buFontTx/>
              <a:buNone/>
              <a:tabLst/>
            </a:pPr>
            <a:r>
              <a:rPr lang="en-GB" sz="2000" b="0" noProof="0">
                <a:solidFill>
                  <a:schemeClr val="bg1"/>
                </a:solidFill>
              </a:rPr>
              <a:t>Also notice: Layouts after this might contain potential confidential information.</a:t>
            </a:r>
            <a:br>
              <a:rPr lang="en-GB" sz="1800" b="0" noProof="0">
                <a:solidFill>
                  <a:schemeClr val="bg1"/>
                </a:solidFill>
              </a:rPr>
            </a:br>
            <a:endParaRPr lang="en-GB" sz="1800" b="0" noProof="0">
              <a:solidFill>
                <a:schemeClr val="bg1"/>
              </a:solidFill>
            </a:endParaRPr>
          </a:p>
        </p:txBody>
      </p:sp>
      <p:sp>
        <p:nvSpPr>
          <p:cNvPr id="9" name="Date Placeholder 2">
            <a:extLst>
              <a:ext uri="{FF2B5EF4-FFF2-40B4-BE49-F238E27FC236}">
                <a16:creationId xmlns:a16="http://schemas.microsoft.com/office/drawing/2014/main" id="{B12B154D-76F1-409D-A798-AA5203EE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0" y="6912000"/>
            <a:ext cx="0" cy="0"/>
          </a:xfrm>
          <a:prstGeom prst="rect">
            <a:avLst/>
          </a:prstGeom>
        </p:spPr>
        <p:txBody>
          <a:bodyPr/>
          <a:lstStyle>
            <a:lvl1pPr>
              <a:defRPr>
                <a:noFill/>
              </a:defRPr>
            </a:lvl1pPr>
          </a:lstStyle>
          <a:p>
            <a:endParaRPr lang="en-GB"/>
          </a:p>
        </p:txBody>
      </p:sp>
      <p:sp>
        <p:nvSpPr>
          <p:cNvPr id="10" name="Footer Placeholder 3">
            <a:extLst>
              <a:ext uri="{FF2B5EF4-FFF2-40B4-BE49-F238E27FC236}">
                <a16:creationId xmlns:a16="http://schemas.microsoft.com/office/drawing/2014/main" id="{7D212C3A-1726-4BC5-8AF1-72D08F6358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6912000"/>
            <a:ext cx="0" cy="0"/>
          </a:xfrm>
          <a:prstGeom prst="rect">
            <a:avLst/>
          </a:prstGeom>
        </p:spPr>
        <p:txBody>
          <a:bodyPr/>
          <a:lstStyle>
            <a:lvl1pPr>
              <a:defRPr>
                <a:noFill/>
              </a:defRPr>
            </a:lvl1pPr>
          </a:lstStyle>
          <a:p>
            <a:r>
              <a:rPr lang="en-GB"/>
              <a:t>Insert presentation title via Header &amp; Footer</a:t>
            </a:r>
          </a:p>
        </p:txBody>
      </p:sp>
      <p:sp>
        <p:nvSpPr>
          <p:cNvPr id="11" name="Slide Number Placeholder 4">
            <a:extLst>
              <a:ext uri="{FF2B5EF4-FFF2-40B4-BE49-F238E27FC236}">
                <a16:creationId xmlns:a16="http://schemas.microsoft.com/office/drawing/2014/main" id="{989D5CFC-5012-4F36-B4E7-CE36F67CD2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 flipV="1">
            <a:off x="0" y="6912000"/>
            <a:ext cx="0" cy="0"/>
          </a:xfrm>
          <a:prstGeom prst="rect">
            <a:avLst/>
          </a:prstGeom>
        </p:spPr>
        <p:txBody>
          <a:bodyPr/>
          <a:lstStyle>
            <a:lvl1pPr>
              <a:defRPr>
                <a:noFill/>
              </a:defRPr>
            </a:lvl1pPr>
          </a:lstStyle>
          <a:p>
            <a:fld id="{24C8C45C-947F-4981-8B3F-4F32E973C901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53146245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A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Rectangle 54">
            <a:extLst>
              <a:ext uri="{FF2B5EF4-FFF2-40B4-BE49-F238E27FC236}">
                <a16:creationId xmlns:a16="http://schemas.microsoft.com/office/drawing/2014/main" id="{BF8EABB9-2726-EF25-A159-0DADAA8F8337}"/>
              </a:ext>
            </a:extLst>
          </p:cNvPr>
          <p:cNvSpPr/>
          <p:nvPr userDrawn="1"/>
        </p:nvSpPr>
        <p:spPr>
          <a:xfrm>
            <a:off x="10091738" y="5721531"/>
            <a:ext cx="1847713" cy="444319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37600" tIns="237600" rIns="237600" bIns="237600" rtlCol="0" anchor="ctr"/>
          <a:lstStyle/>
          <a:p>
            <a:pPr algn="ctr"/>
            <a:endParaRPr lang="en-001" sz="2000" noProof="0" err="1"/>
          </a:p>
        </p:txBody>
      </p:sp>
      <p:pic>
        <p:nvPicPr>
          <p:cNvPr id="54" name="Graphic 53">
            <a:extLst>
              <a:ext uri="{FF2B5EF4-FFF2-40B4-BE49-F238E27FC236}">
                <a16:creationId xmlns:a16="http://schemas.microsoft.com/office/drawing/2014/main" id="{437E6E57-6C0D-F296-9901-9A036BA9AAE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55600" y="5731764"/>
            <a:ext cx="1863471" cy="459486"/>
          </a:xfrm>
          <a:prstGeom prst="rect">
            <a:avLst/>
          </a:prstGeom>
        </p:spPr>
      </p:pic>
      <p:sp>
        <p:nvSpPr>
          <p:cNvPr id="53" name="Picture Placeholder 52">
            <a:extLst>
              <a:ext uri="{FF2B5EF4-FFF2-40B4-BE49-F238E27FC236}">
                <a16:creationId xmlns:a16="http://schemas.microsoft.com/office/drawing/2014/main" id="{8E3190AD-F65F-D344-41C3-4517CA23919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3200" cy="6861600"/>
          </a:xfrm>
          <a:custGeom>
            <a:avLst/>
            <a:gdLst>
              <a:gd name="connsiteX0" fmla="*/ 1656213 w 12193200"/>
              <a:gd name="connsiteY0" fmla="*/ 5905985 h 6861600"/>
              <a:gd name="connsiteX1" fmla="*/ 1746524 w 12193200"/>
              <a:gd name="connsiteY1" fmla="*/ 5905985 h 6861600"/>
              <a:gd name="connsiteX2" fmla="*/ 1746524 w 12193200"/>
              <a:gd name="connsiteY2" fmla="*/ 5953848 h 6861600"/>
              <a:gd name="connsiteX3" fmla="*/ 1656213 w 12193200"/>
              <a:gd name="connsiteY3" fmla="*/ 5953848 h 6861600"/>
              <a:gd name="connsiteX4" fmla="*/ 1279703 w 12193200"/>
              <a:gd name="connsiteY4" fmla="*/ 5904070 h 6861600"/>
              <a:gd name="connsiteX5" fmla="*/ 1311503 w 12193200"/>
              <a:gd name="connsiteY5" fmla="*/ 5982566 h 6861600"/>
              <a:gd name="connsiteX6" fmla="*/ 1247904 w 12193200"/>
              <a:gd name="connsiteY6" fmla="*/ 5982566 h 6861600"/>
              <a:gd name="connsiteX7" fmla="*/ 11590810 w 12193200"/>
              <a:gd name="connsiteY7" fmla="*/ 5903366 h 6861600"/>
              <a:gd name="connsiteX8" fmla="*/ 11609065 w 12193200"/>
              <a:gd name="connsiteY8" fmla="*/ 5903366 h 6861600"/>
              <a:gd name="connsiteX9" fmla="*/ 11621841 w 12193200"/>
              <a:gd name="connsiteY9" fmla="*/ 5970409 h 6861600"/>
              <a:gd name="connsiteX10" fmla="*/ 11578548 w 12193200"/>
              <a:gd name="connsiteY10" fmla="*/ 5970409 h 6861600"/>
              <a:gd name="connsiteX11" fmla="*/ 10356904 w 12193200"/>
              <a:gd name="connsiteY11" fmla="*/ 5903366 h 6861600"/>
              <a:gd name="connsiteX12" fmla="*/ 10375160 w 12193200"/>
              <a:gd name="connsiteY12" fmla="*/ 5903366 h 6861600"/>
              <a:gd name="connsiteX13" fmla="*/ 10387940 w 12193200"/>
              <a:gd name="connsiteY13" fmla="*/ 5970409 h 6861600"/>
              <a:gd name="connsiteX14" fmla="*/ 10344647 w 12193200"/>
              <a:gd name="connsiteY14" fmla="*/ 5970409 h 6861600"/>
              <a:gd name="connsiteX15" fmla="*/ 2034631 w 12193200"/>
              <a:gd name="connsiteY15" fmla="*/ 5870247 h 6861600"/>
              <a:gd name="connsiteX16" fmla="*/ 2034631 w 12193200"/>
              <a:gd name="connsiteY16" fmla="*/ 6053403 h 6861600"/>
              <a:gd name="connsiteX17" fmla="*/ 2078515 w 12193200"/>
              <a:gd name="connsiteY17" fmla="*/ 6053403 h 6861600"/>
              <a:gd name="connsiteX18" fmla="*/ 2078515 w 12193200"/>
              <a:gd name="connsiteY18" fmla="*/ 5969164 h 6861600"/>
              <a:gd name="connsiteX19" fmla="*/ 2161194 w 12193200"/>
              <a:gd name="connsiteY19" fmla="*/ 6053403 h 6861600"/>
              <a:gd name="connsiteX20" fmla="*/ 2221614 w 12193200"/>
              <a:gd name="connsiteY20" fmla="*/ 6053403 h 6861600"/>
              <a:gd name="connsiteX21" fmla="*/ 2121763 w 12193200"/>
              <a:gd name="connsiteY21" fmla="*/ 5955762 h 6861600"/>
              <a:gd name="connsiteX22" fmla="*/ 2217798 w 12193200"/>
              <a:gd name="connsiteY22" fmla="*/ 5870247 h 6861600"/>
              <a:gd name="connsiteX23" fmla="*/ 2159286 w 12193200"/>
              <a:gd name="connsiteY23" fmla="*/ 5870247 h 6861600"/>
              <a:gd name="connsiteX24" fmla="*/ 2078515 w 12193200"/>
              <a:gd name="connsiteY24" fmla="*/ 5944275 h 6861600"/>
              <a:gd name="connsiteX25" fmla="*/ 2078515 w 12193200"/>
              <a:gd name="connsiteY25" fmla="*/ 5870247 h 6861600"/>
              <a:gd name="connsiteX26" fmla="*/ 1612965 w 12193200"/>
              <a:gd name="connsiteY26" fmla="*/ 5870247 h 6861600"/>
              <a:gd name="connsiteX27" fmla="*/ 1612965 w 12193200"/>
              <a:gd name="connsiteY27" fmla="*/ 6053403 h 6861600"/>
              <a:gd name="connsiteX28" fmla="*/ 1656213 w 12193200"/>
              <a:gd name="connsiteY28" fmla="*/ 6053403 h 6861600"/>
              <a:gd name="connsiteX29" fmla="*/ 1656213 w 12193200"/>
              <a:gd name="connsiteY29" fmla="*/ 5990224 h 6861600"/>
              <a:gd name="connsiteX30" fmla="*/ 1703277 w 12193200"/>
              <a:gd name="connsiteY30" fmla="*/ 5990224 h 6861600"/>
              <a:gd name="connsiteX31" fmla="*/ 1742708 w 12193200"/>
              <a:gd name="connsiteY31" fmla="*/ 6053403 h 6861600"/>
              <a:gd name="connsiteX32" fmla="*/ 1789772 w 12193200"/>
              <a:gd name="connsiteY32" fmla="*/ 6053403 h 6861600"/>
              <a:gd name="connsiteX33" fmla="*/ 1748432 w 12193200"/>
              <a:gd name="connsiteY33" fmla="*/ 5990224 h 6861600"/>
              <a:gd name="connsiteX34" fmla="*/ 1752248 w 12193200"/>
              <a:gd name="connsiteY34" fmla="*/ 5990224 h 6861600"/>
              <a:gd name="connsiteX35" fmla="*/ 1787864 w 12193200"/>
              <a:gd name="connsiteY35" fmla="*/ 5961506 h 6861600"/>
              <a:gd name="connsiteX36" fmla="*/ 1787864 w 12193200"/>
              <a:gd name="connsiteY36" fmla="*/ 5900879 h 6861600"/>
              <a:gd name="connsiteX37" fmla="*/ 1757972 w 12193200"/>
              <a:gd name="connsiteY37" fmla="*/ 5870247 h 6861600"/>
              <a:gd name="connsiteX38" fmla="*/ 1407538 w 12193200"/>
              <a:gd name="connsiteY38" fmla="*/ 5870247 h 6861600"/>
              <a:gd name="connsiteX39" fmla="*/ 1407538 w 12193200"/>
              <a:gd name="connsiteY39" fmla="*/ 6053403 h 6861600"/>
              <a:gd name="connsiteX40" fmla="*/ 1581165 w 12193200"/>
              <a:gd name="connsiteY40" fmla="*/ 6053403 h 6861600"/>
              <a:gd name="connsiteX41" fmla="*/ 1581165 w 12193200"/>
              <a:gd name="connsiteY41" fmla="*/ 6017027 h 6861600"/>
              <a:gd name="connsiteX42" fmla="*/ 1448878 w 12193200"/>
              <a:gd name="connsiteY42" fmla="*/ 6017027 h 6861600"/>
              <a:gd name="connsiteX43" fmla="*/ 1448878 w 12193200"/>
              <a:gd name="connsiteY43" fmla="*/ 5978737 h 6861600"/>
              <a:gd name="connsiteX44" fmla="*/ 1562085 w 12193200"/>
              <a:gd name="connsiteY44" fmla="*/ 5978737 h 6861600"/>
              <a:gd name="connsiteX45" fmla="*/ 1562085 w 12193200"/>
              <a:gd name="connsiteY45" fmla="*/ 5942361 h 6861600"/>
              <a:gd name="connsiteX46" fmla="*/ 1448878 w 12193200"/>
              <a:gd name="connsiteY46" fmla="*/ 5942361 h 6861600"/>
              <a:gd name="connsiteX47" fmla="*/ 1448878 w 12193200"/>
              <a:gd name="connsiteY47" fmla="*/ 5905985 h 6861600"/>
              <a:gd name="connsiteX48" fmla="*/ 1579257 w 12193200"/>
              <a:gd name="connsiteY48" fmla="*/ 5905985 h 6861600"/>
              <a:gd name="connsiteX49" fmla="*/ 1579257 w 12193200"/>
              <a:gd name="connsiteY49" fmla="*/ 5870247 h 6861600"/>
              <a:gd name="connsiteX50" fmla="*/ 1251084 w 12193200"/>
              <a:gd name="connsiteY50" fmla="*/ 5870247 h 6861600"/>
              <a:gd name="connsiteX51" fmla="*/ 1170312 w 12193200"/>
              <a:gd name="connsiteY51" fmla="*/ 6053403 h 6861600"/>
              <a:gd name="connsiteX52" fmla="*/ 1217376 w 12193200"/>
              <a:gd name="connsiteY52" fmla="*/ 6053403 h 6861600"/>
              <a:gd name="connsiteX53" fmla="*/ 1232640 w 12193200"/>
              <a:gd name="connsiteY53" fmla="*/ 6017027 h 6861600"/>
              <a:gd name="connsiteX54" fmla="*/ 1326767 w 12193200"/>
              <a:gd name="connsiteY54" fmla="*/ 6017027 h 6861600"/>
              <a:gd name="connsiteX55" fmla="*/ 1343939 w 12193200"/>
              <a:gd name="connsiteY55" fmla="*/ 6053403 h 6861600"/>
              <a:gd name="connsiteX56" fmla="*/ 1389095 w 12193200"/>
              <a:gd name="connsiteY56" fmla="*/ 6053403 h 6861600"/>
              <a:gd name="connsiteX57" fmla="*/ 1307687 w 12193200"/>
              <a:gd name="connsiteY57" fmla="*/ 5870247 h 6861600"/>
              <a:gd name="connsiteX58" fmla="*/ 938809 w 12193200"/>
              <a:gd name="connsiteY58" fmla="*/ 5870247 h 6861600"/>
              <a:gd name="connsiteX59" fmla="*/ 938809 w 12193200"/>
              <a:gd name="connsiteY59" fmla="*/ 6053403 h 6861600"/>
              <a:gd name="connsiteX60" fmla="*/ 978241 w 12193200"/>
              <a:gd name="connsiteY60" fmla="*/ 6053403 h 6861600"/>
              <a:gd name="connsiteX61" fmla="*/ 978241 w 12193200"/>
              <a:gd name="connsiteY61" fmla="*/ 5948104 h 6861600"/>
              <a:gd name="connsiteX62" fmla="*/ 1025305 w 12193200"/>
              <a:gd name="connsiteY62" fmla="*/ 6053403 h 6861600"/>
              <a:gd name="connsiteX63" fmla="*/ 1066644 w 12193200"/>
              <a:gd name="connsiteY63" fmla="*/ 6053403 h 6861600"/>
              <a:gd name="connsiteX64" fmla="*/ 1113708 w 12193200"/>
              <a:gd name="connsiteY64" fmla="*/ 5946190 h 6861600"/>
              <a:gd name="connsiteX65" fmla="*/ 1113708 w 12193200"/>
              <a:gd name="connsiteY65" fmla="*/ 6053403 h 6861600"/>
              <a:gd name="connsiteX66" fmla="*/ 1153140 w 12193200"/>
              <a:gd name="connsiteY66" fmla="*/ 6053403 h 6861600"/>
              <a:gd name="connsiteX67" fmla="*/ 1153140 w 12193200"/>
              <a:gd name="connsiteY67" fmla="*/ 5870247 h 6861600"/>
              <a:gd name="connsiteX68" fmla="*/ 1106076 w 12193200"/>
              <a:gd name="connsiteY68" fmla="*/ 5870247 h 6861600"/>
              <a:gd name="connsiteX69" fmla="*/ 1045657 w 12193200"/>
              <a:gd name="connsiteY69" fmla="*/ 6007455 h 6861600"/>
              <a:gd name="connsiteX70" fmla="*/ 985873 w 12193200"/>
              <a:gd name="connsiteY70" fmla="*/ 5870247 h 6861600"/>
              <a:gd name="connsiteX71" fmla="*/ 1852100 w 12193200"/>
              <a:gd name="connsiteY71" fmla="*/ 5869609 h 6861600"/>
              <a:gd name="connsiteX72" fmla="*/ 1824116 w 12193200"/>
              <a:gd name="connsiteY72" fmla="*/ 5898327 h 6861600"/>
              <a:gd name="connsiteX73" fmla="*/ 1824116 w 12193200"/>
              <a:gd name="connsiteY73" fmla="*/ 5951934 h 6861600"/>
              <a:gd name="connsiteX74" fmla="*/ 1852100 w 12193200"/>
              <a:gd name="connsiteY74" fmla="*/ 5978737 h 6861600"/>
              <a:gd name="connsiteX75" fmla="*/ 1953859 w 12193200"/>
              <a:gd name="connsiteY75" fmla="*/ 5978737 h 6861600"/>
              <a:gd name="connsiteX76" fmla="*/ 1953859 w 12193200"/>
              <a:gd name="connsiteY76" fmla="*/ 6017027 h 6861600"/>
              <a:gd name="connsiteX77" fmla="*/ 1865456 w 12193200"/>
              <a:gd name="connsiteY77" fmla="*/ 6017027 h 6861600"/>
              <a:gd name="connsiteX78" fmla="*/ 1865456 w 12193200"/>
              <a:gd name="connsiteY78" fmla="*/ 6003626 h 6861600"/>
              <a:gd name="connsiteX79" fmla="*/ 1822208 w 12193200"/>
              <a:gd name="connsiteY79" fmla="*/ 6003626 h 6861600"/>
              <a:gd name="connsiteX80" fmla="*/ 1822208 w 12193200"/>
              <a:gd name="connsiteY80" fmla="*/ 6026600 h 6861600"/>
              <a:gd name="connsiteX81" fmla="*/ 1850192 w 12193200"/>
              <a:gd name="connsiteY81" fmla="*/ 6053403 h 6861600"/>
              <a:gd name="connsiteX82" fmla="*/ 1865456 w 12193200"/>
              <a:gd name="connsiteY82" fmla="*/ 6053403 h 6861600"/>
              <a:gd name="connsiteX83" fmla="*/ 1967215 w 12193200"/>
              <a:gd name="connsiteY83" fmla="*/ 6053403 h 6861600"/>
              <a:gd name="connsiteX84" fmla="*/ 1995199 w 12193200"/>
              <a:gd name="connsiteY84" fmla="*/ 6024686 h 6861600"/>
              <a:gd name="connsiteX85" fmla="*/ 1995199 w 12193200"/>
              <a:gd name="connsiteY85" fmla="*/ 5972993 h 6861600"/>
              <a:gd name="connsiteX86" fmla="*/ 1967215 w 12193200"/>
              <a:gd name="connsiteY86" fmla="*/ 5942361 h 6861600"/>
              <a:gd name="connsiteX87" fmla="*/ 1865456 w 12193200"/>
              <a:gd name="connsiteY87" fmla="*/ 5942361 h 6861600"/>
              <a:gd name="connsiteX88" fmla="*/ 1865456 w 12193200"/>
              <a:gd name="connsiteY88" fmla="*/ 5905985 h 6861600"/>
              <a:gd name="connsiteX89" fmla="*/ 1953859 w 12193200"/>
              <a:gd name="connsiteY89" fmla="*/ 5905985 h 6861600"/>
              <a:gd name="connsiteX90" fmla="*/ 1953859 w 12193200"/>
              <a:gd name="connsiteY90" fmla="*/ 5921301 h 6861600"/>
              <a:gd name="connsiteX91" fmla="*/ 1995199 w 12193200"/>
              <a:gd name="connsiteY91" fmla="*/ 5921301 h 6861600"/>
              <a:gd name="connsiteX92" fmla="*/ 1995199 w 12193200"/>
              <a:gd name="connsiteY92" fmla="*/ 5900241 h 6861600"/>
              <a:gd name="connsiteX93" fmla="*/ 1969123 w 12193200"/>
              <a:gd name="connsiteY93" fmla="*/ 5869609 h 6861600"/>
              <a:gd name="connsiteX94" fmla="*/ 11668273 w 12193200"/>
              <a:gd name="connsiteY94" fmla="*/ 5868556 h 6861600"/>
              <a:gd name="connsiteX95" fmla="*/ 11723299 w 12193200"/>
              <a:gd name="connsiteY95" fmla="*/ 5983559 h 6861600"/>
              <a:gd name="connsiteX96" fmla="*/ 11723299 w 12193200"/>
              <a:gd name="connsiteY96" fmla="*/ 6049054 h 6861600"/>
              <a:gd name="connsiteX97" fmla="*/ 11765029 w 12193200"/>
              <a:gd name="connsiteY97" fmla="*/ 6049054 h 6861600"/>
              <a:gd name="connsiteX98" fmla="*/ 11765029 w 12193200"/>
              <a:gd name="connsiteY98" fmla="*/ 5983559 h 6861600"/>
              <a:gd name="connsiteX99" fmla="*/ 11820060 w 12193200"/>
              <a:gd name="connsiteY99" fmla="*/ 5868556 h 6861600"/>
              <a:gd name="connsiteX100" fmla="*/ 11777026 w 12193200"/>
              <a:gd name="connsiteY100" fmla="*/ 5868556 h 6861600"/>
              <a:gd name="connsiteX101" fmla="*/ 11744427 w 12193200"/>
              <a:gd name="connsiteY101" fmla="*/ 5945396 h 6861600"/>
              <a:gd name="connsiteX102" fmla="*/ 11711566 w 12193200"/>
              <a:gd name="connsiteY102" fmla="*/ 5868556 h 6861600"/>
              <a:gd name="connsiteX103" fmla="*/ 11569685 w 12193200"/>
              <a:gd name="connsiteY103" fmla="*/ 5868556 h 6861600"/>
              <a:gd name="connsiteX104" fmla="*/ 11557946 w 12193200"/>
              <a:gd name="connsiteY104" fmla="*/ 5878354 h 6861600"/>
              <a:gd name="connsiteX105" fmla="*/ 11522999 w 12193200"/>
              <a:gd name="connsiteY105" fmla="*/ 6049054 h 6861600"/>
              <a:gd name="connsiteX106" fmla="*/ 11564204 w 12193200"/>
              <a:gd name="connsiteY106" fmla="*/ 6049054 h 6861600"/>
              <a:gd name="connsiteX107" fmla="*/ 11572292 w 12193200"/>
              <a:gd name="connsiteY107" fmla="*/ 6005219 h 6861600"/>
              <a:gd name="connsiteX108" fmla="*/ 11628363 w 12193200"/>
              <a:gd name="connsiteY108" fmla="*/ 6005219 h 6861600"/>
              <a:gd name="connsiteX109" fmla="*/ 11636710 w 12193200"/>
              <a:gd name="connsiteY109" fmla="*/ 6049054 h 6861600"/>
              <a:gd name="connsiteX110" fmla="*/ 11678697 w 12193200"/>
              <a:gd name="connsiteY110" fmla="*/ 6049054 h 6861600"/>
              <a:gd name="connsiteX111" fmla="*/ 11642448 w 12193200"/>
              <a:gd name="connsiteY111" fmla="*/ 5878354 h 6861600"/>
              <a:gd name="connsiteX112" fmla="*/ 11630711 w 12193200"/>
              <a:gd name="connsiteY112" fmla="*/ 5868556 h 6861600"/>
              <a:gd name="connsiteX113" fmla="*/ 11293745 w 12193200"/>
              <a:gd name="connsiteY113" fmla="*/ 5868556 h 6861600"/>
              <a:gd name="connsiteX114" fmla="*/ 11325040 w 12193200"/>
              <a:gd name="connsiteY114" fmla="*/ 6040546 h 6861600"/>
              <a:gd name="connsiteX115" fmla="*/ 11334691 w 12193200"/>
              <a:gd name="connsiteY115" fmla="*/ 6049054 h 6861600"/>
              <a:gd name="connsiteX116" fmla="*/ 11373289 w 12193200"/>
              <a:gd name="connsiteY116" fmla="*/ 6049054 h 6861600"/>
              <a:gd name="connsiteX117" fmla="*/ 11383200 w 12193200"/>
              <a:gd name="connsiteY117" fmla="*/ 6041061 h 6861600"/>
              <a:gd name="connsiteX118" fmla="*/ 11407979 w 12193200"/>
              <a:gd name="connsiteY118" fmla="*/ 5923221 h 6861600"/>
              <a:gd name="connsiteX119" fmla="*/ 11433797 w 12193200"/>
              <a:gd name="connsiteY119" fmla="*/ 6041061 h 6861600"/>
              <a:gd name="connsiteX120" fmla="*/ 11444491 w 12193200"/>
              <a:gd name="connsiteY120" fmla="*/ 6049054 h 6861600"/>
              <a:gd name="connsiteX121" fmla="*/ 11481522 w 12193200"/>
              <a:gd name="connsiteY121" fmla="*/ 6049054 h 6861600"/>
              <a:gd name="connsiteX122" fmla="*/ 11491171 w 12193200"/>
              <a:gd name="connsiteY122" fmla="*/ 6040546 h 6861600"/>
              <a:gd name="connsiteX123" fmla="*/ 11522208 w 12193200"/>
              <a:gd name="connsiteY123" fmla="*/ 5868556 h 6861600"/>
              <a:gd name="connsiteX124" fmla="*/ 11483089 w 12193200"/>
              <a:gd name="connsiteY124" fmla="*/ 5868556 h 6861600"/>
              <a:gd name="connsiteX125" fmla="*/ 11461701 w 12193200"/>
              <a:gd name="connsiteY125" fmla="*/ 6009087 h 6861600"/>
              <a:gd name="connsiteX126" fmla="*/ 11430145 w 12193200"/>
              <a:gd name="connsiteY126" fmla="*/ 5868556 h 6861600"/>
              <a:gd name="connsiteX127" fmla="*/ 11386588 w 12193200"/>
              <a:gd name="connsiteY127" fmla="*/ 5868556 h 6861600"/>
              <a:gd name="connsiteX128" fmla="*/ 11355816 w 12193200"/>
              <a:gd name="connsiteY128" fmla="*/ 6009087 h 6861600"/>
              <a:gd name="connsiteX129" fmla="*/ 11333909 w 12193200"/>
              <a:gd name="connsiteY129" fmla="*/ 5868556 h 6861600"/>
              <a:gd name="connsiteX130" fmla="*/ 11112223 w 12193200"/>
              <a:gd name="connsiteY130" fmla="*/ 5868556 h 6861600"/>
              <a:gd name="connsiteX131" fmla="*/ 11112223 w 12193200"/>
              <a:gd name="connsiteY131" fmla="*/ 6049054 h 6861600"/>
              <a:gd name="connsiteX132" fmla="*/ 11223323 w 12193200"/>
              <a:gd name="connsiteY132" fmla="*/ 6049054 h 6861600"/>
              <a:gd name="connsiteX133" fmla="*/ 11223323 w 12193200"/>
              <a:gd name="connsiteY133" fmla="*/ 6014244 h 6861600"/>
              <a:gd name="connsiteX134" fmla="*/ 11153951 w 12193200"/>
              <a:gd name="connsiteY134" fmla="*/ 6014244 h 6861600"/>
              <a:gd name="connsiteX135" fmla="*/ 11153951 w 12193200"/>
              <a:gd name="connsiteY135" fmla="*/ 5975050 h 6861600"/>
              <a:gd name="connsiteX136" fmla="*/ 11211325 w 12193200"/>
              <a:gd name="connsiteY136" fmla="*/ 5975050 h 6861600"/>
              <a:gd name="connsiteX137" fmla="*/ 11211325 w 12193200"/>
              <a:gd name="connsiteY137" fmla="*/ 5940240 h 6861600"/>
              <a:gd name="connsiteX138" fmla="*/ 11153951 w 12193200"/>
              <a:gd name="connsiteY138" fmla="*/ 5940240 h 6861600"/>
              <a:gd name="connsiteX139" fmla="*/ 11153951 w 12193200"/>
              <a:gd name="connsiteY139" fmla="*/ 5903366 h 6861600"/>
              <a:gd name="connsiteX140" fmla="*/ 11223323 w 12193200"/>
              <a:gd name="connsiteY140" fmla="*/ 5903366 h 6861600"/>
              <a:gd name="connsiteX141" fmla="*/ 11223323 w 12193200"/>
              <a:gd name="connsiteY141" fmla="*/ 5868556 h 6861600"/>
              <a:gd name="connsiteX142" fmla="*/ 10943215 w 12193200"/>
              <a:gd name="connsiteY142" fmla="*/ 5868556 h 6861600"/>
              <a:gd name="connsiteX143" fmla="*/ 10943215 w 12193200"/>
              <a:gd name="connsiteY143" fmla="*/ 6049054 h 6861600"/>
              <a:gd name="connsiteX144" fmla="*/ 10984945 w 12193200"/>
              <a:gd name="connsiteY144" fmla="*/ 6049054 h 6861600"/>
              <a:gd name="connsiteX145" fmla="*/ 10984945 w 12193200"/>
              <a:gd name="connsiteY145" fmla="*/ 5974534 h 6861600"/>
              <a:gd name="connsiteX146" fmla="*/ 11042060 w 12193200"/>
              <a:gd name="connsiteY146" fmla="*/ 5974534 h 6861600"/>
              <a:gd name="connsiteX147" fmla="*/ 11042060 w 12193200"/>
              <a:gd name="connsiteY147" fmla="*/ 6049054 h 6861600"/>
              <a:gd name="connsiteX148" fmla="*/ 11083787 w 12193200"/>
              <a:gd name="connsiteY148" fmla="*/ 6049054 h 6861600"/>
              <a:gd name="connsiteX149" fmla="*/ 11083787 w 12193200"/>
              <a:gd name="connsiteY149" fmla="*/ 5868556 h 6861600"/>
              <a:gd name="connsiteX150" fmla="*/ 11042060 w 12193200"/>
              <a:gd name="connsiteY150" fmla="*/ 5868556 h 6861600"/>
              <a:gd name="connsiteX151" fmla="*/ 11042060 w 12193200"/>
              <a:gd name="connsiteY151" fmla="*/ 5939724 h 6861600"/>
              <a:gd name="connsiteX152" fmla="*/ 10984945 w 12193200"/>
              <a:gd name="connsiteY152" fmla="*/ 5939724 h 6861600"/>
              <a:gd name="connsiteX153" fmla="*/ 10984945 w 12193200"/>
              <a:gd name="connsiteY153" fmla="*/ 5868556 h 6861600"/>
              <a:gd name="connsiteX154" fmla="*/ 10779428 w 12193200"/>
              <a:gd name="connsiteY154" fmla="*/ 5868556 h 6861600"/>
              <a:gd name="connsiteX155" fmla="*/ 10779428 w 12193200"/>
              <a:gd name="connsiteY155" fmla="*/ 5903366 h 6861600"/>
              <a:gd name="connsiteX156" fmla="*/ 10826632 w 12193200"/>
              <a:gd name="connsiteY156" fmla="*/ 5903366 h 6861600"/>
              <a:gd name="connsiteX157" fmla="*/ 10826632 w 12193200"/>
              <a:gd name="connsiteY157" fmla="*/ 6049054 h 6861600"/>
              <a:gd name="connsiteX158" fmla="*/ 10868360 w 12193200"/>
              <a:gd name="connsiteY158" fmla="*/ 6049054 h 6861600"/>
              <a:gd name="connsiteX159" fmla="*/ 10868360 w 12193200"/>
              <a:gd name="connsiteY159" fmla="*/ 5903366 h 6861600"/>
              <a:gd name="connsiteX160" fmla="*/ 10915564 w 12193200"/>
              <a:gd name="connsiteY160" fmla="*/ 5903366 h 6861600"/>
              <a:gd name="connsiteX161" fmla="*/ 10915564 w 12193200"/>
              <a:gd name="connsiteY161" fmla="*/ 5868556 h 6861600"/>
              <a:gd name="connsiteX162" fmla="*/ 10602853 w 12193200"/>
              <a:gd name="connsiteY162" fmla="*/ 5868556 h 6861600"/>
              <a:gd name="connsiteX163" fmla="*/ 10602853 w 12193200"/>
              <a:gd name="connsiteY163" fmla="*/ 6049054 h 6861600"/>
              <a:gd name="connsiteX164" fmla="*/ 10714217 w 12193200"/>
              <a:gd name="connsiteY164" fmla="*/ 6049054 h 6861600"/>
              <a:gd name="connsiteX165" fmla="*/ 10714217 w 12193200"/>
              <a:gd name="connsiteY165" fmla="*/ 6014244 h 6861600"/>
              <a:gd name="connsiteX166" fmla="*/ 10644583 w 12193200"/>
              <a:gd name="connsiteY166" fmla="*/ 6014244 h 6861600"/>
              <a:gd name="connsiteX167" fmla="*/ 10644583 w 12193200"/>
              <a:gd name="connsiteY167" fmla="*/ 5868556 h 6861600"/>
              <a:gd name="connsiteX168" fmla="*/ 10467490 w 12193200"/>
              <a:gd name="connsiteY168" fmla="*/ 5868556 h 6861600"/>
              <a:gd name="connsiteX169" fmla="*/ 10467490 w 12193200"/>
              <a:gd name="connsiteY169" fmla="*/ 6049054 h 6861600"/>
              <a:gd name="connsiteX170" fmla="*/ 10578854 w 12193200"/>
              <a:gd name="connsiteY170" fmla="*/ 6049054 h 6861600"/>
              <a:gd name="connsiteX171" fmla="*/ 10578854 w 12193200"/>
              <a:gd name="connsiteY171" fmla="*/ 6014244 h 6861600"/>
              <a:gd name="connsiteX172" fmla="*/ 10509217 w 12193200"/>
              <a:gd name="connsiteY172" fmla="*/ 6014244 h 6861600"/>
              <a:gd name="connsiteX173" fmla="*/ 10509217 w 12193200"/>
              <a:gd name="connsiteY173" fmla="*/ 5868556 h 6861600"/>
              <a:gd name="connsiteX174" fmla="*/ 10335779 w 12193200"/>
              <a:gd name="connsiteY174" fmla="*/ 5868556 h 6861600"/>
              <a:gd name="connsiteX175" fmla="*/ 10324044 w 12193200"/>
              <a:gd name="connsiteY175" fmla="*/ 5878354 h 6861600"/>
              <a:gd name="connsiteX176" fmla="*/ 10289097 w 12193200"/>
              <a:gd name="connsiteY176" fmla="*/ 6049054 h 6861600"/>
              <a:gd name="connsiteX177" fmla="*/ 10330303 w 12193200"/>
              <a:gd name="connsiteY177" fmla="*/ 6049054 h 6861600"/>
              <a:gd name="connsiteX178" fmla="*/ 10338389 w 12193200"/>
              <a:gd name="connsiteY178" fmla="*/ 6005219 h 6861600"/>
              <a:gd name="connsiteX179" fmla="*/ 10394462 w 12193200"/>
              <a:gd name="connsiteY179" fmla="*/ 6005219 h 6861600"/>
              <a:gd name="connsiteX180" fmla="*/ 10402808 w 12193200"/>
              <a:gd name="connsiteY180" fmla="*/ 6049054 h 6861600"/>
              <a:gd name="connsiteX181" fmla="*/ 10444796 w 12193200"/>
              <a:gd name="connsiteY181" fmla="*/ 6049054 h 6861600"/>
              <a:gd name="connsiteX182" fmla="*/ 10408543 w 12193200"/>
              <a:gd name="connsiteY182" fmla="*/ 5878354 h 6861600"/>
              <a:gd name="connsiteX183" fmla="*/ 10396809 w 12193200"/>
              <a:gd name="connsiteY183" fmla="*/ 5868556 h 6861600"/>
              <a:gd name="connsiteX184" fmla="*/ 422379 w 12193200"/>
              <a:gd name="connsiteY184" fmla="*/ 5753461 h 6861600"/>
              <a:gd name="connsiteX185" fmla="*/ 377223 w 12193200"/>
              <a:gd name="connsiteY185" fmla="*/ 5801324 h 6861600"/>
              <a:gd name="connsiteX186" fmla="*/ 377223 w 12193200"/>
              <a:gd name="connsiteY186" fmla="*/ 6122326 h 6861600"/>
              <a:gd name="connsiteX187" fmla="*/ 422379 w 12193200"/>
              <a:gd name="connsiteY187" fmla="*/ 6170189 h 6861600"/>
              <a:gd name="connsiteX188" fmla="*/ 718117 w 12193200"/>
              <a:gd name="connsiteY188" fmla="*/ 6170189 h 6861600"/>
              <a:gd name="connsiteX189" fmla="*/ 765181 w 12193200"/>
              <a:gd name="connsiteY189" fmla="*/ 6122326 h 6861600"/>
              <a:gd name="connsiteX190" fmla="*/ 765181 w 12193200"/>
              <a:gd name="connsiteY190" fmla="*/ 5801324 h 6861600"/>
              <a:gd name="connsiteX191" fmla="*/ 718117 w 12193200"/>
              <a:gd name="connsiteY191" fmla="*/ 5753461 h 6861600"/>
              <a:gd name="connsiteX192" fmla="*/ 12192000 w 12193200"/>
              <a:gd name="connsiteY192" fmla="*/ 0 h 6861600"/>
              <a:gd name="connsiteX193" fmla="*/ 12193200 w 12193200"/>
              <a:gd name="connsiteY193" fmla="*/ 0 h 6861600"/>
              <a:gd name="connsiteX194" fmla="*/ 12193200 w 12193200"/>
              <a:gd name="connsiteY194" fmla="*/ 6861600 h 6861600"/>
              <a:gd name="connsiteX195" fmla="*/ 0 w 12193200"/>
              <a:gd name="connsiteY195" fmla="*/ 6861600 h 6861600"/>
              <a:gd name="connsiteX196" fmla="*/ 0 w 12193200"/>
              <a:gd name="connsiteY196" fmla="*/ 6858000 h 6861600"/>
              <a:gd name="connsiteX197" fmla="*/ 12192000 w 12193200"/>
              <a:gd name="connsiteY197" fmla="*/ 6858000 h 6861600"/>
              <a:gd name="connsiteX198" fmla="*/ 0 w 12193200"/>
              <a:gd name="connsiteY198" fmla="*/ 0 h 6861600"/>
              <a:gd name="connsiteX199" fmla="*/ 12191999 w 12193200"/>
              <a:gd name="connsiteY199" fmla="*/ 0 h 6861600"/>
              <a:gd name="connsiteX200" fmla="*/ 12191999 w 12193200"/>
              <a:gd name="connsiteY200" fmla="*/ 4414449 h 6861600"/>
              <a:gd name="connsiteX201" fmla="*/ 12191999 w 12193200"/>
              <a:gd name="connsiteY201" fmla="*/ 4527603 h 6861600"/>
              <a:gd name="connsiteX202" fmla="*/ 12191999 w 12193200"/>
              <a:gd name="connsiteY202" fmla="*/ 5635421 h 6861600"/>
              <a:gd name="connsiteX203" fmla="*/ 11344017 w 12193200"/>
              <a:gd name="connsiteY203" fmla="*/ 6483403 h 6861600"/>
              <a:gd name="connsiteX204" fmla="*/ 10222737 w 12193200"/>
              <a:gd name="connsiteY204" fmla="*/ 6483403 h 6861600"/>
              <a:gd name="connsiteX205" fmla="*/ 9813419 w 12193200"/>
              <a:gd name="connsiteY205" fmla="*/ 6483403 h 6861600"/>
              <a:gd name="connsiteX206" fmla="*/ 5765037 w 12193200"/>
              <a:gd name="connsiteY206" fmla="*/ 6483403 h 6861600"/>
              <a:gd name="connsiteX207" fmla="*/ 5765037 w 12193200"/>
              <a:gd name="connsiteY207" fmla="*/ 6483402 h 6861600"/>
              <a:gd name="connsiteX208" fmla="*/ 0 w 12193200"/>
              <a:gd name="connsiteY208" fmla="*/ 6483402 h 686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</a:cxnLst>
            <a:rect l="l" t="t" r="r" b="b"/>
            <a:pathLst>
              <a:path w="12193200" h="6861600">
                <a:moveTo>
                  <a:pt x="1656213" y="5905985"/>
                </a:moveTo>
                <a:lnTo>
                  <a:pt x="1746524" y="5905985"/>
                </a:lnTo>
                <a:lnTo>
                  <a:pt x="1746524" y="5953848"/>
                </a:lnTo>
                <a:lnTo>
                  <a:pt x="1656213" y="5953848"/>
                </a:lnTo>
                <a:close/>
                <a:moveTo>
                  <a:pt x="1279703" y="5904070"/>
                </a:moveTo>
                <a:lnTo>
                  <a:pt x="1311503" y="5982566"/>
                </a:lnTo>
                <a:lnTo>
                  <a:pt x="1247904" y="5982566"/>
                </a:lnTo>
                <a:close/>
                <a:moveTo>
                  <a:pt x="11590810" y="5903366"/>
                </a:moveTo>
                <a:lnTo>
                  <a:pt x="11609065" y="5903366"/>
                </a:lnTo>
                <a:lnTo>
                  <a:pt x="11621841" y="5970409"/>
                </a:lnTo>
                <a:lnTo>
                  <a:pt x="11578548" y="5970409"/>
                </a:lnTo>
                <a:close/>
                <a:moveTo>
                  <a:pt x="10356904" y="5903366"/>
                </a:moveTo>
                <a:lnTo>
                  <a:pt x="10375160" y="5903366"/>
                </a:lnTo>
                <a:lnTo>
                  <a:pt x="10387940" y="5970409"/>
                </a:lnTo>
                <a:lnTo>
                  <a:pt x="10344647" y="5970409"/>
                </a:lnTo>
                <a:close/>
                <a:moveTo>
                  <a:pt x="2034631" y="5870247"/>
                </a:moveTo>
                <a:lnTo>
                  <a:pt x="2034631" y="6053403"/>
                </a:lnTo>
                <a:lnTo>
                  <a:pt x="2078515" y="6053403"/>
                </a:lnTo>
                <a:lnTo>
                  <a:pt x="2078515" y="5969164"/>
                </a:lnTo>
                <a:lnTo>
                  <a:pt x="2161194" y="6053403"/>
                </a:lnTo>
                <a:lnTo>
                  <a:pt x="2221614" y="6053403"/>
                </a:lnTo>
                <a:lnTo>
                  <a:pt x="2121763" y="5955762"/>
                </a:lnTo>
                <a:lnTo>
                  <a:pt x="2217798" y="5870247"/>
                </a:lnTo>
                <a:lnTo>
                  <a:pt x="2159286" y="5870247"/>
                </a:lnTo>
                <a:lnTo>
                  <a:pt x="2078515" y="5944275"/>
                </a:lnTo>
                <a:lnTo>
                  <a:pt x="2078515" y="5870247"/>
                </a:lnTo>
                <a:close/>
                <a:moveTo>
                  <a:pt x="1612965" y="5870247"/>
                </a:moveTo>
                <a:lnTo>
                  <a:pt x="1612965" y="6053403"/>
                </a:lnTo>
                <a:lnTo>
                  <a:pt x="1656213" y="6053403"/>
                </a:lnTo>
                <a:lnTo>
                  <a:pt x="1656213" y="5990224"/>
                </a:lnTo>
                <a:lnTo>
                  <a:pt x="1703277" y="5990224"/>
                </a:lnTo>
                <a:lnTo>
                  <a:pt x="1742708" y="6053403"/>
                </a:lnTo>
                <a:lnTo>
                  <a:pt x="1789772" y="6053403"/>
                </a:lnTo>
                <a:lnTo>
                  <a:pt x="1748432" y="5990224"/>
                </a:lnTo>
                <a:lnTo>
                  <a:pt x="1752248" y="5990224"/>
                </a:lnTo>
                <a:cubicBezTo>
                  <a:pt x="1776416" y="5990224"/>
                  <a:pt x="1787864" y="5976822"/>
                  <a:pt x="1787864" y="5961506"/>
                </a:cubicBezTo>
                <a:lnTo>
                  <a:pt x="1787864" y="5900879"/>
                </a:lnTo>
                <a:cubicBezTo>
                  <a:pt x="1787864" y="5881734"/>
                  <a:pt x="1776416" y="5870247"/>
                  <a:pt x="1757972" y="5870247"/>
                </a:cubicBezTo>
                <a:close/>
                <a:moveTo>
                  <a:pt x="1407538" y="5870247"/>
                </a:moveTo>
                <a:lnTo>
                  <a:pt x="1407538" y="6053403"/>
                </a:lnTo>
                <a:lnTo>
                  <a:pt x="1581165" y="6053403"/>
                </a:lnTo>
                <a:lnTo>
                  <a:pt x="1581165" y="6017027"/>
                </a:lnTo>
                <a:lnTo>
                  <a:pt x="1448878" y="6017027"/>
                </a:lnTo>
                <a:lnTo>
                  <a:pt x="1448878" y="5978737"/>
                </a:lnTo>
                <a:lnTo>
                  <a:pt x="1562085" y="5978737"/>
                </a:lnTo>
                <a:lnTo>
                  <a:pt x="1562085" y="5942361"/>
                </a:lnTo>
                <a:lnTo>
                  <a:pt x="1448878" y="5942361"/>
                </a:lnTo>
                <a:lnTo>
                  <a:pt x="1448878" y="5905985"/>
                </a:lnTo>
                <a:lnTo>
                  <a:pt x="1579257" y="5905985"/>
                </a:lnTo>
                <a:lnTo>
                  <a:pt x="1579257" y="5870247"/>
                </a:lnTo>
                <a:close/>
                <a:moveTo>
                  <a:pt x="1251084" y="5870247"/>
                </a:moveTo>
                <a:lnTo>
                  <a:pt x="1170312" y="6053403"/>
                </a:lnTo>
                <a:lnTo>
                  <a:pt x="1217376" y="6053403"/>
                </a:lnTo>
                <a:lnTo>
                  <a:pt x="1232640" y="6017027"/>
                </a:lnTo>
                <a:lnTo>
                  <a:pt x="1326767" y="6017027"/>
                </a:lnTo>
                <a:lnTo>
                  <a:pt x="1343939" y="6053403"/>
                </a:lnTo>
                <a:lnTo>
                  <a:pt x="1389095" y="6053403"/>
                </a:lnTo>
                <a:lnTo>
                  <a:pt x="1307687" y="5870247"/>
                </a:lnTo>
                <a:close/>
                <a:moveTo>
                  <a:pt x="938809" y="5870247"/>
                </a:moveTo>
                <a:lnTo>
                  <a:pt x="938809" y="6053403"/>
                </a:lnTo>
                <a:lnTo>
                  <a:pt x="978241" y="6053403"/>
                </a:lnTo>
                <a:lnTo>
                  <a:pt x="978241" y="5948104"/>
                </a:lnTo>
                <a:lnTo>
                  <a:pt x="1025305" y="6053403"/>
                </a:lnTo>
                <a:lnTo>
                  <a:pt x="1066644" y="6053403"/>
                </a:lnTo>
                <a:lnTo>
                  <a:pt x="1113708" y="5946190"/>
                </a:lnTo>
                <a:lnTo>
                  <a:pt x="1113708" y="6053403"/>
                </a:lnTo>
                <a:lnTo>
                  <a:pt x="1153140" y="6053403"/>
                </a:lnTo>
                <a:lnTo>
                  <a:pt x="1153140" y="5870247"/>
                </a:lnTo>
                <a:lnTo>
                  <a:pt x="1106076" y="5870247"/>
                </a:lnTo>
                <a:lnTo>
                  <a:pt x="1045657" y="6007455"/>
                </a:lnTo>
                <a:lnTo>
                  <a:pt x="985873" y="5870247"/>
                </a:lnTo>
                <a:close/>
                <a:moveTo>
                  <a:pt x="1852100" y="5869609"/>
                </a:moveTo>
                <a:cubicBezTo>
                  <a:pt x="1837472" y="5869609"/>
                  <a:pt x="1824116" y="5881096"/>
                  <a:pt x="1824116" y="5898327"/>
                </a:cubicBezTo>
                <a:lnTo>
                  <a:pt x="1824116" y="5951934"/>
                </a:lnTo>
                <a:cubicBezTo>
                  <a:pt x="1824116" y="5967250"/>
                  <a:pt x="1834928" y="5978737"/>
                  <a:pt x="1852100" y="5978737"/>
                </a:cubicBezTo>
                <a:lnTo>
                  <a:pt x="1953859" y="5978737"/>
                </a:lnTo>
                <a:lnTo>
                  <a:pt x="1953859" y="6017027"/>
                </a:lnTo>
                <a:lnTo>
                  <a:pt x="1865456" y="6017027"/>
                </a:lnTo>
                <a:lnTo>
                  <a:pt x="1865456" y="6003626"/>
                </a:lnTo>
                <a:lnTo>
                  <a:pt x="1822208" y="6003626"/>
                </a:lnTo>
                <a:lnTo>
                  <a:pt x="1822208" y="6026600"/>
                </a:lnTo>
                <a:cubicBezTo>
                  <a:pt x="1822208" y="6041916"/>
                  <a:pt x="1831112" y="6053403"/>
                  <a:pt x="1850192" y="6053403"/>
                </a:cubicBezTo>
                <a:lnTo>
                  <a:pt x="1865456" y="6053403"/>
                </a:lnTo>
                <a:lnTo>
                  <a:pt x="1967215" y="6053403"/>
                </a:lnTo>
                <a:cubicBezTo>
                  <a:pt x="1985659" y="6053403"/>
                  <a:pt x="1995199" y="6041916"/>
                  <a:pt x="1995199" y="6024686"/>
                </a:cubicBezTo>
                <a:lnTo>
                  <a:pt x="1995199" y="5972993"/>
                </a:lnTo>
                <a:cubicBezTo>
                  <a:pt x="1995199" y="5953848"/>
                  <a:pt x="1982479" y="5942361"/>
                  <a:pt x="1967215" y="5942361"/>
                </a:cubicBezTo>
                <a:lnTo>
                  <a:pt x="1865456" y="5942361"/>
                </a:lnTo>
                <a:lnTo>
                  <a:pt x="1865456" y="5905985"/>
                </a:lnTo>
                <a:lnTo>
                  <a:pt x="1953859" y="5905985"/>
                </a:lnTo>
                <a:lnTo>
                  <a:pt x="1953859" y="5921301"/>
                </a:lnTo>
                <a:lnTo>
                  <a:pt x="1995199" y="5921301"/>
                </a:lnTo>
                <a:lnTo>
                  <a:pt x="1995199" y="5900241"/>
                </a:lnTo>
                <a:cubicBezTo>
                  <a:pt x="1995199" y="5881096"/>
                  <a:pt x="1984387" y="5869609"/>
                  <a:pt x="1969123" y="5869609"/>
                </a:cubicBezTo>
                <a:close/>
                <a:moveTo>
                  <a:pt x="11668273" y="5868556"/>
                </a:moveTo>
                <a:lnTo>
                  <a:pt x="11723299" y="5983559"/>
                </a:lnTo>
                <a:lnTo>
                  <a:pt x="11723299" y="6049054"/>
                </a:lnTo>
                <a:lnTo>
                  <a:pt x="11765029" y="6049054"/>
                </a:lnTo>
                <a:lnTo>
                  <a:pt x="11765029" y="5983559"/>
                </a:lnTo>
                <a:lnTo>
                  <a:pt x="11820060" y="5868556"/>
                </a:lnTo>
                <a:lnTo>
                  <a:pt x="11777026" y="5868556"/>
                </a:lnTo>
                <a:lnTo>
                  <a:pt x="11744427" y="5945396"/>
                </a:lnTo>
                <a:lnTo>
                  <a:pt x="11711566" y="5868556"/>
                </a:lnTo>
                <a:close/>
                <a:moveTo>
                  <a:pt x="11569685" y="5868556"/>
                </a:moveTo>
                <a:cubicBezTo>
                  <a:pt x="11562640" y="5868556"/>
                  <a:pt x="11559252" y="5871907"/>
                  <a:pt x="11557946" y="5878354"/>
                </a:cubicBezTo>
                <a:lnTo>
                  <a:pt x="11522999" y="6049054"/>
                </a:lnTo>
                <a:lnTo>
                  <a:pt x="11564204" y="6049054"/>
                </a:lnTo>
                <a:lnTo>
                  <a:pt x="11572292" y="6005219"/>
                </a:lnTo>
                <a:lnTo>
                  <a:pt x="11628363" y="6005219"/>
                </a:lnTo>
                <a:lnTo>
                  <a:pt x="11636710" y="6049054"/>
                </a:lnTo>
                <a:lnTo>
                  <a:pt x="11678697" y="6049054"/>
                </a:lnTo>
                <a:lnTo>
                  <a:pt x="11642448" y="5878354"/>
                </a:lnTo>
                <a:cubicBezTo>
                  <a:pt x="11641144" y="5871907"/>
                  <a:pt x="11637751" y="5868556"/>
                  <a:pt x="11630711" y="5868556"/>
                </a:cubicBezTo>
                <a:close/>
                <a:moveTo>
                  <a:pt x="11293745" y="5868556"/>
                </a:moveTo>
                <a:lnTo>
                  <a:pt x="11325040" y="6040546"/>
                </a:lnTo>
                <a:cubicBezTo>
                  <a:pt x="11326085" y="6046991"/>
                  <a:pt x="11329214" y="6049054"/>
                  <a:pt x="11334691" y="6049054"/>
                </a:cubicBezTo>
                <a:lnTo>
                  <a:pt x="11373289" y="6049054"/>
                </a:lnTo>
                <a:cubicBezTo>
                  <a:pt x="11378766" y="6049054"/>
                  <a:pt x="11381895" y="6047249"/>
                  <a:pt x="11383200" y="6041061"/>
                </a:cubicBezTo>
                <a:lnTo>
                  <a:pt x="11407979" y="5923221"/>
                </a:lnTo>
                <a:lnTo>
                  <a:pt x="11433797" y="6041061"/>
                </a:lnTo>
                <a:cubicBezTo>
                  <a:pt x="11435099" y="6047249"/>
                  <a:pt x="11439010" y="6049054"/>
                  <a:pt x="11444491" y="6049054"/>
                </a:cubicBezTo>
                <a:lnTo>
                  <a:pt x="11481522" y="6049054"/>
                </a:lnTo>
                <a:cubicBezTo>
                  <a:pt x="11487001" y="6049054"/>
                  <a:pt x="11490130" y="6046991"/>
                  <a:pt x="11491171" y="6040546"/>
                </a:cubicBezTo>
                <a:lnTo>
                  <a:pt x="11522208" y="5868556"/>
                </a:lnTo>
                <a:lnTo>
                  <a:pt x="11483089" y="5868556"/>
                </a:lnTo>
                <a:lnTo>
                  <a:pt x="11461701" y="6009087"/>
                </a:lnTo>
                <a:lnTo>
                  <a:pt x="11430145" y="5868556"/>
                </a:lnTo>
                <a:lnTo>
                  <a:pt x="11386588" y="5868556"/>
                </a:lnTo>
                <a:lnTo>
                  <a:pt x="11355816" y="6009087"/>
                </a:lnTo>
                <a:lnTo>
                  <a:pt x="11333909" y="5868556"/>
                </a:lnTo>
                <a:close/>
                <a:moveTo>
                  <a:pt x="11112223" y="5868556"/>
                </a:moveTo>
                <a:lnTo>
                  <a:pt x="11112223" y="6049054"/>
                </a:lnTo>
                <a:lnTo>
                  <a:pt x="11223323" y="6049054"/>
                </a:lnTo>
                <a:lnTo>
                  <a:pt x="11223323" y="6014244"/>
                </a:lnTo>
                <a:lnTo>
                  <a:pt x="11153951" y="6014244"/>
                </a:lnTo>
                <a:lnTo>
                  <a:pt x="11153951" y="5975050"/>
                </a:lnTo>
                <a:lnTo>
                  <a:pt x="11211325" y="5975050"/>
                </a:lnTo>
                <a:lnTo>
                  <a:pt x="11211325" y="5940240"/>
                </a:lnTo>
                <a:lnTo>
                  <a:pt x="11153951" y="5940240"/>
                </a:lnTo>
                <a:lnTo>
                  <a:pt x="11153951" y="5903366"/>
                </a:lnTo>
                <a:lnTo>
                  <a:pt x="11223323" y="5903366"/>
                </a:lnTo>
                <a:lnTo>
                  <a:pt x="11223323" y="5868556"/>
                </a:lnTo>
                <a:close/>
                <a:moveTo>
                  <a:pt x="10943215" y="5868556"/>
                </a:moveTo>
                <a:lnTo>
                  <a:pt x="10943215" y="6049054"/>
                </a:lnTo>
                <a:lnTo>
                  <a:pt x="10984945" y="6049054"/>
                </a:lnTo>
                <a:lnTo>
                  <a:pt x="10984945" y="5974534"/>
                </a:lnTo>
                <a:lnTo>
                  <a:pt x="11042060" y="5974534"/>
                </a:lnTo>
                <a:lnTo>
                  <a:pt x="11042060" y="6049054"/>
                </a:lnTo>
                <a:lnTo>
                  <a:pt x="11083787" y="6049054"/>
                </a:lnTo>
                <a:lnTo>
                  <a:pt x="11083787" y="5868556"/>
                </a:lnTo>
                <a:lnTo>
                  <a:pt x="11042060" y="5868556"/>
                </a:lnTo>
                <a:lnTo>
                  <a:pt x="11042060" y="5939724"/>
                </a:lnTo>
                <a:lnTo>
                  <a:pt x="10984945" y="5939724"/>
                </a:lnTo>
                <a:lnTo>
                  <a:pt x="10984945" y="5868556"/>
                </a:lnTo>
                <a:close/>
                <a:moveTo>
                  <a:pt x="10779428" y="5868556"/>
                </a:moveTo>
                <a:lnTo>
                  <a:pt x="10779428" y="5903366"/>
                </a:lnTo>
                <a:lnTo>
                  <a:pt x="10826632" y="5903366"/>
                </a:lnTo>
                <a:lnTo>
                  <a:pt x="10826632" y="6049054"/>
                </a:lnTo>
                <a:lnTo>
                  <a:pt x="10868360" y="6049054"/>
                </a:lnTo>
                <a:lnTo>
                  <a:pt x="10868360" y="5903366"/>
                </a:lnTo>
                <a:lnTo>
                  <a:pt x="10915564" y="5903366"/>
                </a:lnTo>
                <a:lnTo>
                  <a:pt x="10915564" y="5868556"/>
                </a:lnTo>
                <a:close/>
                <a:moveTo>
                  <a:pt x="10602853" y="5868556"/>
                </a:moveTo>
                <a:lnTo>
                  <a:pt x="10602853" y="6049054"/>
                </a:lnTo>
                <a:lnTo>
                  <a:pt x="10714217" y="6049054"/>
                </a:lnTo>
                <a:lnTo>
                  <a:pt x="10714217" y="6014244"/>
                </a:lnTo>
                <a:lnTo>
                  <a:pt x="10644583" y="6014244"/>
                </a:lnTo>
                <a:lnTo>
                  <a:pt x="10644583" y="5868556"/>
                </a:lnTo>
                <a:close/>
                <a:moveTo>
                  <a:pt x="10467490" y="5868556"/>
                </a:moveTo>
                <a:lnTo>
                  <a:pt x="10467490" y="6049054"/>
                </a:lnTo>
                <a:lnTo>
                  <a:pt x="10578854" y="6049054"/>
                </a:lnTo>
                <a:lnTo>
                  <a:pt x="10578854" y="6014244"/>
                </a:lnTo>
                <a:lnTo>
                  <a:pt x="10509217" y="6014244"/>
                </a:lnTo>
                <a:lnTo>
                  <a:pt x="10509217" y="5868556"/>
                </a:lnTo>
                <a:close/>
                <a:moveTo>
                  <a:pt x="10335779" y="5868556"/>
                </a:moveTo>
                <a:cubicBezTo>
                  <a:pt x="10328738" y="5868556"/>
                  <a:pt x="10325345" y="5871907"/>
                  <a:pt x="10324044" y="5878354"/>
                </a:cubicBezTo>
                <a:lnTo>
                  <a:pt x="10289097" y="6049054"/>
                </a:lnTo>
                <a:lnTo>
                  <a:pt x="10330303" y="6049054"/>
                </a:lnTo>
                <a:lnTo>
                  <a:pt x="10338389" y="6005219"/>
                </a:lnTo>
                <a:lnTo>
                  <a:pt x="10394462" y="6005219"/>
                </a:lnTo>
                <a:lnTo>
                  <a:pt x="10402808" y="6049054"/>
                </a:lnTo>
                <a:lnTo>
                  <a:pt x="10444796" y="6049054"/>
                </a:lnTo>
                <a:lnTo>
                  <a:pt x="10408543" y="5878354"/>
                </a:lnTo>
                <a:cubicBezTo>
                  <a:pt x="10407238" y="5871907"/>
                  <a:pt x="10403850" y="5868556"/>
                  <a:pt x="10396809" y="5868556"/>
                </a:cubicBezTo>
                <a:close/>
                <a:moveTo>
                  <a:pt x="422379" y="5753461"/>
                </a:moveTo>
                <a:cubicBezTo>
                  <a:pt x="398211" y="5753461"/>
                  <a:pt x="377223" y="5774521"/>
                  <a:pt x="377223" y="5801324"/>
                </a:cubicBezTo>
                <a:lnTo>
                  <a:pt x="377223" y="6122326"/>
                </a:lnTo>
                <a:cubicBezTo>
                  <a:pt x="377223" y="6149130"/>
                  <a:pt x="398211" y="6170189"/>
                  <a:pt x="422379" y="6170189"/>
                </a:cubicBezTo>
                <a:lnTo>
                  <a:pt x="718117" y="6170189"/>
                </a:lnTo>
                <a:cubicBezTo>
                  <a:pt x="744193" y="6170189"/>
                  <a:pt x="765181" y="6149130"/>
                  <a:pt x="765181" y="6122326"/>
                </a:cubicBezTo>
                <a:lnTo>
                  <a:pt x="765181" y="5801324"/>
                </a:lnTo>
                <a:cubicBezTo>
                  <a:pt x="765181" y="5774521"/>
                  <a:pt x="744193" y="5753461"/>
                  <a:pt x="718117" y="5753461"/>
                </a:cubicBezTo>
                <a:close/>
                <a:moveTo>
                  <a:pt x="12192000" y="0"/>
                </a:moveTo>
                <a:lnTo>
                  <a:pt x="12193200" y="0"/>
                </a:lnTo>
                <a:lnTo>
                  <a:pt x="12193200" y="6861600"/>
                </a:lnTo>
                <a:lnTo>
                  <a:pt x="0" y="6861600"/>
                </a:lnTo>
                <a:lnTo>
                  <a:pt x="0" y="6858000"/>
                </a:lnTo>
                <a:lnTo>
                  <a:pt x="12192000" y="6858000"/>
                </a:lnTo>
                <a:close/>
                <a:moveTo>
                  <a:pt x="0" y="0"/>
                </a:moveTo>
                <a:lnTo>
                  <a:pt x="12191999" y="0"/>
                </a:lnTo>
                <a:lnTo>
                  <a:pt x="12191999" y="4414449"/>
                </a:lnTo>
                <a:lnTo>
                  <a:pt x="12191999" y="4527603"/>
                </a:lnTo>
                <a:lnTo>
                  <a:pt x="12191999" y="5635421"/>
                </a:lnTo>
                <a:cubicBezTo>
                  <a:pt x="12191999" y="6103749"/>
                  <a:pt x="11812345" y="6483403"/>
                  <a:pt x="11344017" y="6483403"/>
                </a:cubicBezTo>
                <a:lnTo>
                  <a:pt x="10222737" y="6483403"/>
                </a:lnTo>
                <a:lnTo>
                  <a:pt x="9813419" y="6483403"/>
                </a:lnTo>
                <a:lnTo>
                  <a:pt x="5765037" y="6483403"/>
                </a:lnTo>
                <a:lnTo>
                  <a:pt x="5765037" y="6483402"/>
                </a:lnTo>
                <a:lnTo>
                  <a:pt x="0" y="6483402"/>
                </a:lnTo>
                <a:close/>
              </a:path>
            </a:pathLst>
          </a:custGeom>
          <a:solidFill>
            <a:srgbClr val="CFCFCF"/>
          </a:solidFill>
        </p:spPr>
        <p:txBody>
          <a:bodyPr wrap="square" tIns="72000" anchor="t" anchorCtr="0">
            <a:noAutofit/>
          </a:bodyPr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1200">
                <a:solidFill>
                  <a:schemeClr val="bg1"/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Click here and insert picture</a:t>
            </a:r>
          </a:p>
        </p:txBody>
      </p:sp>
      <p:sp>
        <p:nvSpPr>
          <p:cNvPr id="18" name="Title 1">
            <a:extLst>
              <a:ext uri="{FF2B5EF4-FFF2-40B4-BE49-F238E27FC236}">
                <a16:creationId xmlns:a16="http://schemas.microsoft.com/office/drawing/2014/main" id="{534A3BBC-EB91-6315-9808-5035B767D3F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71475" y="1943100"/>
            <a:ext cx="10829925" cy="2550523"/>
          </a:xfrm>
        </p:spPr>
        <p:txBody>
          <a:bodyPr anchor="t"/>
          <a:lstStyle>
            <a:lvl1pPr algn="l">
              <a:lnSpc>
                <a:spcPts val="4800"/>
              </a:lnSpc>
              <a:defRPr sz="4400">
                <a:solidFill>
                  <a:schemeClr val="bg1"/>
                </a:solidFill>
              </a:defRPr>
            </a:lvl1pPr>
          </a:lstStyle>
          <a:p>
            <a:r>
              <a:rPr lang="en-GB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998029148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B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11">
            <a:extLst>
              <a:ext uri="{FF2B5EF4-FFF2-40B4-BE49-F238E27FC236}">
                <a16:creationId xmlns:a16="http://schemas.microsoft.com/office/drawing/2014/main" id="{AB12982D-D35D-CD4E-DFD3-3B65652528D8}"/>
              </a:ext>
            </a:extLst>
          </p:cNvPr>
          <p:cNvSpPr/>
          <p:nvPr userDrawn="1"/>
        </p:nvSpPr>
        <p:spPr>
          <a:xfrm>
            <a:off x="-1" y="-1"/>
            <a:ext cx="12192000" cy="6483404"/>
          </a:xfrm>
          <a:custGeom>
            <a:avLst/>
            <a:gdLst>
              <a:gd name="connsiteX0" fmla="*/ 0 w 12192000"/>
              <a:gd name="connsiteY0" fmla="*/ 0 h 6483404"/>
              <a:gd name="connsiteX1" fmla="*/ 8210551 w 12192000"/>
              <a:gd name="connsiteY1" fmla="*/ 0 h 6483404"/>
              <a:gd name="connsiteX2" fmla="*/ 8210551 w 12192000"/>
              <a:gd name="connsiteY2" fmla="*/ 1 h 6483404"/>
              <a:gd name="connsiteX3" fmla="*/ 12192000 w 12192000"/>
              <a:gd name="connsiteY3" fmla="*/ 1 h 6483404"/>
              <a:gd name="connsiteX4" fmla="*/ 12192000 w 12192000"/>
              <a:gd name="connsiteY4" fmla="*/ 4414450 h 6483404"/>
              <a:gd name="connsiteX5" fmla="*/ 12192000 w 12192000"/>
              <a:gd name="connsiteY5" fmla="*/ 4527604 h 6483404"/>
              <a:gd name="connsiteX6" fmla="*/ 12192000 w 12192000"/>
              <a:gd name="connsiteY6" fmla="*/ 5635422 h 6483404"/>
              <a:gd name="connsiteX7" fmla="*/ 11344018 w 12192000"/>
              <a:gd name="connsiteY7" fmla="*/ 6483404 h 6483404"/>
              <a:gd name="connsiteX8" fmla="*/ 10222738 w 12192000"/>
              <a:gd name="connsiteY8" fmla="*/ 6483404 h 6483404"/>
              <a:gd name="connsiteX9" fmla="*/ 9813420 w 12192000"/>
              <a:gd name="connsiteY9" fmla="*/ 6483404 h 6483404"/>
              <a:gd name="connsiteX10" fmla="*/ 5765038 w 12192000"/>
              <a:gd name="connsiteY10" fmla="*/ 6483404 h 6483404"/>
              <a:gd name="connsiteX11" fmla="*/ 5765038 w 12192000"/>
              <a:gd name="connsiteY11" fmla="*/ 6483403 h 6483404"/>
              <a:gd name="connsiteX12" fmla="*/ 0 w 12192000"/>
              <a:gd name="connsiteY12" fmla="*/ 6483403 h 64834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2192000" h="6483404">
                <a:moveTo>
                  <a:pt x="0" y="0"/>
                </a:moveTo>
                <a:lnTo>
                  <a:pt x="8210551" y="0"/>
                </a:lnTo>
                <a:lnTo>
                  <a:pt x="8210551" y="1"/>
                </a:lnTo>
                <a:lnTo>
                  <a:pt x="12192000" y="1"/>
                </a:lnTo>
                <a:lnTo>
                  <a:pt x="12192000" y="4414450"/>
                </a:lnTo>
                <a:lnTo>
                  <a:pt x="12192000" y="4527604"/>
                </a:lnTo>
                <a:lnTo>
                  <a:pt x="12192000" y="5635422"/>
                </a:lnTo>
                <a:cubicBezTo>
                  <a:pt x="12192000" y="6103750"/>
                  <a:pt x="11812346" y="6483404"/>
                  <a:pt x="11344018" y="6483404"/>
                </a:cubicBezTo>
                <a:lnTo>
                  <a:pt x="10222738" y="6483404"/>
                </a:lnTo>
                <a:lnTo>
                  <a:pt x="9813420" y="6483404"/>
                </a:lnTo>
                <a:lnTo>
                  <a:pt x="5765038" y="6483404"/>
                </a:lnTo>
                <a:lnTo>
                  <a:pt x="5765038" y="6483403"/>
                </a:lnTo>
                <a:lnTo>
                  <a:pt x="0" y="6483403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237600" tIns="237600" rIns="237600" bIns="237600" rtlCol="0" anchor="ctr">
            <a:noAutofit/>
          </a:bodyPr>
          <a:lstStyle/>
          <a:p>
            <a:pPr algn="ctr"/>
            <a:endParaRPr lang="en-001" sz="2000" noProof="0" err="1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43A1AF0-8F3A-B813-D2C7-811831038F4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1475" y="5751851"/>
            <a:ext cx="1853056" cy="413999"/>
          </a:xfrm>
          <a:prstGeom prst="rect">
            <a:avLst/>
          </a:prstGeom>
        </p:spPr>
      </p:pic>
      <p:sp>
        <p:nvSpPr>
          <p:cNvPr id="15" name="Title 1">
            <a:extLst>
              <a:ext uri="{FF2B5EF4-FFF2-40B4-BE49-F238E27FC236}">
                <a16:creationId xmlns:a16="http://schemas.microsoft.com/office/drawing/2014/main" id="{F779AE45-9325-9747-A087-FA65D14DF943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71475" y="1943100"/>
            <a:ext cx="10829925" cy="2550523"/>
          </a:xfrm>
        </p:spPr>
        <p:txBody>
          <a:bodyPr anchor="t"/>
          <a:lstStyle>
            <a:lvl1pPr algn="l">
              <a:lnSpc>
                <a:spcPts val="5800"/>
              </a:lnSpc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GB"/>
              <a:t>Click to add title</a:t>
            </a:r>
          </a:p>
        </p:txBody>
      </p:sp>
      <p:pic>
        <p:nvPicPr>
          <p:cNvPr id="17" name="Graphic 16">
            <a:extLst>
              <a:ext uri="{FF2B5EF4-FFF2-40B4-BE49-F238E27FC236}">
                <a16:creationId xmlns:a16="http://schemas.microsoft.com/office/drawing/2014/main" id="{EA98EC77-38EE-0D5E-CC88-514A9AE6F6D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0289632" y="5868710"/>
            <a:ext cx="1531435" cy="18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1915258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C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11">
            <a:extLst>
              <a:ext uri="{FF2B5EF4-FFF2-40B4-BE49-F238E27FC236}">
                <a16:creationId xmlns:a16="http://schemas.microsoft.com/office/drawing/2014/main" id="{AB12982D-D35D-CD4E-DFD3-3B65652528D8}"/>
              </a:ext>
            </a:extLst>
          </p:cNvPr>
          <p:cNvSpPr/>
          <p:nvPr userDrawn="1"/>
        </p:nvSpPr>
        <p:spPr>
          <a:xfrm>
            <a:off x="0" y="0"/>
            <a:ext cx="12192000" cy="6483404"/>
          </a:xfrm>
          <a:custGeom>
            <a:avLst/>
            <a:gdLst>
              <a:gd name="connsiteX0" fmla="*/ 0 w 12192000"/>
              <a:gd name="connsiteY0" fmla="*/ 0 h 6483404"/>
              <a:gd name="connsiteX1" fmla="*/ 8210551 w 12192000"/>
              <a:gd name="connsiteY1" fmla="*/ 0 h 6483404"/>
              <a:gd name="connsiteX2" fmla="*/ 8210551 w 12192000"/>
              <a:gd name="connsiteY2" fmla="*/ 1 h 6483404"/>
              <a:gd name="connsiteX3" fmla="*/ 12192000 w 12192000"/>
              <a:gd name="connsiteY3" fmla="*/ 1 h 6483404"/>
              <a:gd name="connsiteX4" fmla="*/ 12192000 w 12192000"/>
              <a:gd name="connsiteY4" fmla="*/ 4414450 h 6483404"/>
              <a:gd name="connsiteX5" fmla="*/ 12192000 w 12192000"/>
              <a:gd name="connsiteY5" fmla="*/ 4527604 h 6483404"/>
              <a:gd name="connsiteX6" fmla="*/ 12192000 w 12192000"/>
              <a:gd name="connsiteY6" fmla="*/ 5635422 h 6483404"/>
              <a:gd name="connsiteX7" fmla="*/ 11344018 w 12192000"/>
              <a:gd name="connsiteY7" fmla="*/ 6483404 h 6483404"/>
              <a:gd name="connsiteX8" fmla="*/ 10222738 w 12192000"/>
              <a:gd name="connsiteY8" fmla="*/ 6483404 h 6483404"/>
              <a:gd name="connsiteX9" fmla="*/ 9813420 w 12192000"/>
              <a:gd name="connsiteY9" fmla="*/ 6483404 h 6483404"/>
              <a:gd name="connsiteX10" fmla="*/ 5765038 w 12192000"/>
              <a:gd name="connsiteY10" fmla="*/ 6483404 h 6483404"/>
              <a:gd name="connsiteX11" fmla="*/ 5765038 w 12192000"/>
              <a:gd name="connsiteY11" fmla="*/ 6483403 h 6483404"/>
              <a:gd name="connsiteX12" fmla="*/ 0 w 12192000"/>
              <a:gd name="connsiteY12" fmla="*/ 6483403 h 64834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2192000" h="6483404">
                <a:moveTo>
                  <a:pt x="0" y="0"/>
                </a:moveTo>
                <a:lnTo>
                  <a:pt x="8210551" y="0"/>
                </a:lnTo>
                <a:lnTo>
                  <a:pt x="8210551" y="1"/>
                </a:lnTo>
                <a:lnTo>
                  <a:pt x="12192000" y="1"/>
                </a:lnTo>
                <a:lnTo>
                  <a:pt x="12192000" y="4414450"/>
                </a:lnTo>
                <a:lnTo>
                  <a:pt x="12192000" y="4527604"/>
                </a:lnTo>
                <a:lnTo>
                  <a:pt x="12192000" y="5635422"/>
                </a:lnTo>
                <a:cubicBezTo>
                  <a:pt x="12192000" y="6103750"/>
                  <a:pt x="11812346" y="6483404"/>
                  <a:pt x="11344018" y="6483404"/>
                </a:cubicBezTo>
                <a:lnTo>
                  <a:pt x="10222738" y="6483404"/>
                </a:lnTo>
                <a:lnTo>
                  <a:pt x="9813420" y="6483404"/>
                </a:lnTo>
                <a:lnTo>
                  <a:pt x="5765038" y="6483404"/>
                </a:lnTo>
                <a:lnTo>
                  <a:pt x="5765038" y="6483403"/>
                </a:lnTo>
                <a:lnTo>
                  <a:pt x="0" y="6483403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237600" tIns="237600" rIns="237600" bIns="237600" rtlCol="0" anchor="ctr">
            <a:noAutofit/>
          </a:bodyPr>
          <a:lstStyle/>
          <a:p>
            <a:pPr algn="ctr"/>
            <a:endParaRPr lang="en-001" sz="2000" noProof="0" err="1"/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F779AE45-9325-9747-A087-FA65D14DF943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71475" y="1943100"/>
            <a:ext cx="10829925" cy="2550523"/>
          </a:xfrm>
        </p:spPr>
        <p:txBody>
          <a:bodyPr anchor="t"/>
          <a:lstStyle>
            <a:lvl1pPr algn="l">
              <a:lnSpc>
                <a:spcPts val="5800"/>
              </a:lnSpc>
              <a:defRPr sz="5400">
                <a:solidFill>
                  <a:schemeClr val="bg1"/>
                </a:solidFill>
              </a:defRPr>
            </a:lvl1pPr>
          </a:lstStyle>
          <a:p>
            <a:r>
              <a:rPr lang="en-GB"/>
              <a:t>Click to add title</a:t>
            </a:r>
          </a:p>
        </p:txBody>
      </p:sp>
      <p:pic>
        <p:nvPicPr>
          <p:cNvPr id="17" name="Graphic 16">
            <a:extLst>
              <a:ext uri="{FF2B5EF4-FFF2-40B4-BE49-F238E27FC236}">
                <a16:creationId xmlns:a16="http://schemas.microsoft.com/office/drawing/2014/main" id="{EA98EC77-38EE-0D5E-CC88-514A9AE6F6D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0289632" y="5868710"/>
            <a:ext cx="1531435" cy="180000"/>
          </a:xfrm>
          <a:prstGeom prst="rect">
            <a:avLst/>
          </a:prstGeom>
        </p:spPr>
      </p:pic>
      <p:pic>
        <p:nvPicPr>
          <p:cNvPr id="4" name="Picture 29">
            <a:extLst>
              <a:ext uri="{FF2B5EF4-FFF2-40B4-BE49-F238E27FC236}">
                <a16:creationId xmlns:a16="http://schemas.microsoft.com/office/drawing/2014/main" id="{CBC55F8E-D332-2671-CC35-F818567F57E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349249" y="5727699"/>
            <a:ext cx="1879200" cy="4633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7005369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D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" name="Picture 39">
            <a:extLst>
              <a:ext uri="{FF2B5EF4-FFF2-40B4-BE49-F238E27FC236}">
                <a16:creationId xmlns:a16="http://schemas.microsoft.com/office/drawing/2014/main" id="{2E8F0CCD-13ED-0EE3-3B03-3E5899CC73A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4650" y="6075701"/>
            <a:ext cx="1853056" cy="413999"/>
          </a:xfrm>
          <a:prstGeom prst="rect">
            <a:avLst/>
          </a:prstGeom>
        </p:spPr>
      </p:pic>
      <p:pic>
        <p:nvPicPr>
          <p:cNvPr id="4" name="Graphic 3">
            <a:extLst>
              <a:ext uri="{FF2B5EF4-FFF2-40B4-BE49-F238E27FC236}">
                <a16:creationId xmlns:a16="http://schemas.microsoft.com/office/drawing/2014/main" id="{7CBE64CD-AD7A-FBDE-6068-9A34E97C021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0289090" y="6188152"/>
            <a:ext cx="1531435" cy="180000"/>
          </a:xfrm>
          <a:prstGeom prst="rect">
            <a:avLst/>
          </a:prstGeom>
        </p:spPr>
      </p:pic>
      <p:sp>
        <p:nvSpPr>
          <p:cNvPr id="21" name="Freeform 20">
            <a:extLst>
              <a:ext uri="{FF2B5EF4-FFF2-40B4-BE49-F238E27FC236}">
                <a16:creationId xmlns:a16="http://schemas.microsoft.com/office/drawing/2014/main" id="{23333BE9-BDFC-E99A-B635-C5AD934F45C8}"/>
              </a:ext>
            </a:extLst>
          </p:cNvPr>
          <p:cNvSpPr/>
          <p:nvPr userDrawn="1"/>
        </p:nvSpPr>
        <p:spPr>
          <a:xfrm>
            <a:off x="2854358" y="-3600"/>
            <a:ext cx="6426962" cy="6861600"/>
          </a:xfrm>
          <a:custGeom>
            <a:avLst/>
            <a:gdLst>
              <a:gd name="connsiteX0" fmla="*/ 0 w 6426962"/>
              <a:gd name="connsiteY0" fmla="*/ 0 h 6858000"/>
              <a:gd name="connsiteX1" fmla="*/ 4457700 w 6426962"/>
              <a:gd name="connsiteY1" fmla="*/ 0 h 6858000"/>
              <a:gd name="connsiteX2" fmla="*/ 4457700 w 6426962"/>
              <a:gd name="connsiteY2" fmla="*/ 0 h 6858000"/>
              <a:gd name="connsiteX3" fmla="*/ 6426962 w 6426962"/>
              <a:gd name="connsiteY3" fmla="*/ 0 h 6858000"/>
              <a:gd name="connsiteX4" fmla="*/ 6426962 w 6426962"/>
              <a:gd name="connsiteY4" fmla="*/ 4789046 h 6858000"/>
              <a:gd name="connsiteX5" fmla="*/ 6426962 w 6426962"/>
              <a:gd name="connsiteY5" fmla="*/ 4902200 h 6858000"/>
              <a:gd name="connsiteX6" fmla="*/ 6426962 w 6426962"/>
              <a:gd name="connsiteY6" fmla="*/ 6010018 h 6858000"/>
              <a:gd name="connsiteX7" fmla="*/ 5578980 w 6426962"/>
              <a:gd name="connsiteY7" fmla="*/ 6858000 h 6858000"/>
              <a:gd name="connsiteX8" fmla="*/ 4457700 w 6426962"/>
              <a:gd name="connsiteY8" fmla="*/ 6858000 h 6858000"/>
              <a:gd name="connsiteX9" fmla="*/ 4048382 w 6426962"/>
              <a:gd name="connsiteY9" fmla="*/ 6858000 h 6858000"/>
              <a:gd name="connsiteX10" fmla="*/ 0 w 6426962"/>
              <a:gd name="connsiteY10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6426962" h="6858000">
                <a:moveTo>
                  <a:pt x="0" y="0"/>
                </a:moveTo>
                <a:lnTo>
                  <a:pt x="4457700" y="0"/>
                </a:lnTo>
                <a:lnTo>
                  <a:pt x="4457700" y="0"/>
                </a:lnTo>
                <a:lnTo>
                  <a:pt x="6426962" y="0"/>
                </a:lnTo>
                <a:lnTo>
                  <a:pt x="6426962" y="4789046"/>
                </a:lnTo>
                <a:lnTo>
                  <a:pt x="6426962" y="4902200"/>
                </a:lnTo>
                <a:lnTo>
                  <a:pt x="6426962" y="6010018"/>
                </a:lnTo>
                <a:cubicBezTo>
                  <a:pt x="6426962" y="6478346"/>
                  <a:pt x="6047308" y="6858000"/>
                  <a:pt x="5578980" y="6858000"/>
                </a:cubicBezTo>
                <a:lnTo>
                  <a:pt x="4457700" y="6858000"/>
                </a:lnTo>
                <a:lnTo>
                  <a:pt x="4048382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237600" tIns="237600" rIns="237600" bIns="237600" rtlCol="0" anchor="ctr">
            <a:noAutofit/>
          </a:bodyPr>
          <a:lstStyle/>
          <a:p>
            <a:pPr algn="ctr"/>
            <a:endParaRPr lang="en-001" sz="2000" noProof="0" err="1"/>
          </a:p>
        </p:txBody>
      </p:sp>
      <p:sp>
        <p:nvSpPr>
          <p:cNvPr id="35" name="Picture Placeholder 34">
            <a:extLst>
              <a:ext uri="{FF2B5EF4-FFF2-40B4-BE49-F238E27FC236}">
                <a16:creationId xmlns:a16="http://schemas.microsoft.com/office/drawing/2014/main" id="{89AC51BB-264A-1609-8951-4D9DDFC3BE77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-3600"/>
            <a:ext cx="8911685" cy="6861600"/>
          </a:xfrm>
          <a:custGeom>
            <a:avLst/>
            <a:gdLst>
              <a:gd name="connsiteX0" fmla="*/ 1657413 w 8911685"/>
              <a:gd name="connsiteY0" fmla="*/ 6230260 h 6861600"/>
              <a:gd name="connsiteX1" fmla="*/ 1747724 w 8911685"/>
              <a:gd name="connsiteY1" fmla="*/ 6230260 h 6861600"/>
              <a:gd name="connsiteX2" fmla="*/ 1747724 w 8911685"/>
              <a:gd name="connsiteY2" fmla="*/ 6278123 h 6861600"/>
              <a:gd name="connsiteX3" fmla="*/ 1657413 w 8911685"/>
              <a:gd name="connsiteY3" fmla="*/ 6278123 h 6861600"/>
              <a:gd name="connsiteX4" fmla="*/ 1280903 w 8911685"/>
              <a:gd name="connsiteY4" fmla="*/ 6228345 h 6861600"/>
              <a:gd name="connsiteX5" fmla="*/ 1312703 w 8911685"/>
              <a:gd name="connsiteY5" fmla="*/ 6306841 h 6861600"/>
              <a:gd name="connsiteX6" fmla="*/ 1249104 w 8911685"/>
              <a:gd name="connsiteY6" fmla="*/ 6306841 h 6861600"/>
              <a:gd name="connsiteX7" fmla="*/ 2035831 w 8911685"/>
              <a:gd name="connsiteY7" fmla="*/ 6194522 h 6861600"/>
              <a:gd name="connsiteX8" fmla="*/ 2035831 w 8911685"/>
              <a:gd name="connsiteY8" fmla="*/ 6377678 h 6861600"/>
              <a:gd name="connsiteX9" fmla="*/ 2079715 w 8911685"/>
              <a:gd name="connsiteY9" fmla="*/ 6377678 h 6861600"/>
              <a:gd name="connsiteX10" fmla="*/ 2079715 w 8911685"/>
              <a:gd name="connsiteY10" fmla="*/ 6293439 h 6861600"/>
              <a:gd name="connsiteX11" fmla="*/ 2162394 w 8911685"/>
              <a:gd name="connsiteY11" fmla="*/ 6377678 h 6861600"/>
              <a:gd name="connsiteX12" fmla="*/ 2222814 w 8911685"/>
              <a:gd name="connsiteY12" fmla="*/ 6377678 h 6861600"/>
              <a:gd name="connsiteX13" fmla="*/ 2122963 w 8911685"/>
              <a:gd name="connsiteY13" fmla="*/ 6280037 h 6861600"/>
              <a:gd name="connsiteX14" fmla="*/ 2218998 w 8911685"/>
              <a:gd name="connsiteY14" fmla="*/ 6194522 h 6861600"/>
              <a:gd name="connsiteX15" fmla="*/ 2160486 w 8911685"/>
              <a:gd name="connsiteY15" fmla="*/ 6194522 h 6861600"/>
              <a:gd name="connsiteX16" fmla="*/ 2079715 w 8911685"/>
              <a:gd name="connsiteY16" fmla="*/ 6268550 h 6861600"/>
              <a:gd name="connsiteX17" fmla="*/ 2079715 w 8911685"/>
              <a:gd name="connsiteY17" fmla="*/ 6194522 h 6861600"/>
              <a:gd name="connsiteX18" fmla="*/ 1614165 w 8911685"/>
              <a:gd name="connsiteY18" fmla="*/ 6194522 h 6861600"/>
              <a:gd name="connsiteX19" fmla="*/ 1614165 w 8911685"/>
              <a:gd name="connsiteY19" fmla="*/ 6377678 h 6861600"/>
              <a:gd name="connsiteX20" fmla="*/ 1657413 w 8911685"/>
              <a:gd name="connsiteY20" fmla="*/ 6377678 h 6861600"/>
              <a:gd name="connsiteX21" fmla="*/ 1657413 w 8911685"/>
              <a:gd name="connsiteY21" fmla="*/ 6314499 h 6861600"/>
              <a:gd name="connsiteX22" fmla="*/ 1704477 w 8911685"/>
              <a:gd name="connsiteY22" fmla="*/ 6314499 h 6861600"/>
              <a:gd name="connsiteX23" fmla="*/ 1743908 w 8911685"/>
              <a:gd name="connsiteY23" fmla="*/ 6377678 h 6861600"/>
              <a:gd name="connsiteX24" fmla="*/ 1790972 w 8911685"/>
              <a:gd name="connsiteY24" fmla="*/ 6377678 h 6861600"/>
              <a:gd name="connsiteX25" fmla="*/ 1749632 w 8911685"/>
              <a:gd name="connsiteY25" fmla="*/ 6314499 h 6861600"/>
              <a:gd name="connsiteX26" fmla="*/ 1753448 w 8911685"/>
              <a:gd name="connsiteY26" fmla="*/ 6314499 h 6861600"/>
              <a:gd name="connsiteX27" fmla="*/ 1789064 w 8911685"/>
              <a:gd name="connsiteY27" fmla="*/ 6285781 h 6861600"/>
              <a:gd name="connsiteX28" fmla="*/ 1789064 w 8911685"/>
              <a:gd name="connsiteY28" fmla="*/ 6225154 h 6861600"/>
              <a:gd name="connsiteX29" fmla="*/ 1759172 w 8911685"/>
              <a:gd name="connsiteY29" fmla="*/ 6194522 h 6861600"/>
              <a:gd name="connsiteX30" fmla="*/ 1408738 w 8911685"/>
              <a:gd name="connsiteY30" fmla="*/ 6194522 h 6861600"/>
              <a:gd name="connsiteX31" fmla="*/ 1408738 w 8911685"/>
              <a:gd name="connsiteY31" fmla="*/ 6377678 h 6861600"/>
              <a:gd name="connsiteX32" fmla="*/ 1582365 w 8911685"/>
              <a:gd name="connsiteY32" fmla="*/ 6377678 h 6861600"/>
              <a:gd name="connsiteX33" fmla="*/ 1582365 w 8911685"/>
              <a:gd name="connsiteY33" fmla="*/ 6341302 h 6861600"/>
              <a:gd name="connsiteX34" fmla="*/ 1450078 w 8911685"/>
              <a:gd name="connsiteY34" fmla="*/ 6341302 h 6861600"/>
              <a:gd name="connsiteX35" fmla="*/ 1450078 w 8911685"/>
              <a:gd name="connsiteY35" fmla="*/ 6303012 h 6861600"/>
              <a:gd name="connsiteX36" fmla="*/ 1563285 w 8911685"/>
              <a:gd name="connsiteY36" fmla="*/ 6303012 h 6861600"/>
              <a:gd name="connsiteX37" fmla="*/ 1563285 w 8911685"/>
              <a:gd name="connsiteY37" fmla="*/ 6266636 h 6861600"/>
              <a:gd name="connsiteX38" fmla="*/ 1450078 w 8911685"/>
              <a:gd name="connsiteY38" fmla="*/ 6266636 h 6861600"/>
              <a:gd name="connsiteX39" fmla="*/ 1450078 w 8911685"/>
              <a:gd name="connsiteY39" fmla="*/ 6230260 h 6861600"/>
              <a:gd name="connsiteX40" fmla="*/ 1580457 w 8911685"/>
              <a:gd name="connsiteY40" fmla="*/ 6230260 h 6861600"/>
              <a:gd name="connsiteX41" fmla="*/ 1580457 w 8911685"/>
              <a:gd name="connsiteY41" fmla="*/ 6194522 h 6861600"/>
              <a:gd name="connsiteX42" fmla="*/ 1252284 w 8911685"/>
              <a:gd name="connsiteY42" fmla="*/ 6194522 h 6861600"/>
              <a:gd name="connsiteX43" fmla="*/ 1171512 w 8911685"/>
              <a:gd name="connsiteY43" fmla="*/ 6377678 h 6861600"/>
              <a:gd name="connsiteX44" fmla="*/ 1218576 w 8911685"/>
              <a:gd name="connsiteY44" fmla="*/ 6377678 h 6861600"/>
              <a:gd name="connsiteX45" fmla="*/ 1233840 w 8911685"/>
              <a:gd name="connsiteY45" fmla="*/ 6341302 h 6861600"/>
              <a:gd name="connsiteX46" fmla="*/ 1327967 w 8911685"/>
              <a:gd name="connsiteY46" fmla="*/ 6341302 h 6861600"/>
              <a:gd name="connsiteX47" fmla="*/ 1345139 w 8911685"/>
              <a:gd name="connsiteY47" fmla="*/ 6377678 h 6861600"/>
              <a:gd name="connsiteX48" fmla="*/ 1390295 w 8911685"/>
              <a:gd name="connsiteY48" fmla="*/ 6377678 h 6861600"/>
              <a:gd name="connsiteX49" fmla="*/ 1308887 w 8911685"/>
              <a:gd name="connsiteY49" fmla="*/ 6194522 h 6861600"/>
              <a:gd name="connsiteX50" fmla="*/ 940009 w 8911685"/>
              <a:gd name="connsiteY50" fmla="*/ 6194522 h 6861600"/>
              <a:gd name="connsiteX51" fmla="*/ 940009 w 8911685"/>
              <a:gd name="connsiteY51" fmla="*/ 6377678 h 6861600"/>
              <a:gd name="connsiteX52" fmla="*/ 979441 w 8911685"/>
              <a:gd name="connsiteY52" fmla="*/ 6377678 h 6861600"/>
              <a:gd name="connsiteX53" fmla="*/ 979441 w 8911685"/>
              <a:gd name="connsiteY53" fmla="*/ 6272379 h 6861600"/>
              <a:gd name="connsiteX54" fmla="*/ 1026505 w 8911685"/>
              <a:gd name="connsiteY54" fmla="*/ 6377678 h 6861600"/>
              <a:gd name="connsiteX55" fmla="*/ 1067844 w 8911685"/>
              <a:gd name="connsiteY55" fmla="*/ 6377678 h 6861600"/>
              <a:gd name="connsiteX56" fmla="*/ 1114908 w 8911685"/>
              <a:gd name="connsiteY56" fmla="*/ 6270465 h 6861600"/>
              <a:gd name="connsiteX57" fmla="*/ 1114908 w 8911685"/>
              <a:gd name="connsiteY57" fmla="*/ 6377678 h 6861600"/>
              <a:gd name="connsiteX58" fmla="*/ 1154340 w 8911685"/>
              <a:gd name="connsiteY58" fmla="*/ 6377678 h 6861600"/>
              <a:gd name="connsiteX59" fmla="*/ 1154340 w 8911685"/>
              <a:gd name="connsiteY59" fmla="*/ 6194522 h 6861600"/>
              <a:gd name="connsiteX60" fmla="*/ 1107276 w 8911685"/>
              <a:gd name="connsiteY60" fmla="*/ 6194522 h 6861600"/>
              <a:gd name="connsiteX61" fmla="*/ 1046857 w 8911685"/>
              <a:gd name="connsiteY61" fmla="*/ 6331730 h 6861600"/>
              <a:gd name="connsiteX62" fmla="*/ 987073 w 8911685"/>
              <a:gd name="connsiteY62" fmla="*/ 6194522 h 6861600"/>
              <a:gd name="connsiteX63" fmla="*/ 1853300 w 8911685"/>
              <a:gd name="connsiteY63" fmla="*/ 6193884 h 6861600"/>
              <a:gd name="connsiteX64" fmla="*/ 1825316 w 8911685"/>
              <a:gd name="connsiteY64" fmla="*/ 6222602 h 6861600"/>
              <a:gd name="connsiteX65" fmla="*/ 1825316 w 8911685"/>
              <a:gd name="connsiteY65" fmla="*/ 6276209 h 6861600"/>
              <a:gd name="connsiteX66" fmla="*/ 1853300 w 8911685"/>
              <a:gd name="connsiteY66" fmla="*/ 6303012 h 6861600"/>
              <a:gd name="connsiteX67" fmla="*/ 1955059 w 8911685"/>
              <a:gd name="connsiteY67" fmla="*/ 6303012 h 6861600"/>
              <a:gd name="connsiteX68" fmla="*/ 1955059 w 8911685"/>
              <a:gd name="connsiteY68" fmla="*/ 6341302 h 6861600"/>
              <a:gd name="connsiteX69" fmla="*/ 1866656 w 8911685"/>
              <a:gd name="connsiteY69" fmla="*/ 6341302 h 6861600"/>
              <a:gd name="connsiteX70" fmla="*/ 1866656 w 8911685"/>
              <a:gd name="connsiteY70" fmla="*/ 6327901 h 6861600"/>
              <a:gd name="connsiteX71" fmla="*/ 1823408 w 8911685"/>
              <a:gd name="connsiteY71" fmla="*/ 6327901 h 6861600"/>
              <a:gd name="connsiteX72" fmla="*/ 1823408 w 8911685"/>
              <a:gd name="connsiteY72" fmla="*/ 6350875 h 6861600"/>
              <a:gd name="connsiteX73" fmla="*/ 1851392 w 8911685"/>
              <a:gd name="connsiteY73" fmla="*/ 6377678 h 6861600"/>
              <a:gd name="connsiteX74" fmla="*/ 1866656 w 8911685"/>
              <a:gd name="connsiteY74" fmla="*/ 6377678 h 6861600"/>
              <a:gd name="connsiteX75" fmla="*/ 1968415 w 8911685"/>
              <a:gd name="connsiteY75" fmla="*/ 6377678 h 6861600"/>
              <a:gd name="connsiteX76" fmla="*/ 1996399 w 8911685"/>
              <a:gd name="connsiteY76" fmla="*/ 6348961 h 6861600"/>
              <a:gd name="connsiteX77" fmla="*/ 1996399 w 8911685"/>
              <a:gd name="connsiteY77" fmla="*/ 6297268 h 6861600"/>
              <a:gd name="connsiteX78" fmla="*/ 1968415 w 8911685"/>
              <a:gd name="connsiteY78" fmla="*/ 6266636 h 6861600"/>
              <a:gd name="connsiteX79" fmla="*/ 1866656 w 8911685"/>
              <a:gd name="connsiteY79" fmla="*/ 6266636 h 6861600"/>
              <a:gd name="connsiteX80" fmla="*/ 1866656 w 8911685"/>
              <a:gd name="connsiteY80" fmla="*/ 6230260 h 6861600"/>
              <a:gd name="connsiteX81" fmla="*/ 1955059 w 8911685"/>
              <a:gd name="connsiteY81" fmla="*/ 6230260 h 6861600"/>
              <a:gd name="connsiteX82" fmla="*/ 1955059 w 8911685"/>
              <a:gd name="connsiteY82" fmla="*/ 6245576 h 6861600"/>
              <a:gd name="connsiteX83" fmla="*/ 1996399 w 8911685"/>
              <a:gd name="connsiteY83" fmla="*/ 6245576 h 6861600"/>
              <a:gd name="connsiteX84" fmla="*/ 1996399 w 8911685"/>
              <a:gd name="connsiteY84" fmla="*/ 6224516 h 6861600"/>
              <a:gd name="connsiteX85" fmla="*/ 1970323 w 8911685"/>
              <a:gd name="connsiteY85" fmla="*/ 6193884 h 6861600"/>
              <a:gd name="connsiteX86" fmla="*/ 423579 w 8911685"/>
              <a:gd name="connsiteY86" fmla="*/ 6077736 h 6861600"/>
              <a:gd name="connsiteX87" fmla="*/ 378423 w 8911685"/>
              <a:gd name="connsiteY87" fmla="*/ 6125599 h 6861600"/>
              <a:gd name="connsiteX88" fmla="*/ 378423 w 8911685"/>
              <a:gd name="connsiteY88" fmla="*/ 6446601 h 6861600"/>
              <a:gd name="connsiteX89" fmla="*/ 423579 w 8911685"/>
              <a:gd name="connsiteY89" fmla="*/ 6494464 h 6861600"/>
              <a:gd name="connsiteX90" fmla="*/ 719317 w 8911685"/>
              <a:gd name="connsiteY90" fmla="*/ 6494464 h 6861600"/>
              <a:gd name="connsiteX91" fmla="*/ 766381 w 8911685"/>
              <a:gd name="connsiteY91" fmla="*/ 6446601 h 6861600"/>
              <a:gd name="connsiteX92" fmla="*/ 766381 w 8911685"/>
              <a:gd name="connsiteY92" fmla="*/ 6125599 h 6861600"/>
              <a:gd name="connsiteX93" fmla="*/ 719317 w 8911685"/>
              <a:gd name="connsiteY93" fmla="*/ 6077736 h 6861600"/>
              <a:gd name="connsiteX94" fmla="*/ 0 w 8911685"/>
              <a:gd name="connsiteY94" fmla="*/ 0 h 6861600"/>
              <a:gd name="connsiteX95" fmla="*/ 8911685 w 8911685"/>
              <a:gd name="connsiteY95" fmla="*/ 3551 h 6861600"/>
              <a:gd name="connsiteX96" fmla="*/ 8911685 w 8911685"/>
              <a:gd name="connsiteY96" fmla="*/ 6021290 h 6861600"/>
              <a:gd name="connsiteX97" fmla="*/ 8157291 w 8911685"/>
              <a:gd name="connsiteY97" fmla="*/ 6857262 h 6861600"/>
              <a:gd name="connsiteX98" fmla="*/ 8071384 w 8911685"/>
              <a:gd name="connsiteY98" fmla="*/ 6861600 h 6861600"/>
              <a:gd name="connsiteX99" fmla="*/ 0 w 8911685"/>
              <a:gd name="connsiteY99" fmla="*/ 6861600 h 686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</a:cxnLst>
            <a:rect l="l" t="t" r="r" b="b"/>
            <a:pathLst>
              <a:path w="8911685" h="6861600">
                <a:moveTo>
                  <a:pt x="1657413" y="6230260"/>
                </a:moveTo>
                <a:lnTo>
                  <a:pt x="1747724" y="6230260"/>
                </a:lnTo>
                <a:lnTo>
                  <a:pt x="1747724" y="6278123"/>
                </a:lnTo>
                <a:lnTo>
                  <a:pt x="1657413" y="6278123"/>
                </a:lnTo>
                <a:close/>
                <a:moveTo>
                  <a:pt x="1280903" y="6228345"/>
                </a:moveTo>
                <a:lnTo>
                  <a:pt x="1312703" y="6306841"/>
                </a:lnTo>
                <a:lnTo>
                  <a:pt x="1249104" y="6306841"/>
                </a:lnTo>
                <a:close/>
                <a:moveTo>
                  <a:pt x="2035831" y="6194522"/>
                </a:moveTo>
                <a:lnTo>
                  <a:pt x="2035831" y="6377678"/>
                </a:lnTo>
                <a:lnTo>
                  <a:pt x="2079715" y="6377678"/>
                </a:lnTo>
                <a:lnTo>
                  <a:pt x="2079715" y="6293439"/>
                </a:lnTo>
                <a:lnTo>
                  <a:pt x="2162394" y="6377678"/>
                </a:lnTo>
                <a:lnTo>
                  <a:pt x="2222814" y="6377678"/>
                </a:lnTo>
                <a:lnTo>
                  <a:pt x="2122963" y="6280037"/>
                </a:lnTo>
                <a:lnTo>
                  <a:pt x="2218998" y="6194522"/>
                </a:lnTo>
                <a:lnTo>
                  <a:pt x="2160486" y="6194522"/>
                </a:lnTo>
                <a:lnTo>
                  <a:pt x="2079715" y="6268550"/>
                </a:lnTo>
                <a:lnTo>
                  <a:pt x="2079715" y="6194522"/>
                </a:lnTo>
                <a:close/>
                <a:moveTo>
                  <a:pt x="1614165" y="6194522"/>
                </a:moveTo>
                <a:lnTo>
                  <a:pt x="1614165" y="6377678"/>
                </a:lnTo>
                <a:lnTo>
                  <a:pt x="1657413" y="6377678"/>
                </a:lnTo>
                <a:lnTo>
                  <a:pt x="1657413" y="6314499"/>
                </a:lnTo>
                <a:lnTo>
                  <a:pt x="1704477" y="6314499"/>
                </a:lnTo>
                <a:lnTo>
                  <a:pt x="1743908" y="6377678"/>
                </a:lnTo>
                <a:lnTo>
                  <a:pt x="1790972" y="6377678"/>
                </a:lnTo>
                <a:lnTo>
                  <a:pt x="1749632" y="6314499"/>
                </a:lnTo>
                <a:lnTo>
                  <a:pt x="1753448" y="6314499"/>
                </a:lnTo>
                <a:cubicBezTo>
                  <a:pt x="1777616" y="6314499"/>
                  <a:pt x="1789064" y="6301097"/>
                  <a:pt x="1789064" y="6285781"/>
                </a:cubicBezTo>
                <a:lnTo>
                  <a:pt x="1789064" y="6225154"/>
                </a:lnTo>
                <a:cubicBezTo>
                  <a:pt x="1789064" y="6206009"/>
                  <a:pt x="1777616" y="6194522"/>
                  <a:pt x="1759172" y="6194522"/>
                </a:cubicBezTo>
                <a:close/>
                <a:moveTo>
                  <a:pt x="1408738" y="6194522"/>
                </a:moveTo>
                <a:lnTo>
                  <a:pt x="1408738" y="6377678"/>
                </a:lnTo>
                <a:lnTo>
                  <a:pt x="1582365" y="6377678"/>
                </a:lnTo>
                <a:lnTo>
                  <a:pt x="1582365" y="6341302"/>
                </a:lnTo>
                <a:lnTo>
                  <a:pt x="1450078" y="6341302"/>
                </a:lnTo>
                <a:lnTo>
                  <a:pt x="1450078" y="6303012"/>
                </a:lnTo>
                <a:lnTo>
                  <a:pt x="1563285" y="6303012"/>
                </a:lnTo>
                <a:lnTo>
                  <a:pt x="1563285" y="6266636"/>
                </a:lnTo>
                <a:lnTo>
                  <a:pt x="1450078" y="6266636"/>
                </a:lnTo>
                <a:lnTo>
                  <a:pt x="1450078" y="6230260"/>
                </a:lnTo>
                <a:lnTo>
                  <a:pt x="1580457" y="6230260"/>
                </a:lnTo>
                <a:lnTo>
                  <a:pt x="1580457" y="6194522"/>
                </a:lnTo>
                <a:close/>
                <a:moveTo>
                  <a:pt x="1252284" y="6194522"/>
                </a:moveTo>
                <a:lnTo>
                  <a:pt x="1171512" y="6377678"/>
                </a:lnTo>
                <a:lnTo>
                  <a:pt x="1218576" y="6377678"/>
                </a:lnTo>
                <a:lnTo>
                  <a:pt x="1233840" y="6341302"/>
                </a:lnTo>
                <a:lnTo>
                  <a:pt x="1327967" y="6341302"/>
                </a:lnTo>
                <a:lnTo>
                  <a:pt x="1345139" y="6377678"/>
                </a:lnTo>
                <a:lnTo>
                  <a:pt x="1390295" y="6377678"/>
                </a:lnTo>
                <a:lnTo>
                  <a:pt x="1308887" y="6194522"/>
                </a:lnTo>
                <a:close/>
                <a:moveTo>
                  <a:pt x="940009" y="6194522"/>
                </a:moveTo>
                <a:lnTo>
                  <a:pt x="940009" y="6377678"/>
                </a:lnTo>
                <a:lnTo>
                  <a:pt x="979441" y="6377678"/>
                </a:lnTo>
                <a:lnTo>
                  <a:pt x="979441" y="6272379"/>
                </a:lnTo>
                <a:lnTo>
                  <a:pt x="1026505" y="6377678"/>
                </a:lnTo>
                <a:lnTo>
                  <a:pt x="1067844" y="6377678"/>
                </a:lnTo>
                <a:lnTo>
                  <a:pt x="1114908" y="6270465"/>
                </a:lnTo>
                <a:lnTo>
                  <a:pt x="1114908" y="6377678"/>
                </a:lnTo>
                <a:lnTo>
                  <a:pt x="1154340" y="6377678"/>
                </a:lnTo>
                <a:lnTo>
                  <a:pt x="1154340" y="6194522"/>
                </a:lnTo>
                <a:lnTo>
                  <a:pt x="1107276" y="6194522"/>
                </a:lnTo>
                <a:lnTo>
                  <a:pt x="1046857" y="6331730"/>
                </a:lnTo>
                <a:lnTo>
                  <a:pt x="987073" y="6194522"/>
                </a:lnTo>
                <a:close/>
                <a:moveTo>
                  <a:pt x="1853300" y="6193884"/>
                </a:moveTo>
                <a:cubicBezTo>
                  <a:pt x="1838672" y="6193884"/>
                  <a:pt x="1825316" y="6205371"/>
                  <a:pt x="1825316" y="6222602"/>
                </a:cubicBezTo>
                <a:lnTo>
                  <a:pt x="1825316" y="6276209"/>
                </a:lnTo>
                <a:cubicBezTo>
                  <a:pt x="1825316" y="6291525"/>
                  <a:pt x="1836128" y="6303012"/>
                  <a:pt x="1853300" y="6303012"/>
                </a:cubicBezTo>
                <a:lnTo>
                  <a:pt x="1955059" y="6303012"/>
                </a:lnTo>
                <a:lnTo>
                  <a:pt x="1955059" y="6341302"/>
                </a:lnTo>
                <a:lnTo>
                  <a:pt x="1866656" y="6341302"/>
                </a:lnTo>
                <a:lnTo>
                  <a:pt x="1866656" y="6327901"/>
                </a:lnTo>
                <a:lnTo>
                  <a:pt x="1823408" y="6327901"/>
                </a:lnTo>
                <a:lnTo>
                  <a:pt x="1823408" y="6350875"/>
                </a:lnTo>
                <a:cubicBezTo>
                  <a:pt x="1823408" y="6366191"/>
                  <a:pt x="1832312" y="6377678"/>
                  <a:pt x="1851392" y="6377678"/>
                </a:cubicBezTo>
                <a:lnTo>
                  <a:pt x="1866656" y="6377678"/>
                </a:lnTo>
                <a:lnTo>
                  <a:pt x="1968415" y="6377678"/>
                </a:lnTo>
                <a:cubicBezTo>
                  <a:pt x="1986859" y="6377678"/>
                  <a:pt x="1996399" y="6366191"/>
                  <a:pt x="1996399" y="6348961"/>
                </a:cubicBezTo>
                <a:lnTo>
                  <a:pt x="1996399" y="6297268"/>
                </a:lnTo>
                <a:cubicBezTo>
                  <a:pt x="1996399" y="6278123"/>
                  <a:pt x="1983679" y="6266636"/>
                  <a:pt x="1968415" y="6266636"/>
                </a:cubicBezTo>
                <a:lnTo>
                  <a:pt x="1866656" y="6266636"/>
                </a:lnTo>
                <a:lnTo>
                  <a:pt x="1866656" y="6230260"/>
                </a:lnTo>
                <a:lnTo>
                  <a:pt x="1955059" y="6230260"/>
                </a:lnTo>
                <a:lnTo>
                  <a:pt x="1955059" y="6245576"/>
                </a:lnTo>
                <a:lnTo>
                  <a:pt x="1996399" y="6245576"/>
                </a:lnTo>
                <a:lnTo>
                  <a:pt x="1996399" y="6224516"/>
                </a:lnTo>
                <a:cubicBezTo>
                  <a:pt x="1996399" y="6205371"/>
                  <a:pt x="1985587" y="6193884"/>
                  <a:pt x="1970323" y="6193884"/>
                </a:cubicBezTo>
                <a:close/>
                <a:moveTo>
                  <a:pt x="423579" y="6077736"/>
                </a:moveTo>
                <a:cubicBezTo>
                  <a:pt x="399411" y="6077736"/>
                  <a:pt x="378423" y="6098796"/>
                  <a:pt x="378423" y="6125599"/>
                </a:cubicBezTo>
                <a:lnTo>
                  <a:pt x="378423" y="6446601"/>
                </a:lnTo>
                <a:cubicBezTo>
                  <a:pt x="378423" y="6473405"/>
                  <a:pt x="399411" y="6494464"/>
                  <a:pt x="423579" y="6494464"/>
                </a:cubicBezTo>
                <a:lnTo>
                  <a:pt x="719317" y="6494464"/>
                </a:lnTo>
                <a:cubicBezTo>
                  <a:pt x="745393" y="6494464"/>
                  <a:pt x="766381" y="6473405"/>
                  <a:pt x="766381" y="6446601"/>
                </a:cubicBezTo>
                <a:lnTo>
                  <a:pt x="766381" y="6125599"/>
                </a:lnTo>
                <a:cubicBezTo>
                  <a:pt x="766381" y="6098796"/>
                  <a:pt x="745393" y="6077736"/>
                  <a:pt x="719317" y="6077736"/>
                </a:cubicBezTo>
                <a:close/>
                <a:moveTo>
                  <a:pt x="0" y="0"/>
                </a:moveTo>
                <a:lnTo>
                  <a:pt x="8911685" y="3551"/>
                </a:lnTo>
                <a:lnTo>
                  <a:pt x="8911685" y="6021290"/>
                </a:lnTo>
                <a:cubicBezTo>
                  <a:pt x="8911685" y="6456375"/>
                  <a:pt x="8581023" y="6814230"/>
                  <a:pt x="8157291" y="6857262"/>
                </a:cubicBezTo>
                <a:lnTo>
                  <a:pt x="8071384" y="6861600"/>
                </a:lnTo>
                <a:lnTo>
                  <a:pt x="0" y="6861600"/>
                </a:lnTo>
                <a:close/>
              </a:path>
            </a:pathLst>
          </a:custGeom>
          <a:solidFill>
            <a:srgbClr val="CFCFCF"/>
          </a:solidFill>
        </p:spPr>
        <p:txBody>
          <a:bodyPr wrap="square" tIns="72000" anchor="t" anchorCtr="0">
            <a:noAutofit/>
          </a:bodyPr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1200">
                <a:solidFill>
                  <a:schemeClr val="bg1"/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Click here and insert picture</a:t>
            </a:r>
          </a:p>
        </p:txBody>
      </p:sp>
      <p:sp>
        <p:nvSpPr>
          <p:cNvPr id="26" name="Title 1">
            <a:extLst>
              <a:ext uri="{FF2B5EF4-FFF2-40B4-BE49-F238E27FC236}">
                <a16:creationId xmlns:a16="http://schemas.microsoft.com/office/drawing/2014/main" id="{59257972-5121-7C61-D1A1-B1409EF2A53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71475" y="4267733"/>
            <a:ext cx="7962297" cy="1634060"/>
          </a:xfrm>
        </p:spPr>
        <p:txBody>
          <a:bodyPr anchor="t"/>
          <a:lstStyle>
            <a:lvl1pPr algn="l">
              <a:lnSpc>
                <a:spcPts val="5800"/>
              </a:lnSpc>
              <a:defRPr sz="4400">
                <a:solidFill>
                  <a:schemeClr val="tx1"/>
                </a:solidFill>
              </a:defRPr>
            </a:lvl1pPr>
          </a:lstStyle>
          <a:p>
            <a:r>
              <a:rPr lang="en-GB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2181564102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phic 3">
            <a:extLst>
              <a:ext uri="{FF2B5EF4-FFF2-40B4-BE49-F238E27FC236}">
                <a16:creationId xmlns:a16="http://schemas.microsoft.com/office/drawing/2014/main" id="{7CBE64CD-AD7A-FBDE-6068-9A34E97C021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0289090" y="6188152"/>
            <a:ext cx="1531435" cy="180000"/>
          </a:xfrm>
          <a:prstGeom prst="rect">
            <a:avLst/>
          </a:prstGeom>
        </p:spPr>
      </p:pic>
      <p:sp>
        <p:nvSpPr>
          <p:cNvPr id="21" name="Freeform 20">
            <a:extLst>
              <a:ext uri="{FF2B5EF4-FFF2-40B4-BE49-F238E27FC236}">
                <a16:creationId xmlns:a16="http://schemas.microsoft.com/office/drawing/2014/main" id="{23333BE9-BDFC-E99A-B635-C5AD934F45C8}"/>
              </a:ext>
            </a:extLst>
          </p:cNvPr>
          <p:cNvSpPr/>
          <p:nvPr userDrawn="1"/>
        </p:nvSpPr>
        <p:spPr>
          <a:xfrm>
            <a:off x="2854358" y="-3600"/>
            <a:ext cx="6426962" cy="6861600"/>
          </a:xfrm>
          <a:custGeom>
            <a:avLst/>
            <a:gdLst>
              <a:gd name="connsiteX0" fmla="*/ 0 w 6426962"/>
              <a:gd name="connsiteY0" fmla="*/ 0 h 6858000"/>
              <a:gd name="connsiteX1" fmla="*/ 4457700 w 6426962"/>
              <a:gd name="connsiteY1" fmla="*/ 0 h 6858000"/>
              <a:gd name="connsiteX2" fmla="*/ 4457700 w 6426962"/>
              <a:gd name="connsiteY2" fmla="*/ 0 h 6858000"/>
              <a:gd name="connsiteX3" fmla="*/ 6426962 w 6426962"/>
              <a:gd name="connsiteY3" fmla="*/ 0 h 6858000"/>
              <a:gd name="connsiteX4" fmla="*/ 6426962 w 6426962"/>
              <a:gd name="connsiteY4" fmla="*/ 4789046 h 6858000"/>
              <a:gd name="connsiteX5" fmla="*/ 6426962 w 6426962"/>
              <a:gd name="connsiteY5" fmla="*/ 4902200 h 6858000"/>
              <a:gd name="connsiteX6" fmla="*/ 6426962 w 6426962"/>
              <a:gd name="connsiteY6" fmla="*/ 6010018 h 6858000"/>
              <a:gd name="connsiteX7" fmla="*/ 5578980 w 6426962"/>
              <a:gd name="connsiteY7" fmla="*/ 6858000 h 6858000"/>
              <a:gd name="connsiteX8" fmla="*/ 4457700 w 6426962"/>
              <a:gd name="connsiteY8" fmla="*/ 6858000 h 6858000"/>
              <a:gd name="connsiteX9" fmla="*/ 4048382 w 6426962"/>
              <a:gd name="connsiteY9" fmla="*/ 6858000 h 6858000"/>
              <a:gd name="connsiteX10" fmla="*/ 0 w 6426962"/>
              <a:gd name="connsiteY10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6426962" h="6858000">
                <a:moveTo>
                  <a:pt x="0" y="0"/>
                </a:moveTo>
                <a:lnTo>
                  <a:pt x="4457700" y="0"/>
                </a:lnTo>
                <a:lnTo>
                  <a:pt x="4457700" y="0"/>
                </a:lnTo>
                <a:lnTo>
                  <a:pt x="6426962" y="0"/>
                </a:lnTo>
                <a:lnTo>
                  <a:pt x="6426962" y="4789046"/>
                </a:lnTo>
                <a:lnTo>
                  <a:pt x="6426962" y="4902200"/>
                </a:lnTo>
                <a:lnTo>
                  <a:pt x="6426962" y="6010018"/>
                </a:lnTo>
                <a:cubicBezTo>
                  <a:pt x="6426962" y="6478346"/>
                  <a:pt x="6047308" y="6858000"/>
                  <a:pt x="5578980" y="6858000"/>
                </a:cubicBezTo>
                <a:lnTo>
                  <a:pt x="4457700" y="6858000"/>
                </a:lnTo>
                <a:lnTo>
                  <a:pt x="4048382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237600" tIns="237600" rIns="237600" bIns="237600" rtlCol="0" anchor="ctr">
            <a:noAutofit/>
          </a:bodyPr>
          <a:lstStyle/>
          <a:p>
            <a:pPr algn="ctr"/>
            <a:endParaRPr lang="en-001" sz="2000" noProof="0" err="1"/>
          </a:p>
        </p:txBody>
      </p:sp>
      <p:sp>
        <p:nvSpPr>
          <p:cNvPr id="35" name="Picture Placeholder 34">
            <a:extLst>
              <a:ext uri="{FF2B5EF4-FFF2-40B4-BE49-F238E27FC236}">
                <a16:creationId xmlns:a16="http://schemas.microsoft.com/office/drawing/2014/main" id="{89AC51BB-264A-1609-8951-4D9DDFC3BE77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-3600"/>
            <a:ext cx="8911685" cy="6861600"/>
          </a:xfrm>
          <a:custGeom>
            <a:avLst/>
            <a:gdLst>
              <a:gd name="connsiteX0" fmla="*/ 1657413 w 8911685"/>
              <a:gd name="connsiteY0" fmla="*/ 6230260 h 6861600"/>
              <a:gd name="connsiteX1" fmla="*/ 1747724 w 8911685"/>
              <a:gd name="connsiteY1" fmla="*/ 6230260 h 6861600"/>
              <a:gd name="connsiteX2" fmla="*/ 1747724 w 8911685"/>
              <a:gd name="connsiteY2" fmla="*/ 6278123 h 6861600"/>
              <a:gd name="connsiteX3" fmla="*/ 1657413 w 8911685"/>
              <a:gd name="connsiteY3" fmla="*/ 6278123 h 6861600"/>
              <a:gd name="connsiteX4" fmla="*/ 1280903 w 8911685"/>
              <a:gd name="connsiteY4" fmla="*/ 6228345 h 6861600"/>
              <a:gd name="connsiteX5" fmla="*/ 1312703 w 8911685"/>
              <a:gd name="connsiteY5" fmla="*/ 6306841 h 6861600"/>
              <a:gd name="connsiteX6" fmla="*/ 1249104 w 8911685"/>
              <a:gd name="connsiteY6" fmla="*/ 6306841 h 6861600"/>
              <a:gd name="connsiteX7" fmla="*/ 2035831 w 8911685"/>
              <a:gd name="connsiteY7" fmla="*/ 6194522 h 6861600"/>
              <a:gd name="connsiteX8" fmla="*/ 2035831 w 8911685"/>
              <a:gd name="connsiteY8" fmla="*/ 6377678 h 6861600"/>
              <a:gd name="connsiteX9" fmla="*/ 2079715 w 8911685"/>
              <a:gd name="connsiteY9" fmla="*/ 6377678 h 6861600"/>
              <a:gd name="connsiteX10" fmla="*/ 2079715 w 8911685"/>
              <a:gd name="connsiteY10" fmla="*/ 6293439 h 6861600"/>
              <a:gd name="connsiteX11" fmla="*/ 2162394 w 8911685"/>
              <a:gd name="connsiteY11" fmla="*/ 6377678 h 6861600"/>
              <a:gd name="connsiteX12" fmla="*/ 2222814 w 8911685"/>
              <a:gd name="connsiteY12" fmla="*/ 6377678 h 6861600"/>
              <a:gd name="connsiteX13" fmla="*/ 2122963 w 8911685"/>
              <a:gd name="connsiteY13" fmla="*/ 6280037 h 6861600"/>
              <a:gd name="connsiteX14" fmla="*/ 2218998 w 8911685"/>
              <a:gd name="connsiteY14" fmla="*/ 6194522 h 6861600"/>
              <a:gd name="connsiteX15" fmla="*/ 2160486 w 8911685"/>
              <a:gd name="connsiteY15" fmla="*/ 6194522 h 6861600"/>
              <a:gd name="connsiteX16" fmla="*/ 2079715 w 8911685"/>
              <a:gd name="connsiteY16" fmla="*/ 6268550 h 6861600"/>
              <a:gd name="connsiteX17" fmla="*/ 2079715 w 8911685"/>
              <a:gd name="connsiteY17" fmla="*/ 6194522 h 6861600"/>
              <a:gd name="connsiteX18" fmla="*/ 1614165 w 8911685"/>
              <a:gd name="connsiteY18" fmla="*/ 6194522 h 6861600"/>
              <a:gd name="connsiteX19" fmla="*/ 1614165 w 8911685"/>
              <a:gd name="connsiteY19" fmla="*/ 6377678 h 6861600"/>
              <a:gd name="connsiteX20" fmla="*/ 1657413 w 8911685"/>
              <a:gd name="connsiteY20" fmla="*/ 6377678 h 6861600"/>
              <a:gd name="connsiteX21" fmla="*/ 1657413 w 8911685"/>
              <a:gd name="connsiteY21" fmla="*/ 6314499 h 6861600"/>
              <a:gd name="connsiteX22" fmla="*/ 1704477 w 8911685"/>
              <a:gd name="connsiteY22" fmla="*/ 6314499 h 6861600"/>
              <a:gd name="connsiteX23" fmla="*/ 1743908 w 8911685"/>
              <a:gd name="connsiteY23" fmla="*/ 6377678 h 6861600"/>
              <a:gd name="connsiteX24" fmla="*/ 1790972 w 8911685"/>
              <a:gd name="connsiteY24" fmla="*/ 6377678 h 6861600"/>
              <a:gd name="connsiteX25" fmla="*/ 1749632 w 8911685"/>
              <a:gd name="connsiteY25" fmla="*/ 6314499 h 6861600"/>
              <a:gd name="connsiteX26" fmla="*/ 1753448 w 8911685"/>
              <a:gd name="connsiteY26" fmla="*/ 6314499 h 6861600"/>
              <a:gd name="connsiteX27" fmla="*/ 1789064 w 8911685"/>
              <a:gd name="connsiteY27" fmla="*/ 6285781 h 6861600"/>
              <a:gd name="connsiteX28" fmla="*/ 1789064 w 8911685"/>
              <a:gd name="connsiteY28" fmla="*/ 6225154 h 6861600"/>
              <a:gd name="connsiteX29" fmla="*/ 1759172 w 8911685"/>
              <a:gd name="connsiteY29" fmla="*/ 6194522 h 6861600"/>
              <a:gd name="connsiteX30" fmla="*/ 1408738 w 8911685"/>
              <a:gd name="connsiteY30" fmla="*/ 6194522 h 6861600"/>
              <a:gd name="connsiteX31" fmla="*/ 1408738 w 8911685"/>
              <a:gd name="connsiteY31" fmla="*/ 6377678 h 6861600"/>
              <a:gd name="connsiteX32" fmla="*/ 1582365 w 8911685"/>
              <a:gd name="connsiteY32" fmla="*/ 6377678 h 6861600"/>
              <a:gd name="connsiteX33" fmla="*/ 1582365 w 8911685"/>
              <a:gd name="connsiteY33" fmla="*/ 6341302 h 6861600"/>
              <a:gd name="connsiteX34" fmla="*/ 1450078 w 8911685"/>
              <a:gd name="connsiteY34" fmla="*/ 6341302 h 6861600"/>
              <a:gd name="connsiteX35" fmla="*/ 1450078 w 8911685"/>
              <a:gd name="connsiteY35" fmla="*/ 6303012 h 6861600"/>
              <a:gd name="connsiteX36" fmla="*/ 1563285 w 8911685"/>
              <a:gd name="connsiteY36" fmla="*/ 6303012 h 6861600"/>
              <a:gd name="connsiteX37" fmla="*/ 1563285 w 8911685"/>
              <a:gd name="connsiteY37" fmla="*/ 6266636 h 6861600"/>
              <a:gd name="connsiteX38" fmla="*/ 1450078 w 8911685"/>
              <a:gd name="connsiteY38" fmla="*/ 6266636 h 6861600"/>
              <a:gd name="connsiteX39" fmla="*/ 1450078 w 8911685"/>
              <a:gd name="connsiteY39" fmla="*/ 6230260 h 6861600"/>
              <a:gd name="connsiteX40" fmla="*/ 1580457 w 8911685"/>
              <a:gd name="connsiteY40" fmla="*/ 6230260 h 6861600"/>
              <a:gd name="connsiteX41" fmla="*/ 1580457 w 8911685"/>
              <a:gd name="connsiteY41" fmla="*/ 6194522 h 6861600"/>
              <a:gd name="connsiteX42" fmla="*/ 1252284 w 8911685"/>
              <a:gd name="connsiteY42" fmla="*/ 6194522 h 6861600"/>
              <a:gd name="connsiteX43" fmla="*/ 1171512 w 8911685"/>
              <a:gd name="connsiteY43" fmla="*/ 6377678 h 6861600"/>
              <a:gd name="connsiteX44" fmla="*/ 1218576 w 8911685"/>
              <a:gd name="connsiteY44" fmla="*/ 6377678 h 6861600"/>
              <a:gd name="connsiteX45" fmla="*/ 1233840 w 8911685"/>
              <a:gd name="connsiteY45" fmla="*/ 6341302 h 6861600"/>
              <a:gd name="connsiteX46" fmla="*/ 1327967 w 8911685"/>
              <a:gd name="connsiteY46" fmla="*/ 6341302 h 6861600"/>
              <a:gd name="connsiteX47" fmla="*/ 1345139 w 8911685"/>
              <a:gd name="connsiteY47" fmla="*/ 6377678 h 6861600"/>
              <a:gd name="connsiteX48" fmla="*/ 1390295 w 8911685"/>
              <a:gd name="connsiteY48" fmla="*/ 6377678 h 6861600"/>
              <a:gd name="connsiteX49" fmla="*/ 1308887 w 8911685"/>
              <a:gd name="connsiteY49" fmla="*/ 6194522 h 6861600"/>
              <a:gd name="connsiteX50" fmla="*/ 940009 w 8911685"/>
              <a:gd name="connsiteY50" fmla="*/ 6194522 h 6861600"/>
              <a:gd name="connsiteX51" fmla="*/ 940009 w 8911685"/>
              <a:gd name="connsiteY51" fmla="*/ 6377678 h 6861600"/>
              <a:gd name="connsiteX52" fmla="*/ 979441 w 8911685"/>
              <a:gd name="connsiteY52" fmla="*/ 6377678 h 6861600"/>
              <a:gd name="connsiteX53" fmla="*/ 979441 w 8911685"/>
              <a:gd name="connsiteY53" fmla="*/ 6272379 h 6861600"/>
              <a:gd name="connsiteX54" fmla="*/ 1026505 w 8911685"/>
              <a:gd name="connsiteY54" fmla="*/ 6377678 h 6861600"/>
              <a:gd name="connsiteX55" fmla="*/ 1067844 w 8911685"/>
              <a:gd name="connsiteY55" fmla="*/ 6377678 h 6861600"/>
              <a:gd name="connsiteX56" fmla="*/ 1114908 w 8911685"/>
              <a:gd name="connsiteY56" fmla="*/ 6270465 h 6861600"/>
              <a:gd name="connsiteX57" fmla="*/ 1114908 w 8911685"/>
              <a:gd name="connsiteY57" fmla="*/ 6377678 h 6861600"/>
              <a:gd name="connsiteX58" fmla="*/ 1154340 w 8911685"/>
              <a:gd name="connsiteY58" fmla="*/ 6377678 h 6861600"/>
              <a:gd name="connsiteX59" fmla="*/ 1154340 w 8911685"/>
              <a:gd name="connsiteY59" fmla="*/ 6194522 h 6861600"/>
              <a:gd name="connsiteX60" fmla="*/ 1107276 w 8911685"/>
              <a:gd name="connsiteY60" fmla="*/ 6194522 h 6861600"/>
              <a:gd name="connsiteX61" fmla="*/ 1046857 w 8911685"/>
              <a:gd name="connsiteY61" fmla="*/ 6331730 h 6861600"/>
              <a:gd name="connsiteX62" fmla="*/ 987073 w 8911685"/>
              <a:gd name="connsiteY62" fmla="*/ 6194522 h 6861600"/>
              <a:gd name="connsiteX63" fmla="*/ 1853300 w 8911685"/>
              <a:gd name="connsiteY63" fmla="*/ 6193884 h 6861600"/>
              <a:gd name="connsiteX64" fmla="*/ 1825316 w 8911685"/>
              <a:gd name="connsiteY64" fmla="*/ 6222602 h 6861600"/>
              <a:gd name="connsiteX65" fmla="*/ 1825316 w 8911685"/>
              <a:gd name="connsiteY65" fmla="*/ 6276209 h 6861600"/>
              <a:gd name="connsiteX66" fmla="*/ 1853300 w 8911685"/>
              <a:gd name="connsiteY66" fmla="*/ 6303012 h 6861600"/>
              <a:gd name="connsiteX67" fmla="*/ 1955059 w 8911685"/>
              <a:gd name="connsiteY67" fmla="*/ 6303012 h 6861600"/>
              <a:gd name="connsiteX68" fmla="*/ 1955059 w 8911685"/>
              <a:gd name="connsiteY68" fmla="*/ 6341302 h 6861600"/>
              <a:gd name="connsiteX69" fmla="*/ 1866656 w 8911685"/>
              <a:gd name="connsiteY69" fmla="*/ 6341302 h 6861600"/>
              <a:gd name="connsiteX70" fmla="*/ 1866656 w 8911685"/>
              <a:gd name="connsiteY70" fmla="*/ 6327901 h 6861600"/>
              <a:gd name="connsiteX71" fmla="*/ 1823408 w 8911685"/>
              <a:gd name="connsiteY71" fmla="*/ 6327901 h 6861600"/>
              <a:gd name="connsiteX72" fmla="*/ 1823408 w 8911685"/>
              <a:gd name="connsiteY72" fmla="*/ 6350875 h 6861600"/>
              <a:gd name="connsiteX73" fmla="*/ 1851392 w 8911685"/>
              <a:gd name="connsiteY73" fmla="*/ 6377678 h 6861600"/>
              <a:gd name="connsiteX74" fmla="*/ 1866656 w 8911685"/>
              <a:gd name="connsiteY74" fmla="*/ 6377678 h 6861600"/>
              <a:gd name="connsiteX75" fmla="*/ 1968415 w 8911685"/>
              <a:gd name="connsiteY75" fmla="*/ 6377678 h 6861600"/>
              <a:gd name="connsiteX76" fmla="*/ 1996399 w 8911685"/>
              <a:gd name="connsiteY76" fmla="*/ 6348961 h 6861600"/>
              <a:gd name="connsiteX77" fmla="*/ 1996399 w 8911685"/>
              <a:gd name="connsiteY77" fmla="*/ 6297268 h 6861600"/>
              <a:gd name="connsiteX78" fmla="*/ 1968415 w 8911685"/>
              <a:gd name="connsiteY78" fmla="*/ 6266636 h 6861600"/>
              <a:gd name="connsiteX79" fmla="*/ 1866656 w 8911685"/>
              <a:gd name="connsiteY79" fmla="*/ 6266636 h 6861600"/>
              <a:gd name="connsiteX80" fmla="*/ 1866656 w 8911685"/>
              <a:gd name="connsiteY80" fmla="*/ 6230260 h 6861600"/>
              <a:gd name="connsiteX81" fmla="*/ 1955059 w 8911685"/>
              <a:gd name="connsiteY81" fmla="*/ 6230260 h 6861600"/>
              <a:gd name="connsiteX82" fmla="*/ 1955059 w 8911685"/>
              <a:gd name="connsiteY82" fmla="*/ 6245576 h 6861600"/>
              <a:gd name="connsiteX83" fmla="*/ 1996399 w 8911685"/>
              <a:gd name="connsiteY83" fmla="*/ 6245576 h 6861600"/>
              <a:gd name="connsiteX84" fmla="*/ 1996399 w 8911685"/>
              <a:gd name="connsiteY84" fmla="*/ 6224516 h 6861600"/>
              <a:gd name="connsiteX85" fmla="*/ 1970323 w 8911685"/>
              <a:gd name="connsiteY85" fmla="*/ 6193884 h 6861600"/>
              <a:gd name="connsiteX86" fmla="*/ 423579 w 8911685"/>
              <a:gd name="connsiteY86" fmla="*/ 6077736 h 6861600"/>
              <a:gd name="connsiteX87" fmla="*/ 378423 w 8911685"/>
              <a:gd name="connsiteY87" fmla="*/ 6125599 h 6861600"/>
              <a:gd name="connsiteX88" fmla="*/ 378423 w 8911685"/>
              <a:gd name="connsiteY88" fmla="*/ 6446601 h 6861600"/>
              <a:gd name="connsiteX89" fmla="*/ 423579 w 8911685"/>
              <a:gd name="connsiteY89" fmla="*/ 6494464 h 6861600"/>
              <a:gd name="connsiteX90" fmla="*/ 719317 w 8911685"/>
              <a:gd name="connsiteY90" fmla="*/ 6494464 h 6861600"/>
              <a:gd name="connsiteX91" fmla="*/ 766381 w 8911685"/>
              <a:gd name="connsiteY91" fmla="*/ 6446601 h 6861600"/>
              <a:gd name="connsiteX92" fmla="*/ 766381 w 8911685"/>
              <a:gd name="connsiteY92" fmla="*/ 6125599 h 6861600"/>
              <a:gd name="connsiteX93" fmla="*/ 719317 w 8911685"/>
              <a:gd name="connsiteY93" fmla="*/ 6077736 h 6861600"/>
              <a:gd name="connsiteX94" fmla="*/ 0 w 8911685"/>
              <a:gd name="connsiteY94" fmla="*/ 0 h 6861600"/>
              <a:gd name="connsiteX95" fmla="*/ 8911685 w 8911685"/>
              <a:gd name="connsiteY95" fmla="*/ 3551 h 6861600"/>
              <a:gd name="connsiteX96" fmla="*/ 8911685 w 8911685"/>
              <a:gd name="connsiteY96" fmla="*/ 6021290 h 6861600"/>
              <a:gd name="connsiteX97" fmla="*/ 8157291 w 8911685"/>
              <a:gd name="connsiteY97" fmla="*/ 6857262 h 6861600"/>
              <a:gd name="connsiteX98" fmla="*/ 8071384 w 8911685"/>
              <a:gd name="connsiteY98" fmla="*/ 6861600 h 6861600"/>
              <a:gd name="connsiteX99" fmla="*/ 0 w 8911685"/>
              <a:gd name="connsiteY99" fmla="*/ 6861600 h 686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</a:cxnLst>
            <a:rect l="l" t="t" r="r" b="b"/>
            <a:pathLst>
              <a:path w="8911685" h="6861600">
                <a:moveTo>
                  <a:pt x="1657413" y="6230260"/>
                </a:moveTo>
                <a:lnTo>
                  <a:pt x="1747724" y="6230260"/>
                </a:lnTo>
                <a:lnTo>
                  <a:pt x="1747724" y="6278123"/>
                </a:lnTo>
                <a:lnTo>
                  <a:pt x="1657413" y="6278123"/>
                </a:lnTo>
                <a:close/>
                <a:moveTo>
                  <a:pt x="1280903" y="6228345"/>
                </a:moveTo>
                <a:lnTo>
                  <a:pt x="1312703" y="6306841"/>
                </a:lnTo>
                <a:lnTo>
                  <a:pt x="1249104" y="6306841"/>
                </a:lnTo>
                <a:close/>
                <a:moveTo>
                  <a:pt x="2035831" y="6194522"/>
                </a:moveTo>
                <a:lnTo>
                  <a:pt x="2035831" y="6377678"/>
                </a:lnTo>
                <a:lnTo>
                  <a:pt x="2079715" y="6377678"/>
                </a:lnTo>
                <a:lnTo>
                  <a:pt x="2079715" y="6293439"/>
                </a:lnTo>
                <a:lnTo>
                  <a:pt x="2162394" y="6377678"/>
                </a:lnTo>
                <a:lnTo>
                  <a:pt x="2222814" y="6377678"/>
                </a:lnTo>
                <a:lnTo>
                  <a:pt x="2122963" y="6280037"/>
                </a:lnTo>
                <a:lnTo>
                  <a:pt x="2218998" y="6194522"/>
                </a:lnTo>
                <a:lnTo>
                  <a:pt x="2160486" y="6194522"/>
                </a:lnTo>
                <a:lnTo>
                  <a:pt x="2079715" y="6268550"/>
                </a:lnTo>
                <a:lnTo>
                  <a:pt x="2079715" y="6194522"/>
                </a:lnTo>
                <a:close/>
                <a:moveTo>
                  <a:pt x="1614165" y="6194522"/>
                </a:moveTo>
                <a:lnTo>
                  <a:pt x="1614165" y="6377678"/>
                </a:lnTo>
                <a:lnTo>
                  <a:pt x="1657413" y="6377678"/>
                </a:lnTo>
                <a:lnTo>
                  <a:pt x="1657413" y="6314499"/>
                </a:lnTo>
                <a:lnTo>
                  <a:pt x="1704477" y="6314499"/>
                </a:lnTo>
                <a:lnTo>
                  <a:pt x="1743908" y="6377678"/>
                </a:lnTo>
                <a:lnTo>
                  <a:pt x="1790972" y="6377678"/>
                </a:lnTo>
                <a:lnTo>
                  <a:pt x="1749632" y="6314499"/>
                </a:lnTo>
                <a:lnTo>
                  <a:pt x="1753448" y="6314499"/>
                </a:lnTo>
                <a:cubicBezTo>
                  <a:pt x="1777616" y="6314499"/>
                  <a:pt x="1789064" y="6301097"/>
                  <a:pt x="1789064" y="6285781"/>
                </a:cubicBezTo>
                <a:lnTo>
                  <a:pt x="1789064" y="6225154"/>
                </a:lnTo>
                <a:cubicBezTo>
                  <a:pt x="1789064" y="6206009"/>
                  <a:pt x="1777616" y="6194522"/>
                  <a:pt x="1759172" y="6194522"/>
                </a:cubicBezTo>
                <a:close/>
                <a:moveTo>
                  <a:pt x="1408738" y="6194522"/>
                </a:moveTo>
                <a:lnTo>
                  <a:pt x="1408738" y="6377678"/>
                </a:lnTo>
                <a:lnTo>
                  <a:pt x="1582365" y="6377678"/>
                </a:lnTo>
                <a:lnTo>
                  <a:pt x="1582365" y="6341302"/>
                </a:lnTo>
                <a:lnTo>
                  <a:pt x="1450078" y="6341302"/>
                </a:lnTo>
                <a:lnTo>
                  <a:pt x="1450078" y="6303012"/>
                </a:lnTo>
                <a:lnTo>
                  <a:pt x="1563285" y="6303012"/>
                </a:lnTo>
                <a:lnTo>
                  <a:pt x="1563285" y="6266636"/>
                </a:lnTo>
                <a:lnTo>
                  <a:pt x="1450078" y="6266636"/>
                </a:lnTo>
                <a:lnTo>
                  <a:pt x="1450078" y="6230260"/>
                </a:lnTo>
                <a:lnTo>
                  <a:pt x="1580457" y="6230260"/>
                </a:lnTo>
                <a:lnTo>
                  <a:pt x="1580457" y="6194522"/>
                </a:lnTo>
                <a:close/>
                <a:moveTo>
                  <a:pt x="1252284" y="6194522"/>
                </a:moveTo>
                <a:lnTo>
                  <a:pt x="1171512" y="6377678"/>
                </a:lnTo>
                <a:lnTo>
                  <a:pt x="1218576" y="6377678"/>
                </a:lnTo>
                <a:lnTo>
                  <a:pt x="1233840" y="6341302"/>
                </a:lnTo>
                <a:lnTo>
                  <a:pt x="1327967" y="6341302"/>
                </a:lnTo>
                <a:lnTo>
                  <a:pt x="1345139" y="6377678"/>
                </a:lnTo>
                <a:lnTo>
                  <a:pt x="1390295" y="6377678"/>
                </a:lnTo>
                <a:lnTo>
                  <a:pt x="1308887" y="6194522"/>
                </a:lnTo>
                <a:close/>
                <a:moveTo>
                  <a:pt x="940009" y="6194522"/>
                </a:moveTo>
                <a:lnTo>
                  <a:pt x="940009" y="6377678"/>
                </a:lnTo>
                <a:lnTo>
                  <a:pt x="979441" y="6377678"/>
                </a:lnTo>
                <a:lnTo>
                  <a:pt x="979441" y="6272379"/>
                </a:lnTo>
                <a:lnTo>
                  <a:pt x="1026505" y="6377678"/>
                </a:lnTo>
                <a:lnTo>
                  <a:pt x="1067844" y="6377678"/>
                </a:lnTo>
                <a:lnTo>
                  <a:pt x="1114908" y="6270465"/>
                </a:lnTo>
                <a:lnTo>
                  <a:pt x="1114908" y="6377678"/>
                </a:lnTo>
                <a:lnTo>
                  <a:pt x="1154340" y="6377678"/>
                </a:lnTo>
                <a:lnTo>
                  <a:pt x="1154340" y="6194522"/>
                </a:lnTo>
                <a:lnTo>
                  <a:pt x="1107276" y="6194522"/>
                </a:lnTo>
                <a:lnTo>
                  <a:pt x="1046857" y="6331730"/>
                </a:lnTo>
                <a:lnTo>
                  <a:pt x="987073" y="6194522"/>
                </a:lnTo>
                <a:close/>
                <a:moveTo>
                  <a:pt x="1853300" y="6193884"/>
                </a:moveTo>
                <a:cubicBezTo>
                  <a:pt x="1838672" y="6193884"/>
                  <a:pt x="1825316" y="6205371"/>
                  <a:pt x="1825316" y="6222602"/>
                </a:cubicBezTo>
                <a:lnTo>
                  <a:pt x="1825316" y="6276209"/>
                </a:lnTo>
                <a:cubicBezTo>
                  <a:pt x="1825316" y="6291525"/>
                  <a:pt x="1836128" y="6303012"/>
                  <a:pt x="1853300" y="6303012"/>
                </a:cubicBezTo>
                <a:lnTo>
                  <a:pt x="1955059" y="6303012"/>
                </a:lnTo>
                <a:lnTo>
                  <a:pt x="1955059" y="6341302"/>
                </a:lnTo>
                <a:lnTo>
                  <a:pt x="1866656" y="6341302"/>
                </a:lnTo>
                <a:lnTo>
                  <a:pt x="1866656" y="6327901"/>
                </a:lnTo>
                <a:lnTo>
                  <a:pt x="1823408" y="6327901"/>
                </a:lnTo>
                <a:lnTo>
                  <a:pt x="1823408" y="6350875"/>
                </a:lnTo>
                <a:cubicBezTo>
                  <a:pt x="1823408" y="6366191"/>
                  <a:pt x="1832312" y="6377678"/>
                  <a:pt x="1851392" y="6377678"/>
                </a:cubicBezTo>
                <a:lnTo>
                  <a:pt x="1866656" y="6377678"/>
                </a:lnTo>
                <a:lnTo>
                  <a:pt x="1968415" y="6377678"/>
                </a:lnTo>
                <a:cubicBezTo>
                  <a:pt x="1986859" y="6377678"/>
                  <a:pt x="1996399" y="6366191"/>
                  <a:pt x="1996399" y="6348961"/>
                </a:cubicBezTo>
                <a:lnTo>
                  <a:pt x="1996399" y="6297268"/>
                </a:lnTo>
                <a:cubicBezTo>
                  <a:pt x="1996399" y="6278123"/>
                  <a:pt x="1983679" y="6266636"/>
                  <a:pt x="1968415" y="6266636"/>
                </a:cubicBezTo>
                <a:lnTo>
                  <a:pt x="1866656" y="6266636"/>
                </a:lnTo>
                <a:lnTo>
                  <a:pt x="1866656" y="6230260"/>
                </a:lnTo>
                <a:lnTo>
                  <a:pt x="1955059" y="6230260"/>
                </a:lnTo>
                <a:lnTo>
                  <a:pt x="1955059" y="6245576"/>
                </a:lnTo>
                <a:lnTo>
                  <a:pt x="1996399" y="6245576"/>
                </a:lnTo>
                <a:lnTo>
                  <a:pt x="1996399" y="6224516"/>
                </a:lnTo>
                <a:cubicBezTo>
                  <a:pt x="1996399" y="6205371"/>
                  <a:pt x="1985587" y="6193884"/>
                  <a:pt x="1970323" y="6193884"/>
                </a:cubicBezTo>
                <a:close/>
                <a:moveTo>
                  <a:pt x="423579" y="6077736"/>
                </a:moveTo>
                <a:cubicBezTo>
                  <a:pt x="399411" y="6077736"/>
                  <a:pt x="378423" y="6098796"/>
                  <a:pt x="378423" y="6125599"/>
                </a:cubicBezTo>
                <a:lnTo>
                  <a:pt x="378423" y="6446601"/>
                </a:lnTo>
                <a:cubicBezTo>
                  <a:pt x="378423" y="6473405"/>
                  <a:pt x="399411" y="6494464"/>
                  <a:pt x="423579" y="6494464"/>
                </a:cubicBezTo>
                <a:lnTo>
                  <a:pt x="719317" y="6494464"/>
                </a:lnTo>
                <a:cubicBezTo>
                  <a:pt x="745393" y="6494464"/>
                  <a:pt x="766381" y="6473405"/>
                  <a:pt x="766381" y="6446601"/>
                </a:cubicBezTo>
                <a:lnTo>
                  <a:pt x="766381" y="6125599"/>
                </a:lnTo>
                <a:cubicBezTo>
                  <a:pt x="766381" y="6098796"/>
                  <a:pt x="745393" y="6077736"/>
                  <a:pt x="719317" y="6077736"/>
                </a:cubicBezTo>
                <a:close/>
                <a:moveTo>
                  <a:pt x="0" y="0"/>
                </a:moveTo>
                <a:lnTo>
                  <a:pt x="8911685" y="3551"/>
                </a:lnTo>
                <a:lnTo>
                  <a:pt x="8911685" y="6021290"/>
                </a:lnTo>
                <a:cubicBezTo>
                  <a:pt x="8911685" y="6456375"/>
                  <a:pt x="8581023" y="6814230"/>
                  <a:pt x="8157291" y="6857262"/>
                </a:cubicBezTo>
                <a:lnTo>
                  <a:pt x="8071384" y="6861600"/>
                </a:lnTo>
                <a:lnTo>
                  <a:pt x="0" y="6861600"/>
                </a:lnTo>
                <a:close/>
              </a:path>
            </a:pathLst>
          </a:custGeom>
          <a:solidFill>
            <a:srgbClr val="CFCFCF"/>
          </a:solidFill>
        </p:spPr>
        <p:txBody>
          <a:bodyPr wrap="square" tIns="72000" anchor="t" anchorCtr="0">
            <a:noAutofit/>
          </a:bodyPr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1200">
                <a:solidFill>
                  <a:schemeClr val="bg1"/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Click here and insert picture</a:t>
            </a:r>
          </a:p>
        </p:txBody>
      </p:sp>
      <p:sp>
        <p:nvSpPr>
          <p:cNvPr id="26" name="Title 1">
            <a:extLst>
              <a:ext uri="{FF2B5EF4-FFF2-40B4-BE49-F238E27FC236}">
                <a16:creationId xmlns:a16="http://schemas.microsoft.com/office/drawing/2014/main" id="{59257972-5121-7C61-D1A1-B1409EF2A53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71475" y="4267733"/>
            <a:ext cx="7962297" cy="1634060"/>
          </a:xfrm>
        </p:spPr>
        <p:txBody>
          <a:bodyPr anchor="t"/>
          <a:lstStyle>
            <a:lvl1pPr algn="l">
              <a:lnSpc>
                <a:spcPts val="5800"/>
              </a:lnSpc>
              <a:defRPr sz="4400">
                <a:solidFill>
                  <a:schemeClr val="bg1"/>
                </a:solidFill>
              </a:defRPr>
            </a:lvl1pPr>
          </a:lstStyle>
          <a:p>
            <a:r>
              <a:rPr lang="en-GB"/>
              <a:t>Click to add title</a:t>
            </a:r>
          </a:p>
        </p:txBody>
      </p:sp>
      <p:pic>
        <p:nvPicPr>
          <p:cNvPr id="42" name="Graphic 41">
            <a:extLst>
              <a:ext uri="{FF2B5EF4-FFF2-40B4-BE49-F238E27FC236}">
                <a16:creationId xmlns:a16="http://schemas.microsoft.com/office/drawing/2014/main" id="{49281D49-4670-0E53-673C-C91C58475BB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58775" y="6055614"/>
            <a:ext cx="1863471" cy="4594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1762563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71475" y="368300"/>
            <a:ext cx="11449050" cy="93027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GB" noProof="0"/>
              <a:t>Click to add agenda/contents</a:t>
            </a:r>
          </a:p>
        </p:txBody>
      </p:sp>
      <p:sp>
        <p:nvSpPr>
          <p:cNvPr id="6" name="Date Placeholder 5" hidden="1">
            <a:extLst>
              <a:ext uri="{FF2B5EF4-FFF2-40B4-BE49-F238E27FC236}">
                <a16:creationId xmlns:a16="http://schemas.microsoft.com/office/drawing/2014/main" id="{10320B85-9075-4BE3-80FE-A4FBA5B89417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>
                <a:noFill/>
              </a:defRPr>
            </a:lvl1pPr>
          </a:lstStyle>
          <a:p>
            <a:endParaRPr lang="en-GB"/>
          </a:p>
        </p:txBody>
      </p:sp>
      <p:pic>
        <p:nvPicPr>
          <p:cNvPr id="26" name="Picture 29">
            <a:extLst>
              <a:ext uri="{FF2B5EF4-FFF2-40B4-BE49-F238E27FC236}">
                <a16:creationId xmlns:a16="http://schemas.microsoft.com/office/drawing/2014/main" id="{E0E5EB5F-27F8-4A17-1762-2E1E397DFB1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371475" y="6169025"/>
            <a:ext cx="1299398" cy="320399"/>
          </a:xfrm>
          <a:prstGeom prst="rect">
            <a:avLst/>
          </a:prstGeom>
        </p:spPr>
      </p:pic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055BEE36-017E-7BDE-BD39-87903F71E154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377824" y="1943101"/>
            <a:ext cx="954087" cy="3693600"/>
          </a:xfrm>
        </p:spPr>
        <p:txBody>
          <a:bodyPr/>
          <a:lstStyle>
            <a:lvl1pPr marL="0" indent="0">
              <a:lnSpc>
                <a:spcPct val="8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​"/>
              <a:defRPr sz="1600" b="0" i="0">
                <a:solidFill>
                  <a:schemeClr val="tx1"/>
                </a:solidFill>
                <a:latin typeface="+mn-lt"/>
              </a:defRPr>
            </a:lvl1pPr>
            <a:lvl2pPr marL="0" indent="0">
              <a:lnSpc>
                <a:spcPct val="8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​"/>
              <a:defRPr sz="1600" b="0" i="0">
                <a:solidFill>
                  <a:schemeClr val="accent1"/>
                </a:solidFill>
                <a:latin typeface="+mn-lt"/>
              </a:defRPr>
            </a:lvl2pPr>
            <a:lvl3pPr marL="0" indent="0">
              <a:lnSpc>
                <a:spcPct val="8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​"/>
              <a:defRPr sz="1600" b="0" i="0">
                <a:solidFill>
                  <a:schemeClr val="tx1"/>
                </a:solidFill>
                <a:latin typeface="+mn-lt"/>
              </a:defRPr>
            </a:lvl3pPr>
            <a:lvl4pPr marL="0" indent="0">
              <a:lnSpc>
                <a:spcPct val="8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​"/>
              <a:defRPr sz="1600" b="0" i="0">
                <a:solidFill>
                  <a:schemeClr val="accent1"/>
                </a:solidFill>
                <a:latin typeface="+mn-lt"/>
              </a:defRPr>
            </a:lvl4pPr>
            <a:lvl5pPr marL="0" indent="0">
              <a:lnSpc>
                <a:spcPct val="8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​"/>
              <a:defRPr sz="1600" b="0" i="0">
                <a:solidFill>
                  <a:schemeClr val="tx1"/>
                </a:solidFill>
                <a:latin typeface="+mn-lt"/>
              </a:defRPr>
            </a:lvl5pPr>
            <a:lvl6pPr marL="0" indent="0">
              <a:lnSpc>
                <a:spcPct val="8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​"/>
              <a:defRPr sz="1600" b="0" i="0">
                <a:solidFill>
                  <a:schemeClr val="accent1"/>
                </a:solidFill>
                <a:latin typeface="+mn-lt"/>
              </a:defRPr>
            </a:lvl6pPr>
            <a:lvl7pPr marL="0" indent="0">
              <a:lnSpc>
                <a:spcPct val="8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​"/>
              <a:defRPr sz="1600" b="0" i="0">
                <a:solidFill>
                  <a:schemeClr val="tx1"/>
                </a:solidFill>
                <a:latin typeface="+mn-lt"/>
              </a:defRPr>
            </a:lvl7pPr>
            <a:lvl8pPr marL="0" indent="0">
              <a:lnSpc>
                <a:spcPct val="8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​"/>
              <a:defRPr sz="1600" b="0" i="0">
                <a:solidFill>
                  <a:schemeClr val="accent1"/>
                </a:solidFill>
                <a:latin typeface="+mn-lt"/>
              </a:defRPr>
            </a:lvl8pPr>
            <a:lvl9pPr marL="0" indent="0">
              <a:lnSpc>
                <a:spcPct val="8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​"/>
              <a:defRPr sz="1600" b="0" i="0">
                <a:solidFill>
                  <a:schemeClr val="tx1"/>
                </a:solidFill>
                <a:latin typeface="+mn-lt"/>
              </a:defRPr>
            </a:lvl9pPr>
          </a:lstStyle>
          <a:p>
            <a:pPr lvl="0"/>
            <a:r>
              <a:rPr lang="en-GB" noProof="0"/>
              <a:t>1.00</a:t>
            </a:r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E62749B4-1839-B9E3-3446-079F16D76BD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343025" y="1943101"/>
            <a:ext cx="4645025" cy="3693600"/>
          </a:xfrm>
        </p:spPr>
        <p:txBody>
          <a:bodyPr/>
          <a:lstStyle>
            <a:lvl1pPr marL="0" indent="0">
              <a:lnSpc>
                <a:spcPct val="8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​"/>
              <a:defRPr sz="1600" b="0" i="0">
                <a:solidFill>
                  <a:schemeClr val="tx1"/>
                </a:solidFill>
                <a:latin typeface="+mn-lt"/>
              </a:defRPr>
            </a:lvl1pPr>
            <a:lvl2pPr marL="0" indent="0">
              <a:lnSpc>
                <a:spcPct val="8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​"/>
              <a:defRPr sz="1600" b="0" i="0">
                <a:solidFill>
                  <a:schemeClr val="accent1"/>
                </a:solidFill>
                <a:latin typeface="+mn-lt"/>
              </a:defRPr>
            </a:lvl2pPr>
            <a:lvl3pPr marL="0" indent="0">
              <a:lnSpc>
                <a:spcPct val="8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​"/>
              <a:defRPr sz="1600" b="0" i="0">
                <a:solidFill>
                  <a:schemeClr val="tx1"/>
                </a:solidFill>
                <a:latin typeface="+mn-lt"/>
              </a:defRPr>
            </a:lvl3pPr>
            <a:lvl4pPr marL="0" indent="0">
              <a:lnSpc>
                <a:spcPct val="8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​"/>
              <a:defRPr sz="1600" b="0" i="0">
                <a:solidFill>
                  <a:schemeClr val="accent1"/>
                </a:solidFill>
                <a:latin typeface="+mn-lt"/>
              </a:defRPr>
            </a:lvl4pPr>
            <a:lvl5pPr marL="0" indent="0">
              <a:lnSpc>
                <a:spcPct val="8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​"/>
              <a:defRPr sz="1600" b="0" i="0">
                <a:solidFill>
                  <a:schemeClr val="tx1"/>
                </a:solidFill>
                <a:latin typeface="+mn-lt"/>
              </a:defRPr>
            </a:lvl5pPr>
            <a:lvl6pPr marL="0" indent="0">
              <a:lnSpc>
                <a:spcPct val="8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​"/>
              <a:defRPr sz="1600" b="0" i="0">
                <a:solidFill>
                  <a:schemeClr val="accent1"/>
                </a:solidFill>
              </a:defRPr>
            </a:lvl6pPr>
            <a:lvl7pPr marL="0" indent="0">
              <a:lnSpc>
                <a:spcPct val="8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​"/>
              <a:defRPr sz="1600" b="0" i="0">
                <a:solidFill>
                  <a:schemeClr val="tx1"/>
                </a:solidFill>
              </a:defRPr>
            </a:lvl7pPr>
            <a:lvl8pPr marL="0" indent="0">
              <a:lnSpc>
                <a:spcPct val="8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​"/>
              <a:defRPr sz="1600" b="0" i="0">
                <a:solidFill>
                  <a:schemeClr val="accent1"/>
                </a:solidFill>
              </a:defRPr>
            </a:lvl8pPr>
            <a:lvl9pPr marL="0" indent="0">
              <a:lnSpc>
                <a:spcPct val="8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​"/>
              <a:defRPr sz="1600" b="0" i="0">
                <a:solidFill>
                  <a:schemeClr val="tx1"/>
                </a:solidFill>
              </a:defRPr>
            </a:lvl9pPr>
          </a:lstStyle>
          <a:p>
            <a:pPr lvl="0"/>
            <a:r>
              <a:rPr lang="en-GB" noProof="0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3457133921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picture 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71475" y="368300"/>
            <a:ext cx="7561263" cy="930275"/>
          </a:xfrm>
        </p:spPr>
        <p:txBody>
          <a:bodyPr/>
          <a:lstStyle>
            <a:lvl1pPr>
              <a:defRPr/>
            </a:lvl1pPr>
          </a:lstStyle>
          <a:p>
            <a:r>
              <a:rPr lang="en-GB" noProof="0"/>
              <a:t>Click to add title</a:t>
            </a:r>
          </a:p>
        </p:txBody>
      </p:sp>
      <p:sp>
        <p:nvSpPr>
          <p:cNvPr id="7" name="Content Placeholder 2"/>
          <p:cNvSpPr>
            <a:spLocks noGrp="1"/>
          </p:cNvSpPr>
          <p:nvPr>
            <p:ph sz="quarter" idx="13" hasCustomPrompt="1"/>
          </p:nvPr>
        </p:nvSpPr>
        <p:spPr>
          <a:xfrm>
            <a:off x="371475" y="1943100"/>
            <a:ext cx="7561263" cy="3694113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GB" noProof="0"/>
              <a:t>Click to add text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</a:p>
        </p:txBody>
      </p:sp>
      <p:sp>
        <p:nvSpPr>
          <p:cNvPr id="23" name="Picture Placeholder 3"/>
          <p:cNvSpPr>
            <a:spLocks noGrp="1"/>
          </p:cNvSpPr>
          <p:nvPr>
            <p:ph type="pic" sz="quarter" idx="14" hasCustomPrompt="1"/>
          </p:nvPr>
        </p:nvSpPr>
        <p:spPr>
          <a:xfrm>
            <a:off x="8148638" y="368300"/>
            <a:ext cx="3671887" cy="5135563"/>
          </a:xfrm>
        </p:spPr>
        <p:txBody>
          <a:bodyPr tIns="72000" anchor="t" anchorCtr="0"/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1200"/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Click here and insert picture</a:t>
            </a:r>
          </a:p>
        </p:txBody>
      </p:sp>
      <p:sp>
        <p:nvSpPr>
          <p:cNvPr id="6" name="Date Placeholder 5" hidden="1">
            <a:extLst>
              <a:ext uri="{FF2B5EF4-FFF2-40B4-BE49-F238E27FC236}">
                <a16:creationId xmlns:a16="http://schemas.microsoft.com/office/drawing/2014/main" id="{BC8FE318-906F-4EA5-9B25-B9CA26679122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9" name="Picture 29">
            <a:extLst>
              <a:ext uri="{FF2B5EF4-FFF2-40B4-BE49-F238E27FC236}">
                <a16:creationId xmlns:a16="http://schemas.microsoft.com/office/drawing/2014/main" id="{C3CF8F27-F55A-7C7D-746F-7A4B4EEC858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371475" y="6169025"/>
            <a:ext cx="1299398" cy="3203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0264390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picture 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71475" y="368300"/>
            <a:ext cx="11449050" cy="930275"/>
          </a:xfrm>
        </p:spPr>
        <p:txBody>
          <a:bodyPr/>
          <a:lstStyle>
            <a:lvl1pPr>
              <a:defRPr/>
            </a:lvl1pPr>
          </a:lstStyle>
          <a:p>
            <a:r>
              <a:rPr lang="en-GB" noProof="0"/>
              <a:t>Click to add title</a:t>
            </a:r>
          </a:p>
        </p:txBody>
      </p:sp>
      <p:sp>
        <p:nvSpPr>
          <p:cNvPr id="7" name="Content Placeholder 2"/>
          <p:cNvSpPr>
            <a:spLocks noGrp="1"/>
          </p:cNvSpPr>
          <p:nvPr>
            <p:ph sz="quarter" idx="13" hasCustomPrompt="1"/>
          </p:nvPr>
        </p:nvSpPr>
        <p:spPr>
          <a:xfrm>
            <a:off x="371475" y="1943100"/>
            <a:ext cx="6588125" cy="3694113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GB" noProof="0"/>
              <a:t>Click to add text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</a:p>
        </p:txBody>
      </p:sp>
      <p:sp>
        <p:nvSpPr>
          <p:cNvPr id="23" name="Picture Placeholder 3"/>
          <p:cNvSpPr>
            <a:spLocks noGrp="1"/>
          </p:cNvSpPr>
          <p:nvPr>
            <p:ph type="pic" sz="quarter" idx="14" hasCustomPrompt="1"/>
          </p:nvPr>
        </p:nvSpPr>
        <p:spPr>
          <a:xfrm>
            <a:off x="8148638" y="1943100"/>
            <a:ext cx="3671887" cy="3694113"/>
          </a:xfrm>
        </p:spPr>
        <p:txBody>
          <a:bodyPr tIns="72000" anchor="t" anchorCtr="0"/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1200"/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Click here and insert picture</a:t>
            </a:r>
          </a:p>
        </p:txBody>
      </p:sp>
      <p:sp>
        <p:nvSpPr>
          <p:cNvPr id="6" name="Date Placeholder 5" hidden="1">
            <a:extLst>
              <a:ext uri="{FF2B5EF4-FFF2-40B4-BE49-F238E27FC236}">
                <a16:creationId xmlns:a16="http://schemas.microsoft.com/office/drawing/2014/main" id="{BC8FE318-906F-4EA5-9B25-B9CA26679122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9" name="Picture 29">
            <a:extLst>
              <a:ext uri="{FF2B5EF4-FFF2-40B4-BE49-F238E27FC236}">
                <a16:creationId xmlns:a16="http://schemas.microsoft.com/office/drawing/2014/main" id="{C6313E68-E994-9F74-4408-671D5FBEC5BC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371475" y="6169025"/>
            <a:ext cx="1299398" cy="3203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8802982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71475" y="368300"/>
            <a:ext cx="11449050" cy="930275"/>
          </a:xfrm>
        </p:spPr>
        <p:txBody>
          <a:bodyPr/>
          <a:lstStyle>
            <a:lvl1pPr>
              <a:defRPr/>
            </a:lvl1pPr>
          </a:lstStyle>
          <a:p>
            <a:r>
              <a:rPr lang="en-GB"/>
              <a:t>Click to add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371476" y="1943099"/>
            <a:ext cx="5616574" cy="3694879"/>
          </a:xfrm>
          <a:solidFill>
            <a:schemeClr val="bg1"/>
          </a:solidFill>
        </p:spPr>
        <p:txBody>
          <a:bodyPr/>
          <a:lstStyle>
            <a:lvl1pPr>
              <a:defRPr/>
            </a:lvl1pPr>
          </a:lstStyle>
          <a:p>
            <a:pPr lvl="0"/>
            <a:r>
              <a:rPr lang="en-GB"/>
              <a:t>Click to add text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6203951" y="1943099"/>
            <a:ext cx="5616574" cy="3694879"/>
          </a:xfrm>
          <a:solidFill>
            <a:schemeClr val="bg1"/>
          </a:solidFill>
        </p:spPr>
        <p:txBody>
          <a:bodyPr/>
          <a:lstStyle>
            <a:lvl1pPr>
              <a:defRPr/>
            </a:lvl1pPr>
          </a:lstStyle>
          <a:p>
            <a:pPr lvl="0"/>
            <a:r>
              <a:rPr lang="en-GB"/>
              <a:t>Click to add text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11" name="Date Placeholder 10" hidden="1">
            <a:extLst>
              <a:ext uri="{FF2B5EF4-FFF2-40B4-BE49-F238E27FC236}">
                <a16:creationId xmlns:a16="http://schemas.microsoft.com/office/drawing/2014/main" id="{C8F53383-3780-4626-A2BE-E67BBD0A1DFE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9" name="Picture 29">
            <a:extLst>
              <a:ext uri="{FF2B5EF4-FFF2-40B4-BE49-F238E27FC236}">
                <a16:creationId xmlns:a16="http://schemas.microsoft.com/office/drawing/2014/main" id="{FBB58968-0709-73F6-9B45-7BBC0A510CDC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371475" y="6169025"/>
            <a:ext cx="1299398" cy="3203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3710011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71475" y="368300"/>
            <a:ext cx="11449049" cy="930275"/>
          </a:xfrm>
        </p:spPr>
        <p:txBody>
          <a:bodyPr/>
          <a:lstStyle>
            <a:lvl1pPr>
              <a:defRPr/>
            </a:lvl1pPr>
          </a:lstStyle>
          <a:p>
            <a:r>
              <a:rPr lang="en-GB"/>
              <a:t>Click to add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371475" y="1943100"/>
            <a:ext cx="3671887" cy="3694878"/>
          </a:xfrm>
          <a:solidFill>
            <a:schemeClr val="bg1"/>
          </a:solidFill>
        </p:spPr>
        <p:txBody>
          <a:bodyPr/>
          <a:lstStyle>
            <a:lvl1pPr>
              <a:defRPr/>
            </a:lvl1pPr>
          </a:lstStyle>
          <a:p>
            <a:pPr lvl="0"/>
            <a:r>
              <a:rPr lang="en-GB"/>
              <a:t>Click to add text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4259263" y="1943100"/>
            <a:ext cx="7561262" cy="3694878"/>
          </a:xfrm>
          <a:solidFill>
            <a:schemeClr val="bg1"/>
          </a:solidFill>
        </p:spPr>
        <p:txBody>
          <a:bodyPr/>
          <a:lstStyle>
            <a:lvl1pPr>
              <a:defRPr/>
            </a:lvl1pPr>
          </a:lstStyle>
          <a:p>
            <a:pPr lvl="0"/>
            <a:r>
              <a:rPr lang="en-GB"/>
              <a:t>Click to add text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11" name="Date Placeholder 10" hidden="1">
            <a:extLst>
              <a:ext uri="{FF2B5EF4-FFF2-40B4-BE49-F238E27FC236}">
                <a16:creationId xmlns:a16="http://schemas.microsoft.com/office/drawing/2014/main" id="{C8F53383-3780-4626-A2BE-E67BBD0A1DFE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10" name="Picture 29">
            <a:extLst>
              <a:ext uri="{FF2B5EF4-FFF2-40B4-BE49-F238E27FC236}">
                <a16:creationId xmlns:a16="http://schemas.microsoft.com/office/drawing/2014/main" id="{6E2678F6-0E54-23D9-8207-58085B313B9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371475" y="6169025"/>
            <a:ext cx="1299398" cy="3203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779559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71475" y="368300"/>
            <a:ext cx="11449050" cy="930275"/>
          </a:xfrm>
        </p:spPr>
        <p:txBody>
          <a:bodyPr/>
          <a:lstStyle>
            <a:lvl1pPr>
              <a:defRPr/>
            </a:lvl1pPr>
          </a:lstStyle>
          <a:p>
            <a:r>
              <a:rPr lang="en-GB"/>
              <a:t>Click to add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371475" y="1944000"/>
            <a:ext cx="3671888" cy="3693600"/>
          </a:xfrm>
          <a:solidFill>
            <a:schemeClr val="bg1"/>
          </a:solidFill>
        </p:spPr>
        <p:txBody>
          <a:bodyPr/>
          <a:lstStyle>
            <a:lvl1pPr>
              <a:defRPr/>
            </a:lvl1pPr>
          </a:lstStyle>
          <a:p>
            <a:pPr lvl="0"/>
            <a:r>
              <a:rPr lang="en-GB"/>
              <a:t>Click to add text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11" name="Date Placeholder 10" hidden="1">
            <a:extLst>
              <a:ext uri="{FF2B5EF4-FFF2-40B4-BE49-F238E27FC236}">
                <a16:creationId xmlns:a16="http://schemas.microsoft.com/office/drawing/2014/main" id="{C8F53383-3780-4626-A2BE-E67BBD0A1DFE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12" name="Picture 29">
            <a:extLst>
              <a:ext uri="{FF2B5EF4-FFF2-40B4-BE49-F238E27FC236}">
                <a16:creationId xmlns:a16="http://schemas.microsoft.com/office/drawing/2014/main" id="{A9EF761D-2C9D-EE00-DD36-FC58D6D8AC1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371475" y="6169025"/>
            <a:ext cx="1299398" cy="320399"/>
          </a:xfrm>
          <a:prstGeom prst="rect">
            <a:avLst/>
          </a:prstGeom>
        </p:spPr>
      </p:pic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4303162A-0EB1-D03C-7C03-2FFE2ECA461D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4259263" y="1944000"/>
            <a:ext cx="3671888" cy="3693600"/>
          </a:xfrm>
          <a:solidFill>
            <a:schemeClr val="bg1"/>
          </a:solidFill>
        </p:spPr>
        <p:txBody>
          <a:bodyPr/>
          <a:lstStyle>
            <a:lvl1pPr>
              <a:defRPr/>
            </a:lvl1pPr>
          </a:lstStyle>
          <a:p>
            <a:pPr lvl="0"/>
            <a:r>
              <a:rPr lang="en-GB"/>
              <a:t>Click to add text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EFDB81EA-9984-642B-5B6B-F2E9CE3B1C6B}"/>
              </a:ext>
            </a:extLst>
          </p:cNvPr>
          <p:cNvSpPr>
            <a:spLocks noGrp="1"/>
          </p:cNvSpPr>
          <p:nvPr>
            <p:ph sz="half" idx="16" hasCustomPrompt="1"/>
          </p:nvPr>
        </p:nvSpPr>
        <p:spPr>
          <a:xfrm>
            <a:off x="8148638" y="1944000"/>
            <a:ext cx="3671888" cy="3693600"/>
          </a:xfrm>
          <a:solidFill>
            <a:schemeClr val="bg1"/>
          </a:solidFill>
        </p:spPr>
        <p:txBody>
          <a:bodyPr/>
          <a:lstStyle>
            <a:lvl1pPr>
              <a:defRPr/>
            </a:lvl1pPr>
          </a:lstStyle>
          <a:p>
            <a:pPr lvl="0"/>
            <a:r>
              <a:rPr lang="en-GB"/>
              <a:t>Click to add text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271423401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content 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71475" y="368300"/>
            <a:ext cx="11449050" cy="930275"/>
          </a:xfrm>
        </p:spPr>
        <p:txBody>
          <a:bodyPr/>
          <a:lstStyle>
            <a:lvl1pPr>
              <a:defRPr/>
            </a:lvl1pPr>
          </a:lstStyle>
          <a:p>
            <a:r>
              <a:rPr lang="en-GB"/>
              <a:t>Click to add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371475" y="1944000"/>
            <a:ext cx="2700338" cy="3693600"/>
          </a:xfrm>
          <a:solidFill>
            <a:schemeClr val="bg1"/>
          </a:solidFill>
        </p:spPr>
        <p:txBody>
          <a:bodyPr/>
          <a:lstStyle>
            <a:lvl1pPr>
              <a:defRPr/>
            </a:lvl1pPr>
          </a:lstStyle>
          <a:p>
            <a:pPr lvl="0"/>
            <a:r>
              <a:rPr lang="en-GB"/>
              <a:t>Click to add text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11" name="Date Placeholder 10" hidden="1">
            <a:extLst>
              <a:ext uri="{FF2B5EF4-FFF2-40B4-BE49-F238E27FC236}">
                <a16:creationId xmlns:a16="http://schemas.microsoft.com/office/drawing/2014/main" id="{C8F53383-3780-4626-A2BE-E67BBD0A1DFE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13" name="Picture 29">
            <a:extLst>
              <a:ext uri="{FF2B5EF4-FFF2-40B4-BE49-F238E27FC236}">
                <a16:creationId xmlns:a16="http://schemas.microsoft.com/office/drawing/2014/main" id="{6232E4B3-49DC-214C-05C1-B2687D35982C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371475" y="6169025"/>
            <a:ext cx="1299398" cy="320399"/>
          </a:xfrm>
          <a:prstGeom prst="rect">
            <a:avLst/>
          </a:prstGeom>
        </p:spPr>
      </p:pic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4611CE19-8A15-7AA7-041F-78BA62AAFA9D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3287713" y="1944000"/>
            <a:ext cx="2700338" cy="3693600"/>
          </a:xfrm>
          <a:solidFill>
            <a:schemeClr val="bg1"/>
          </a:solidFill>
        </p:spPr>
        <p:txBody>
          <a:bodyPr/>
          <a:lstStyle>
            <a:lvl1pPr>
              <a:defRPr/>
            </a:lvl1pPr>
          </a:lstStyle>
          <a:p>
            <a:pPr lvl="0"/>
            <a:r>
              <a:rPr lang="en-GB"/>
              <a:t>Click to add text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4EF24E1C-6314-6E48-762E-1D02C7FB64F0}"/>
              </a:ext>
            </a:extLst>
          </p:cNvPr>
          <p:cNvSpPr>
            <a:spLocks noGrp="1"/>
          </p:cNvSpPr>
          <p:nvPr>
            <p:ph sz="half" idx="16" hasCustomPrompt="1"/>
          </p:nvPr>
        </p:nvSpPr>
        <p:spPr>
          <a:xfrm>
            <a:off x="6203950" y="1944000"/>
            <a:ext cx="2700338" cy="3693600"/>
          </a:xfrm>
          <a:solidFill>
            <a:schemeClr val="bg1"/>
          </a:solidFill>
        </p:spPr>
        <p:txBody>
          <a:bodyPr/>
          <a:lstStyle>
            <a:lvl1pPr>
              <a:defRPr/>
            </a:lvl1pPr>
          </a:lstStyle>
          <a:p>
            <a:pPr lvl="0"/>
            <a:r>
              <a:rPr lang="en-GB"/>
              <a:t>Click to add text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100778A8-C447-C03D-FC2E-A4BE7A781F4A}"/>
              </a:ext>
            </a:extLst>
          </p:cNvPr>
          <p:cNvSpPr>
            <a:spLocks noGrp="1"/>
          </p:cNvSpPr>
          <p:nvPr>
            <p:ph sz="half" idx="17" hasCustomPrompt="1"/>
          </p:nvPr>
        </p:nvSpPr>
        <p:spPr>
          <a:xfrm>
            <a:off x="9120336" y="1944000"/>
            <a:ext cx="2700338" cy="3693600"/>
          </a:xfrm>
          <a:solidFill>
            <a:schemeClr val="bg1"/>
          </a:solidFill>
        </p:spPr>
        <p:txBody>
          <a:bodyPr/>
          <a:lstStyle>
            <a:lvl1pPr>
              <a:defRPr/>
            </a:lvl1pPr>
          </a:lstStyle>
          <a:p>
            <a:pPr lvl="0"/>
            <a:r>
              <a:rPr lang="en-GB"/>
              <a:t>Click to add text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672806379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ulleted list with numbe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71475" y="368300"/>
            <a:ext cx="11449050" cy="719138"/>
          </a:xfrm>
        </p:spPr>
        <p:txBody>
          <a:bodyPr/>
          <a:lstStyle>
            <a:lvl1pPr>
              <a:defRPr sz="2400"/>
            </a:lvl1pPr>
          </a:lstStyle>
          <a:p>
            <a:r>
              <a:rPr lang="en-GB" noProof="0"/>
              <a:t>Click to add title</a:t>
            </a:r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C5027FDC-6FFF-4553-A164-9D1EA73663F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71475" y="1944000"/>
            <a:ext cx="755650" cy="3694113"/>
          </a:xfrm>
        </p:spPr>
        <p:txBody>
          <a:bodyPr/>
          <a:lstStyle>
            <a:lvl1pPr marL="0" indent="0">
              <a:spcAft>
                <a:spcPts val="2400"/>
              </a:spcAft>
              <a:buNone/>
              <a:defRPr lang="en-US" sz="2800" kern="1200" dirty="0" smtClean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GB"/>
              <a:t>01 -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7049ABFC-94E9-40A1-97A7-B001CEAD3292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343025" y="1944000"/>
            <a:ext cx="10477500" cy="3694113"/>
          </a:xfrm>
        </p:spPr>
        <p:txBody>
          <a:bodyPr/>
          <a:lstStyle>
            <a:lvl1pPr marL="0" indent="0">
              <a:spcAft>
                <a:spcPts val="2400"/>
              </a:spcAft>
              <a:buNone/>
              <a:defRPr lang="en-US" sz="2800" kern="1200" dirty="0" smtClean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GB" noProof="0"/>
              <a:t>Click to add text</a:t>
            </a:r>
            <a:endParaRPr lang="en-GB"/>
          </a:p>
        </p:txBody>
      </p:sp>
      <p:sp>
        <p:nvSpPr>
          <p:cNvPr id="6" name="Date Placeholder 5" hidden="1">
            <a:extLst>
              <a:ext uri="{FF2B5EF4-FFF2-40B4-BE49-F238E27FC236}">
                <a16:creationId xmlns:a16="http://schemas.microsoft.com/office/drawing/2014/main" id="{BC8FE318-906F-4EA5-9B25-B9CA26679122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9" name="Picture 29">
            <a:extLst>
              <a:ext uri="{FF2B5EF4-FFF2-40B4-BE49-F238E27FC236}">
                <a16:creationId xmlns:a16="http://schemas.microsoft.com/office/drawing/2014/main" id="{16B04E69-9AF9-E93D-C3CD-A15BD097427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371475" y="6169025"/>
            <a:ext cx="1299398" cy="3203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0429826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veral text box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96536757-24D6-4CE3-BC82-E594F5B33A4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1475" y="368300"/>
            <a:ext cx="11449050" cy="930275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add title</a:t>
            </a:r>
            <a:endParaRPr lang="en-GB"/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6EEC2DAD-CD0D-4A12-B275-257EC3F16D2C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371474" y="1527716"/>
            <a:ext cx="5616575" cy="1753641"/>
          </a:xfrm>
        </p:spPr>
        <p:txBody>
          <a:bodyPr/>
          <a:lstStyle>
            <a:lvl1pPr marL="0" indent="0">
              <a:buFont typeface="Arial" panose="020B0604020202020204" pitchFamily="34" charset="0"/>
              <a:buChar char="​"/>
              <a:defRPr sz="1100" b="1">
                <a:solidFill>
                  <a:schemeClr val="accent1"/>
                </a:solidFill>
              </a:defRPr>
            </a:lvl1pPr>
            <a:lvl2pPr marL="180000" indent="-180000">
              <a:spcBef>
                <a:spcPts val="0"/>
              </a:spcBef>
              <a:buFont typeface="Arial" panose="020B0604020202020204" pitchFamily="34" charset="0"/>
              <a:buChar char="•"/>
              <a:defRPr sz="1100" b="0">
                <a:solidFill>
                  <a:schemeClr val="tx1"/>
                </a:solidFill>
              </a:defRPr>
            </a:lvl2pPr>
            <a:lvl3pPr marL="360000">
              <a:spcBef>
                <a:spcPts val="0"/>
              </a:spcBef>
              <a:defRPr>
                <a:solidFill>
                  <a:schemeClr val="tx1"/>
                </a:solidFill>
              </a:defRPr>
            </a:lvl3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GB" noProof="0"/>
              <a:t>Click to add text</a:t>
            </a:r>
            <a:endParaRPr lang="en-GB"/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31" name="Text Placeholder 3">
            <a:extLst>
              <a:ext uri="{FF2B5EF4-FFF2-40B4-BE49-F238E27FC236}">
                <a16:creationId xmlns:a16="http://schemas.microsoft.com/office/drawing/2014/main" id="{E3EA61B2-2CC5-4483-A81E-CE7D1E11351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371474" y="4070350"/>
            <a:ext cx="5616575" cy="1566850"/>
          </a:xfrm>
        </p:spPr>
        <p:txBody>
          <a:bodyPr/>
          <a:lstStyle>
            <a:lvl1pPr marL="0" indent="0">
              <a:buFont typeface="Arial" panose="020B0604020202020204" pitchFamily="34" charset="0"/>
              <a:buChar char="​"/>
              <a:defRPr sz="1100" b="1">
                <a:solidFill>
                  <a:schemeClr val="accent1"/>
                </a:solidFill>
                <a:latin typeface="+mn-lt"/>
              </a:defRPr>
            </a:lvl1pPr>
            <a:lvl2pPr marL="180000" indent="-180000">
              <a:spcBef>
                <a:spcPts val="0"/>
              </a:spcBef>
              <a:buFont typeface="Arial" panose="020B0604020202020204" pitchFamily="34" charset="0"/>
              <a:buChar char="•"/>
              <a:defRPr sz="1100" b="0">
                <a:solidFill>
                  <a:schemeClr val="tx1"/>
                </a:solidFill>
                <a:latin typeface="+mn-lt"/>
              </a:defRPr>
            </a:lvl2pPr>
            <a:lvl3pPr marL="360000">
              <a:defRPr>
                <a:solidFill>
                  <a:schemeClr val="tx1"/>
                </a:solidFill>
                <a:latin typeface="+mn-lt"/>
              </a:defRPr>
            </a:lvl3pPr>
            <a:lvl4pPr>
              <a:defRPr>
                <a:latin typeface="+mn-lt"/>
              </a:defRPr>
            </a:lvl4pPr>
            <a:lvl5pPr>
              <a:defRPr>
                <a:solidFill>
                  <a:schemeClr val="tx1"/>
                </a:solidFill>
                <a:latin typeface="+mn-lt"/>
              </a:defRPr>
            </a:lvl5pPr>
            <a:lvl6pPr>
              <a:defRPr>
                <a:latin typeface="+mn-lt"/>
              </a:defRPr>
            </a:lvl6pPr>
          </a:lstStyle>
          <a:p>
            <a:pPr lvl="0"/>
            <a:r>
              <a:rPr lang="en-GB" noProof="0"/>
              <a:t>Click to add text</a:t>
            </a:r>
          </a:p>
          <a:p>
            <a:pPr lvl="1"/>
            <a:r>
              <a:rPr lang="en-GB" noProof="0"/>
              <a:t>2</a:t>
            </a:r>
          </a:p>
          <a:p>
            <a:pPr lvl="2"/>
            <a:r>
              <a:rPr lang="en-GB" noProof="0"/>
              <a:t>3</a:t>
            </a:r>
          </a:p>
          <a:p>
            <a:pPr lvl="3"/>
            <a:r>
              <a:rPr lang="en-GB" noProof="0"/>
              <a:t>4</a:t>
            </a:r>
          </a:p>
          <a:p>
            <a:pPr lvl="4"/>
            <a:r>
              <a:rPr lang="en-GB" noProof="0"/>
              <a:t>5</a:t>
            </a:r>
          </a:p>
          <a:p>
            <a:pPr lvl="5"/>
            <a:r>
              <a:rPr lang="en-GB" noProof="0"/>
              <a:t>6</a:t>
            </a:r>
            <a:endParaRPr lang="en-GB"/>
          </a:p>
        </p:txBody>
      </p:sp>
      <p:sp>
        <p:nvSpPr>
          <p:cNvPr id="4" name="Content Placeholder 4">
            <a:extLst>
              <a:ext uri="{FF2B5EF4-FFF2-40B4-BE49-F238E27FC236}">
                <a16:creationId xmlns:a16="http://schemas.microsoft.com/office/drawing/2014/main" id="{25700A65-5A8D-4928-8A10-F9DB7E931F98}"/>
              </a:ext>
            </a:extLst>
          </p:cNvPr>
          <p:cNvSpPr>
            <a:spLocks noGrp="1"/>
          </p:cNvSpPr>
          <p:nvPr>
            <p:ph sz="quarter" idx="25" hasCustomPrompt="1"/>
          </p:nvPr>
        </p:nvSpPr>
        <p:spPr>
          <a:xfrm>
            <a:off x="6203950" y="1527717"/>
            <a:ext cx="5467350" cy="2537993"/>
          </a:xfrm>
        </p:spPr>
        <p:txBody>
          <a:bodyPr tIns="72000"/>
          <a:lstStyle>
            <a:lvl1pPr>
              <a:defRPr sz="1100">
                <a:solidFill>
                  <a:schemeClr val="tx1"/>
                </a:solidFill>
              </a:defRPr>
            </a:lvl1pPr>
            <a:lvl2pPr>
              <a:defRPr sz="1100">
                <a:solidFill>
                  <a:schemeClr val="tx1"/>
                </a:solidFill>
              </a:defRPr>
            </a:lvl2pPr>
            <a:lvl3pPr>
              <a:defRPr sz="1100">
                <a:solidFill>
                  <a:schemeClr val="tx1"/>
                </a:solidFill>
              </a:defRPr>
            </a:lvl3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GB" noProof="0"/>
              <a:t>Click to add text</a:t>
            </a:r>
            <a:endParaRPr lang="en-GB"/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33" name="Text Placeholder 5">
            <a:extLst>
              <a:ext uri="{FF2B5EF4-FFF2-40B4-BE49-F238E27FC236}">
                <a16:creationId xmlns:a16="http://schemas.microsoft.com/office/drawing/2014/main" id="{A2424BA5-C278-45AB-B9F5-B85D4A3A86B9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203950" y="4654550"/>
            <a:ext cx="4532313" cy="982663"/>
          </a:xfrm>
        </p:spPr>
        <p:txBody>
          <a:bodyPr tIns="0" numCol="2" spcCol="180000"/>
          <a:lstStyle>
            <a:lvl1pPr marL="0" indent="0">
              <a:spcAft>
                <a:spcPts val="0"/>
              </a:spcAft>
              <a:buClrTx/>
              <a:buFont typeface="Arial" panose="020B0604020202020204" pitchFamily="34" charset="0"/>
              <a:buChar char="​"/>
              <a:defRPr sz="1100" b="1">
                <a:solidFill>
                  <a:schemeClr val="accent1"/>
                </a:solidFill>
              </a:defRPr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1100">
                <a:solidFill>
                  <a:srgbClr val="878787"/>
                </a:solidFill>
              </a:defRPr>
            </a:lvl2pPr>
            <a:lvl3pPr marL="1800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100">
                <a:solidFill>
                  <a:srgbClr val="878787"/>
                </a:solidFill>
              </a:defRPr>
            </a:lvl3pPr>
          </a:lstStyle>
          <a:p>
            <a:pPr lvl="0"/>
            <a:r>
              <a:rPr lang="en-GB" noProof="0"/>
              <a:t>Click to add text</a:t>
            </a:r>
          </a:p>
          <a:p>
            <a:pPr lvl="1"/>
            <a:r>
              <a:rPr lang="en-GB" noProof="0"/>
              <a:t>1</a:t>
            </a:r>
          </a:p>
          <a:p>
            <a:pPr lvl="2"/>
            <a:r>
              <a:rPr lang="en-GB" noProof="0"/>
              <a:t>2</a:t>
            </a:r>
          </a:p>
          <a:p>
            <a:pPr lvl="3"/>
            <a:r>
              <a:rPr lang="en-GB" noProof="0"/>
              <a:t>3</a:t>
            </a:r>
            <a:endParaRPr lang="en-GB"/>
          </a:p>
        </p:txBody>
      </p:sp>
      <p:cxnSp>
        <p:nvCxnSpPr>
          <p:cNvPr id="27" name="Straight Connector 1">
            <a:extLst>
              <a:ext uri="{FF2B5EF4-FFF2-40B4-BE49-F238E27FC236}">
                <a16:creationId xmlns:a16="http://schemas.microsoft.com/office/drawing/2014/main" id="{7096DEC8-77C9-4DD3-9025-ECDC80F2146B}"/>
              </a:ext>
            </a:extLst>
          </p:cNvPr>
          <p:cNvCxnSpPr>
            <a:cxnSpLocks/>
          </p:cNvCxnSpPr>
          <p:nvPr userDrawn="1"/>
        </p:nvCxnSpPr>
        <p:spPr>
          <a:xfrm>
            <a:off x="371476" y="3521075"/>
            <a:ext cx="5616574" cy="0"/>
          </a:xfrm>
          <a:prstGeom prst="line">
            <a:avLst/>
          </a:prstGeom>
          <a:ln w="12700">
            <a:solidFill>
              <a:srgbClr val="87878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">
            <a:extLst>
              <a:ext uri="{FF2B5EF4-FFF2-40B4-BE49-F238E27FC236}">
                <a16:creationId xmlns:a16="http://schemas.microsoft.com/office/drawing/2014/main" id="{EA90E9CF-510E-4225-A3BB-91F013987BD5}"/>
              </a:ext>
            </a:extLst>
          </p:cNvPr>
          <p:cNvCxnSpPr>
            <a:cxnSpLocks/>
          </p:cNvCxnSpPr>
          <p:nvPr userDrawn="1"/>
        </p:nvCxnSpPr>
        <p:spPr>
          <a:xfrm>
            <a:off x="6203950" y="1527717"/>
            <a:ext cx="5468400" cy="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3">
            <a:extLst>
              <a:ext uri="{FF2B5EF4-FFF2-40B4-BE49-F238E27FC236}">
                <a16:creationId xmlns:a16="http://schemas.microsoft.com/office/drawing/2014/main" id="{CA039D30-14CC-454E-9DA1-C777E3C44776}"/>
              </a:ext>
            </a:extLst>
          </p:cNvPr>
          <p:cNvCxnSpPr>
            <a:cxnSpLocks/>
          </p:cNvCxnSpPr>
          <p:nvPr userDrawn="1"/>
        </p:nvCxnSpPr>
        <p:spPr>
          <a:xfrm>
            <a:off x="6203950" y="4400550"/>
            <a:ext cx="5468400" cy="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Date Placeholder 1" hidden="1">
            <a:extLst>
              <a:ext uri="{FF2B5EF4-FFF2-40B4-BE49-F238E27FC236}">
                <a16:creationId xmlns:a16="http://schemas.microsoft.com/office/drawing/2014/main" id="{2C382236-11EE-4251-B331-C34A1F0BC3C7}"/>
              </a:ext>
            </a:extLst>
          </p:cNvPr>
          <p:cNvSpPr>
            <a:spLocks noGrp="1"/>
          </p:cNvSpPr>
          <p:nvPr>
            <p:ph type="dt" sz="half" idx="26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11" name="Picture 29">
            <a:extLst>
              <a:ext uri="{FF2B5EF4-FFF2-40B4-BE49-F238E27FC236}">
                <a16:creationId xmlns:a16="http://schemas.microsoft.com/office/drawing/2014/main" id="{272FB1A2-A618-BDCF-2F36-D70EA9F969BF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371475" y="6169025"/>
            <a:ext cx="1299398" cy="3203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1880014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icture Placeholder 3"/>
          <p:cNvSpPr>
            <a:spLocks noGrp="1"/>
          </p:cNvSpPr>
          <p:nvPr>
            <p:ph type="pic" sz="quarter" idx="14" hasCustomPrompt="1"/>
          </p:nvPr>
        </p:nvSpPr>
        <p:spPr>
          <a:xfrm>
            <a:off x="7175500" y="368301"/>
            <a:ext cx="4645025" cy="5135563"/>
          </a:xfrm>
          <a:noFill/>
          <a:ln>
            <a:noFill/>
          </a:ln>
        </p:spPr>
        <p:txBody>
          <a:bodyPr tIns="72000" anchor="t" anchorCtr="0"/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1200"/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Click here and insert picture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E637B88C-6BF1-4846-8D23-5E4678D6149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1475" y="368300"/>
            <a:ext cx="5616575" cy="930275"/>
          </a:xfrm>
        </p:spPr>
        <p:txBody>
          <a:bodyPr/>
          <a:lstStyle>
            <a:lvl1pPr>
              <a:defRPr/>
            </a:lvl1pPr>
          </a:lstStyle>
          <a:p>
            <a:r>
              <a:rPr lang="en-GB" noProof="0"/>
              <a:t>Click to add title</a:t>
            </a:r>
            <a:endParaRPr lang="en-GB"/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6EEC2DAD-CD0D-4A12-B275-257EC3F16D2C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371139" y="1944000"/>
            <a:ext cx="5616911" cy="1577975"/>
          </a:xfrm>
        </p:spPr>
        <p:txBody>
          <a:bodyPr/>
          <a:lstStyle>
            <a:lvl1pPr>
              <a:defRPr sz="1100">
                <a:solidFill>
                  <a:schemeClr val="tx1"/>
                </a:solidFill>
              </a:defRPr>
            </a:lvl1pPr>
            <a:lvl2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100" b="1">
                <a:solidFill>
                  <a:schemeClr val="accent1"/>
                </a:solidFill>
              </a:defRPr>
            </a:lvl2pPr>
            <a:lvl3pPr marL="360000">
              <a:defRPr>
                <a:solidFill>
                  <a:schemeClr val="tx1"/>
                </a:solidFill>
              </a:defRPr>
            </a:lvl3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GB" noProof="0"/>
              <a:t>Click to add text</a:t>
            </a:r>
            <a:endParaRPr lang="en-GB"/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31" name="Text Placeholder 3">
            <a:extLst>
              <a:ext uri="{FF2B5EF4-FFF2-40B4-BE49-F238E27FC236}">
                <a16:creationId xmlns:a16="http://schemas.microsoft.com/office/drawing/2014/main" id="{E3EA61B2-2CC5-4483-A81E-CE7D1E11351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371138" y="3944750"/>
            <a:ext cx="5616912" cy="230376"/>
          </a:xfrm>
        </p:spPr>
        <p:txBody>
          <a:bodyPr/>
          <a:lstStyle>
            <a:lvl1pPr marL="0" indent="0">
              <a:buFont typeface="Arial" panose="020B0604020202020204" pitchFamily="34" charset="0"/>
              <a:buChar char="​"/>
              <a:defRPr sz="1100" b="1">
                <a:solidFill>
                  <a:schemeClr val="accent1"/>
                </a:solidFill>
              </a:defRPr>
            </a:lvl1pPr>
            <a:lvl2pPr marL="180000" indent="-180000">
              <a:spcBef>
                <a:spcPts val="0"/>
              </a:spcBef>
              <a:buFont typeface="Arial" panose="020B0604020202020204" pitchFamily="34" charset="0"/>
              <a:buChar char="•"/>
              <a:defRPr sz="1100" b="0">
                <a:solidFill>
                  <a:srgbClr val="687A86"/>
                </a:solidFill>
              </a:defRPr>
            </a:lvl2pPr>
            <a:lvl3pPr marL="360000">
              <a:defRPr>
                <a:solidFill>
                  <a:srgbClr val="687A86"/>
                </a:solidFill>
              </a:defRPr>
            </a:lvl3pPr>
            <a:lvl5pPr>
              <a:defRPr>
                <a:solidFill>
                  <a:srgbClr val="687A86"/>
                </a:solidFill>
              </a:defRPr>
            </a:lvl5pPr>
          </a:lstStyle>
          <a:p>
            <a:pPr lvl="0"/>
            <a:r>
              <a:rPr lang="en-GB" noProof="0"/>
              <a:t>Click to add text</a:t>
            </a:r>
            <a:endParaRPr lang="en-GB"/>
          </a:p>
        </p:txBody>
      </p:sp>
      <p:sp>
        <p:nvSpPr>
          <p:cNvPr id="33" name="Text Placeholder 4">
            <a:extLst>
              <a:ext uri="{FF2B5EF4-FFF2-40B4-BE49-F238E27FC236}">
                <a16:creationId xmlns:a16="http://schemas.microsoft.com/office/drawing/2014/main" id="{A2424BA5-C278-45AB-B9F5-B85D4A3A86B9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371139" y="4306706"/>
            <a:ext cx="5616911" cy="876454"/>
          </a:xfrm>
        </p:spPr>
        <p:txBody>
          <a:bodyPr tIns="90000" numCol="2" spcCol="180000"/>
          <a:lstStyle>
            <a:lvl1pPr marL="198000" indent="-198000">
              <a:spcAft>
                <a:spcPts val="300"/>
              </a:spcAft>
              <a:buClrTx/>
              <a:buFont typeface="+mj-lt"/>
              <a:buAutoNum type="arabicPeriod"/>
              <a:defRPr sz="1100">
                <a:solidFill>
                  <a:srgbClr val="878787"/>
                </a:solidFill>
              </a:defRPr>
            </a:lvl1pPr>
          </a:lstStyle>
          <a:p>
            <a:pPr lvl="0"/>
            <a:r>
              <a:rPr lang="en-GB" noProof="0"/>
              <a:t>Click to add text</a:t>
            </a:r>
            <a:endParaRPr lang="en-GB"/>
          </a:p>
        </p:txBody>
      </p:sp>
      <p:cxnSp>
        <p:nvCxnSpPr>
          <p:cNvPr id="12" name="Straight Connector 1">
            <a:extLst>
              <a:ext uri="{FF2B5EF4-FFF2-40B4-BE49-F238E27FC236}">
                <a16:creationId xmlns:a16="http://schemas.microsoft.com/office/drawing/2014/main" id="{CA039D30-14CC-454E-9DA1-C777E3C44776}"/>
              </a:ext>
            </a:extLst>
          </p:cNvPr>
          <p:cNvCxnSpPr>
            <a:cxnSpLocks/>
          </p:cNvCxnSpPr>
          <p:nvPr userDrawn="1"/>
        </p:nvCxnSpPr>
        <p:spPr>
          <a:xfrm>
            <a:off x="371140" y="4175126"/>
            <a:ext cx="5616910" cy="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">
            <a:extLst>
              <a:ext uri="{FF2B5EF4-FFF2-40B4-BE49-F238E27FC236}">
                <a16:creationId xmlns:a16="http://schemas.microsoft.com/office/drawing/2014/main" id="{EA3D1E53-A268-4438-A6D9-6DD6795760C6}"/>
              </a:ext>
            </a:extLst>
          </p:cNvPr>
          <p:cNvCxnSpPr>
            <a:cxnSpLocks/>
          </p:cNvCxnSpPr>
          <p:nvPr userDrawn="1"/>
        </p:nvCxnSpPr>
        <p:spPr>
          <a:xfrm>
            <a:off x="371140" y="5503864"/>
            <a:ext cx="5616910" cy="0"/>
          </a:xfrm>
          <a:prstGeom prst="line">
            <a:avLst/>
          </a:prstGeom>
          <a:ln w="12700">
            <a:solidFill>
              <a:srgbClr val="87878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Date Placeholder 1" hidden="1">
            <a:extLst>
              <a:ext uri="{FF2B5EF4-FFF2-40B4-BE49-F238E27FC236}">
                <a16:creationId xmlns:a16="http://schemas.microsoft.com/office/drawing/2014/main" id="{83C375B8-9D52-48FF-B9DE-8BD6EEC3AB3E}"/>
              </a:ext>
            </a:extLst>
          </p:cNvPr>
          <p:cNvSpPr>
            <a:spLocks noGrp="1"/>
          </p:cNvSpPr>
          <p:nvPr>
            <p:ph type="dt" sz="half" idx="25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6" name="Picture 29">
            <a:extLst>
              <a:ext uri="{FF2B5EF4-FFF2-40B4-BE49-F238E27FC236}">
                <a16:creationId xmlns:a16="http://schemas.microsoft.com/office/drawing/2014/main" id="{06B3FA51-6198-F6A8-3100-4DFE4BE5BA2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371475" y="6169025"/>
            <a:ext cx="1299398" cy="3203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2062870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reaker A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0476F36D-20D6-DA45-B57D-969664BC86BE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718314" y="0"/>
            <a:ext cx="6474887" cy="6861600"/>
          </a:xfrm>
          <a:custGeom>
            <a:avLst/>
            <a:gdLst>
              <a:gd name="connsiteX0" fmla="*/ 744887 w 6474887"/>
              <a:gd name="connsiteY0" fmla="*/ 0 h 6861600"/>
              <a:gd name="connsiteX1" fmla="*/ 6474887 w 6474887"/>
              <a:gd name="connsiteY1" fmla="*/ 0 h 6861600"/>
              <a:gd name="connsiteX2" fmla="*/ 6474887 w 6474887"/>
              <a:gd name="connsiteY2" fmla="*/ 6861600 h 6861600"/>
              <a:gd name="connsiteX3" fmla="*/ 0 w 6474887"/>
              <a:gd name="connsiteY3" fmla="*/ 6861600 h 6861600"/>
              <a:gd name="connsiteX4" fmla="*/ 0 w 6474887"/>
              <a:gd name="connsiteY4" fmla="*/ 6851785 h 6861600"/>
              <a:gd name="connsiteX5" fmla="*/ 144566 w 6474887"/>
              <a:gd name="connsiteY5" fmla="*/ 6823232 h 6861600"/>
              <a:gd name="connsiteX6" fmla="*/ 744887 w 6474887"/>
              <a:gd name="connsiteY6" fmla="*/ 6017690 h 686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474887" h="6861600">
                <a:moveTo>
                  <a:pt x="744887" y="0"/>
                </a:moveTo>
                <a:lnTo>
                  <a:pt x="6474887" y="0"/>
                </a:lnTo>
                <a:lnTo>
                  <a:pt x="6474887" y="6861600"/>
                </a:lnTo>
                <a:lnTo>
                  <a:pt x="0" y="6861600"/>
                </a:lnTo>
                <a:lnTo>
                  <a:pt x="0" y="6851785"/>
                </a:lnTo>
                <a:lnTo>
                  <a:pt x="144566" y="6823232"/>
                </a:lnTo>
                <a:cubicBezTo>
                  <a:pt x="491724" y="6719960"/>
                  <a:pt x="744887" y="6398390"/>
                  <a:pt x="744887" y="6017690"/>
                </a:cubicBezTo>
                <a:close/>
              </a:path>
            </a:pathLst>
          </a:custGeom>
          <a:solidFill>
            <a:srgbClr val="CFCFCF"/>
          </a:solidFill>
        </p:spPr>
        <p:txBody>
          <a:bodyPr wrap="square" tIns="72000" anchor="t" anchorCtr="0">
            <a:noAutofit/>
          </a:bodyPr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1200">
                <a:solidFill>
                  <a:schemeClr val="bg1"/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Click here and insert picture</a:t>
            </a:r>
          </a:p>
        </p:txBody>
      </p:sp>
      <p:sp>
        <p:nvSpPr>
          <p:cNvPr id="4" name="Freeform 3">
            <a:extLst>
              <a:ext uri="{FF2B5EF4-FFF2-40B4-BE49-F238E27FC236}">
                <a16:creationId xmlns:a16="http://schemas.microsoft.com/office/drawing/2014/main" id="{7DCD57E8-2CA4-5403-8D3A-B46A117F1865}"/>
              </a:ext>
            </a:extLst>
          </p:cNvPr>
          <p:cNvSpPr/>
          <p:nvPr userDrawn="1"/>
        </p:nvSpPr>
        <p:spPr>
          <a:xfrm>
            <a:off x="-13462" y="0"/>
            <a:ext cx="6109462" cy="6858000"/>
          </a:xfrm>
          <a:custGeom>
            <a:avLst/>
            <a:gdLst>
              <a:gd name="connsiteX0" fmla="*/ 0 w 6109462"/>
              <a:gd name="connsiteY0" fmla="*/ 0 h 6858000"/>
              <a:gd name="connsiteX1" fmla="*/ 4140200 w 6109462"/>
              <a:gd name="connsiteY1" fmla="*/ 0 h 6858000"/>
              <a:gd name="connsiteX2" fmla="*/ 4457700 w 6109462"/>
              <a:gd name="connsiteY2" fmla="*/ 0 h 6858000"/>
              <a:gd name="connsiteX3" fmla="*/ 6109462 w 6109462"/>
              <a:gd name="connsiteY3" fmla="*/ 0 h 6858000"/>
              <a:gd name="connsiteX4" fmla="*/ 6109462 w 6109462"/>
              <a:gd name="connsiteY4" fmla="*/ 4789046 h 6858000"/>
              <a:gd name="connsiteX5" fmla="*/ 6109462 w 6109462"/>
              <a:gd name="connsiteY5" fmla="*/ 4902200 h 6858000"/>
              <a:gd name="connsiteX6" fmla="*/ 6109462 w 6109462"/>
              <a:gd name="connsiteY6" fmla="*/ 6010018 h 6858000"/>
              <a:gd name="connsiteX7" fmla="*/ 5261480 w 6109462"/>
              <a:gd name="connsiteY7" fmla="*/ 6858000 h 6858000"/>
              <a:gd name="connsiteX8" fmla="*/ 4457700 w 6109462"/>
              <a:gd name="connsiteY8" fmla="*/ 6858000 h 6858000"/>
              <a:gd name="connsiteX9" fmla="*/ 4140200 w 6109462"/>
              <a:gd name="connsiteY9" fmla="*/ 6858000 h 6858000"/>
              <a:gd name="connsiteX10" fmla="*/ 4048382 w 6109462"/>
              <a:gd name="connsiteY10" fmla="*/ 6858000 h 6858000"/>
              <a:gd name="connsiteX11" fmla="*/ 3730882 w 6109462"/>
              <a:gd name="connsiteY11" fmla="*/ 6858000 h 6858000"/>
              <a:gd name="connsiteX12" fmla="*/ 0 w 6109462"/>
              <a:gd name="connsiteY12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6109462" h="6858000">
                <a:moveTo>
                  <a:pt x="0" y="0"/>
                </a:moveTo>
                <a:lnTo>
                  <a:pt x="4140200" y="0"/>
                </a:lnTo>
                <a:lnTo>
                  <a:pt x="4457700" y="0"/>
                </a:lnTo>
                <a:lnTo>
                  <a:pt x="6109462" y="0"/>
                </a:lnTo>
                <a:lnTo>
                  <a:pt x="6109462" y="4789046"/>
                </a:lnTo>
                <a:lnTo>
                  <a:pt x="6109462" y="4902200"/>
                </a:lnTo>
                <a:lnTo>
                  <a:pt x="6109462" y="6010018"/>
                </a:lnTo>
                <a:cubicBezTo>
                  <a:pt x="6109462" y="6478346"/>
                  <a:pt x="5729808" y="6858000"/>
                  <a:pt x="5261480" y="6858000"/>
                </a:cubicBezTo>
                <a:lnTo>
                  <a:pt x="4457700" y="6858000"/>
                </a:lnTo>
                <a:lnTo>
                  <a:pt x="4140200" y="6858000"/>
                </a:lnTo>
                <a:lnTo>
                  <a:pt x="4048382" y="6858000"/>
                </a:lnTo>
                <a:lnTo>
                  <a:pt x="3730882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237600" tIns="237600" rIns="237600" bIns="237600" rtlCol="0" anchor="ctr">
            <a:noAutofit/>
          </a:bodyPr>
          <a:lstStyle/>
          <a:p>
            <a:pPr algn="ctr"/>
            <a:endParaRPr lang="en-001" sz="2000" noProof="0" err="1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371476" y="368300"/>
            <a:ext cx="5368421" cy="1816100"/>
          </a:xfrm>
        </p:spPr>
        <p:txBody>
          <a:bodyPr anchor="t"/>
          <a:lstStyle>
            <a:lvl1pPr algn="l">
              <a:defRPr sz="6600">
                <a:solidFill>
                  <a:schemeClr val="bg1"/>
                </a:solidFill>
              </a:defRPr>
            </a:lvl1pPr>
          </a:lstStyle>
          <a:p>
            <a:r>
              <a:rPr lang="en-GB"/>
              <a:t>Click to add title</a:t>
            </a:r>
          </a:p>
        </p:txBody>
      </p:sp>
      <p:pic>
        <p:nvPicPr>
          <p:cNvPr id="3" name="Picture 29">
            <a:extLst>
              <a:ext uri="{FF2B5EF4-FFF2-40B4-BE49-F238E27FC236}">
                <a16:creationId xmlns:a16="http://schemas.microsoft.com/office/drawing/2014/main" id="{C08B9667-A40C-1FC7-3C31-73B7EC77AF1C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371475" y="6165850"/>
            <a:ext cx="1299398" cy="320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825724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reaker B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>
            <a:extLst>
              <a:ext uri="{FF2B5EF4-FFF2-40B4-BE49-F238E27FC236}">
                <a16:creationId xmlns:a16="http://schemas.microsoft.com/office/drawing/2014/main" id="{3DD774AC-27F4-EDB1-885A-6AD6E6F42CD9}"/>
              </a:ext>
            </a:extLst>
          </p:cNvPr>
          <p:cNvSpPr/>
          <p:nvPr userDrawn="1"/>
        </p:nvSpPr>
        <p:spPr>
          <a:xfrm>
            <a:off x="-13462" y="0"/>
            <a:ext cx="6109462" cy="6858000"/>
          </a:xfrm>
          <a:custGeom>
            <a:avLst/>
            <a:gdLst>
              <a:gd name="connsiteX0" fmla="*/ 0 w 6109462"/>
              <a:gd name="connsiteY0" fmla="*/ 0 h 6858000"/>
              <a:gd name="connsiteX1" fmla="*/ 4140200 w 6109462"/>
              <a:gd name="connsiteY1" fmla="*/ 0 h 6858000"/>
              <a:gd name="connsiteX2" fmla="*/ 4457700 w 6109462"/>
              <a:gd name="connsiteY2" fmla="*/ 0 h 6858000"/>
              <a:gd name="connsiteX3" fmla="*/ 6109462 w 6109462"/>
              <a:gd name="connsiteY3" fmla="*/ 0 h 6858000"/>
              <a:gd name="connsiteX4" fmla="*/ 6109462 w 6109462"/>
              <a:gd name="connsiteY4" fmla="*/ 4789046 h 6858000"/>
              <a:gd name="connsiteX5" fmla="*/ 6109462 w 6109462"/>
              <a:gd name="connsiteY5" fmla="*/ 4902200 h 6858000"/>
              <a:gd name="connsiteX6" fmla="*/ 6109462 w 6109462"/>
              <a:gd name="connsiteY6" fmla="*/ 6010018 h 6858000"/>
              <a:gd name="connsiteX7" fmla="*/ 5261480 w 6109462"/>
              <a:gd name="connsiteY7" fmla="*/ 6858000 h 6858000"/>
              <a:gd name="connsiteX8" fmla="*/ 4457700 w 6109462"/>
              <a:gd name="connsiteY8" fmla="*/ 6858000 h 6858000"/>
              <a:gd name="connsiteX9" fmla="*/ 4140200 w 6109462"/>
              <a:gd name="connsiteY9" fmla="*/ 6858000 h 6858000"/>
              <a:gd name="connsiteX10" fmla="*/ 4048382 w 6109462"/>
              <a:gd name="connsiteY10" fmla="*/ 6858000 h 6858000"/>
              <a:gd name="connsiteX11" fmla="*/ 3730882 w 6109462"/>
              <a:gd name="connsiteY11" fmla="*/ 6858000 h 6858000"/>
              <a:gd name="connsiteX12" fmla="*/ 0 w 6109462"/>
              <a:gd name="connsiteY12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6109462" h="6858000">
                <a:moveTo>
                  <a:pt x="0" y="0"/>
                </a:moveTo>
                <a:lnTo>
                  <a:pt x="4140200" y="0"/>
                </a:lnTo>
                <a:lnTo>
                  <a:pt x="4457700" y="0"/>
                </a:lnTo>
                <a:lnTo>
                  <a:pt x="6109462" y="0"/>
                </a:lnTo>
                <a:lnTo>
                  <a:pt x="6109462" y="4789046"/>
                </a:lnTo>
                <a:lnTo>
                  <a:pt x="6109462" y="4902200"/>
                </a:lnTo>
                <a:lnTo>
                  <a:pt x="6109462" y="6010018"/>
                </a:lnTo>
                <a:cubicBezTo>
                  <a:pt x="6109462" y="6478346"/>
                  <a:pt x="5729808" y="6858000"/>
                  <a:pt x="5261480" y="6858000"/>
                </a:cubicBezTo>
                <a:lnTo>
                  <a:pt x="4457700" y="6858000"/>
                </a:lnTo>
                <a:lnTo>
                  <a:pt x="4140200" y="6858000"/>
                </a:lnTo>
                <a:lnTo>
                  <a:pt x="4048382" y="6858000"/>
                </a:lnTo>
                <a:lnTo>
                  <a:pt x="3730882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237600" tIns="237600" rIns="237600" bIns="237600" rtlCol="0" anchor="ctr">
            <a:noAutofit/>
          </a:bodyPr>
          <a:lstStyle/>
          <a:p>
            <a:pPr algn="ctr"/>
            <a:endParaRPr lang="en-001" sz="2000" noProof="0" err="1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371476" y="368300"/>
            <a:ext cx="5368422" cy="1816100"/>
          </a:xfrm>
        </p:spPr>
        <p:txBody>
          <a:bodyPr anchor="t"/>
          <a:lstStyle>
            <a:lvl1pPr algn="l">
              <a:defRPr sz="6600">
                <a:solidFill>
                  <a:schemeClr val="tx1"/>
                </a:solidFill>
              </a:defRPr>
            </a:lvl1pPr>
          </a:lstStyle>
          <a:p>
            <a:r>
              <a:rPr lang="en-GB"/>
              <a:t>Click to add title</a:t>
            </a:r>
          </a:p>
        </p:txBody>
      </p:sp>
      <p:pic>
        <p:nvPicPr>
          <p:cNvPr id="3" name="Picture 29">
            <a:extLst>
              <a:ext uri="{FF2B5EF4-FFF2-40B4-BE49-F238E27FC236}">
                <a16:creationId xmlns:a16="http://schemas.microsoft.com/office/drawing/2014/main" id="{92ABDFE2-43F2-D5B2-8969-89C9E4B81F9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371475" y="6169025"/>
            <a:ext cx="1299398" cy="320399"/>
          </a:xfrm>
          <a:prstGeom prst="rect">
            <a:avLst/>
          </a:prstGeom>
        </p:spPr>
      </p:pic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386A6F5A-DFF5-3724-9BC8-FBFC348AC82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718314" y="0"/>
            <a:ext cx="6474887" cy="6861600"/>
          </a:xfrm>
          <a:custGeom>
            <a:avLst/>
            <a:gdLst>
              <a:gd name="connsiteX0" fmla="*/ 744887 w 6474887"/>
              <a:gd name="connsiteY0" fmla="*/ 0 h 6861600"/>
              <a:gd name="connsiteX1" fmla="*/ 6474887 w 6474887"/>
              <a:gd name="connsiteY1" fmla="*/ 0 h 6861600"/>
              <a:gd name="connsiteX2" fmla="*/ 6474887 w 6474887"/>
              <a:gd name="connsiteY2" fmla="*/ 6861600 h 6861600"/>
              <a:gd name="connsiteX3" fmla="*/ 0 w 6474887"/>
              <a:gd name="connsiteY3" fmla="*/ 6861600 h 6861600"/>
              <a:gd name="connsiteX4" fmla="*/ 0 w 6474887"/>
              <a:gd name="connsiteY4" fmla="*/ 6851785 h 6861600"/>
              <a:gd name="connsiteX5" fmla="*/ 144566 w 6474887"/>
              <a:gd name="connsiteY5" fmla="*/ 6823232 h 6861600"/>
              <a:gd name="connsiteX6" fmla="*/ 744887 w 6474887"/>
              <a:gd name="connsiteY6" fmla="*/ 6017690 h 686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474887" h="6861600">
                <a:moveTo>
                  <a:pt x="744887" y="0"/>
                </a:moveTo>
                <a:lnTo>
                  <a:pt x="6474887" y="0"/>
                </a:lnTo>
                <a:lnTo>
                  <a:pt x="6474887" y="6861600"/>
                </a:lnTo>
                <a:lnTo>
                  <a:pt x="0" y="6861600"/>
                </a:lnTo>
                <a:lnTo>
                  <a:pt x="0" y="6851785"/>
                </a:lnTo>
                <a:lnTo>
                  <a:pt x="144566" y="6823232"/>
                </a:lnTo>
                <a:cubicBezTo>
                  <a:pt x="491724" y="6719960"/>
                  <a:pt x="744887" y="6398390"/>
                  <a:pt x="744887" y="6017690"/>
                </a:cubicBezTo>
                <a:close/>
              </a:path>
            </a:pathLst>
          </a:custGeom>
          <a:solidFill>
            <a:srgbClr val="CFCFCF"/>
          </a:solidFill>
        </p:spPr>
        <p:txBody>
          <a:bodyPr wrap="square" tIns="72000" anchor="t" anchorCtr="0">
            <a:noAutofit/>
          </a:bodyPr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1200">
                <a:solidFill>
                  <a:schemeClr val="bg1"/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Click here and insert picture</a:t>
            </a:r>
          </a:p>
        </p:txBody>
      </p:sp>
    </p:spTree>
    <p:extLst>
      <p:ext uri="{BB962C8B-B14F-4D97-AF65-F5344CB8AC3E}">
        <p14:creationId xmlns:p14="http://schemas.microsoft.com/office/powerpoint/2010/main" val="390524257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Quote A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" name="Picture 29">
            <a:extLst>
              <a:ext uri="{FF2B5EF4-FFF2-40B4-BE49-F238E27FC236}">
                <a16:creationId xmlns:a16="http://schemas.microsoft.com/office/drawing/2014/main" id="{5875405E-CCCA-5066-A2F0-05D63A785ED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371476" y="6169025"/>
            <a:ext cx="1299395" cy="320399"/>
          </a:xfrm>
          <a:prstGeom prst="rect">
            <a:avLst/>
          </a:prstGeom>
        </p:spPr>
      </p:pic>
      <p:sp>
        <p:nvSpPr>
          <p:cNvPr id="11" name="Freeform 10">
            <a:extLst>
              <a:ext uri="{FF2B5EF4-FFF2-40B4-BE49-F238E27FC236}">
                <a16:creationId xmlns:a16="http://schemas.microsoft.com/office/drawing/2014/main" id="{BAC9BEDA-8D5D-B074-13F1-8720C4850339}"/>
              </a:ext>
            </a:extLst>
          </p:cNvPr>
          <p:cNvSpPr/>
          <p:nvPr userDrawn="1"/>
        </p:nvSpPr>
        <p:spPr>
          <a:xfrm rot="10800000">
            <a:off x="6097935" y="0"/>
            <a:ext cx="6094065" cy="6858000"/>
          </a:xfrm>
          <a:custGeom>
            <a:avLst/>
            <a:gdLst>
              <a:gd name="connsiteX0" fmla="*/ 5253764 w 6094065"/>
              <a:gd name="connsiteY0" fmla="*/ 6858000 h 6858000"/>
              <a:gd name="connsiteX1" fmla="*/ 4457700 w 6094065"/>
              <a:gd name="connsiteY1" fmla="*/ 6858000 h 6858000"/>
              <a:gd name="connsiteX2" fmla="*/ 4140200 w 6094065"/>
              <a:gd name="connsiteY2" fmla="*/ 6858000 h 6858000"/>
              <a:gd name="connsiteX3" fmla="*/ 4048382 w 6094065"/>
              <a:gd name="connsiteY3" fmla="*/ 6858000 h 6858000"/>
              <a:gd name="connsiteX4" fmla="*/ 3730882 w 6094065"/>
              <a:gd name="connsiteY4" fmla="*/ 6858000 h 6858000"/>
              <a:gd name="connsiteX5" fmla="*/ 0 w 6094065"/>
              <a:gd name="connsiteY5" fmla="*/ 6858000 h 6858000"/>
              <a:gd name="connsiteX6" fmla="*/ 0 w 6094065"/>
              <a:gd name="connsiteY6" fmla="*/ 0 h 6858000"/>
              <a:gd name="connsiteX7" fmla="*/ 4140200 w 6094065"/>
              <a:gd name="connsiteY7" fmla="*/ 0 h 6858000"/>
              <a:gd name="connsiteX8" fmla="*/ 4457700 w 6094065"/>
              <a:gd name="connsiteY8" fmla="*/ 0 h 6858000"/>
              <a:gd name="connsiteX9" fmla="*/ 6094065 w 6094065"/>
              <a:gd name="connsiteY9" fmla="*/ 0 h 6858000"/>
              <a:gd name="connsiteX10" fmla="*/ 6094065 w 6094065"/>
              <a:gd name="connsiteY10" fmla="*/ 6017690 h 6858000"/>
              <a:gd name="connsiteX11" fmla="*/ 5339671 w 6094065"/>
              <a:gd name="connsiteY11" fmla="*/ 6853662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094065" h="6858000">
                <a:moveTo>
                  <a:pt x="5253764" y="6858000"/>
                </a:moveTo>
                <a:lnTo>
                  <a:pt x="4457700" y="6858000"/>
                </a:lnTo>
                <a:lnTo>
                  <a:pt x="4140200" y="6858000"/>
                </a:lnTo>
                <a:lnTo>
                  <a:pt x="4048382" y="6858000"/>
                </a:lnTo>
                <a:lnTo>
                  <a:pt x="3730882" y="6858000"/>
                </a:lnTo>
                <a:lnTo>
                  <a:pt x="0" y="6858000"/>
                </a:lnTo>
                <a:lnTo>
                  <a:pt x="0" y="0"/>
                </a:lnTo>
                <a:lnTo>
                  <a:pt x="4140200" y="0"/>
                </a:lnTo>
                <a:lnTo>
                  <a:pt x="4457700" y="0"/>
                </a:lnTo>
                <a:lnTo>
                  <a:pt x="6094065" y="0"/>
                </a:lnTo>
                <a:lnTo>
                  <a:pt x="6094065" y="6017690"/>
                </a:lnTo>
                <a:cubicBezTo>
                  <a:pt x="6094065" y="6452775"/>
                  <a:pt x="5763403" y="6810630"/>
                  <a:pt x="5339671" y="6853662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237600" tIns="237600" rIns="237600" bIns="237600" rtlCol="0" anchor="ctr">
            <a:noAutofit/>
          </a:bodyPr>
          <a:lstStyle/>
          <a:p>
            <a:pPr algn="ctr"/>
            <a:endParaRPr lang="en-001" sz="2000" noProof="0" err="1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6596063" y="2732087"/>
            <a:ext cx="5094287" cy="3171001"/>
          </a:xfrm>
        </p:spPr>
        <p:txBody>
          <a:bodyPr anchor="t"/>
          <a:lstStyle>
            <a:lvl1pPr algn="l">
              <a:defRPr sz="3200" spc="-150">
                <a:solidFill>
                  <a:schemeClr val="bg1"/>
                </a:solidFill>
              </a:defRPr>
            </a:lvl1pPr>
          </a:lstStyle>
          <a:p>
            <a:r>
              <a:rPr lang="en-GB"/>
              <a:t>Click to add quote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73E1AA2A-FE59-26F8-5F42-C972CA502EE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596063" y="5943600"/>
            <a:ext cx="5094287" cy="459086"/>
          </a:xfrm>
        </p:spPr>
        <p:txBody>
          <a:bodyPr anchor="b" anchorCtr="0"/>
          <a:lstStyle>
            <a:lvl1pPr marL="0" indent="0">
              <a:lnSpc>
                <a:spcPts val="1300"/>
              </a:lnSpc>
              <a:buFontTx/>
              <a:buNone/>
              <a:defRPr sz="1400">
                <a:solidFill>
                  <a:schemeClr val="bg1"/>
                </a:solidFill>
                <a:latin typeface="+mj-lt"/>
              </a:defRPr>
            </a:lvl1pPr>
            <a:lvl2pPr marL="180000" indent="0">
              <a:buFontTx/>
              <a:buNone/>
              <a:defRPr sz="1400">
                <a:solidFill>
                  <a:schemeClr val="bg1"/>
                </a:solidFill>
                <a:latin typeface="+mj-lt"/>
              </a:defRPr>
            </a:lvl2pPr>
            <a:lvl3pPr marL="360000" indent="0">
              <a:buFontTx/>
              <a:buNone/>
              <a:defRPr sz="1400">
                <a:solidFill>
                  <a:schemeClr val="bg1"/>
                </a:solidFill>
                <a:latin typeface="+mj-lt"/>
              </a:defRPr>
            </a:lvl3pPr>
            <a:lvl4pPr>
              <a:buFontTx/>
              <a:buNone/>
              <a:defRPr sz="1400">
                <a:solidFill>
                  <a:schemeClr val="bg1"/>
                </a:solidFill>
                <a:latin typeface="+mj-lt"/>
              </a:defRPr>
            </a:lvl4pPr>
            <a:lvl5pPr>
              <a:buFontTx/>
              <a:buNone/>
              <a:defRPr sz="1400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add name</a:t>
            </a:r>
            <a:endParaRPr lang="en-001"/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DE1E942D-3262-AEC6-B74F-67FE71EA3784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-1" y="0"/>
            <a:ext cx="6569102" cy="6861600"/>
          </a:xfrm>
          <a:custGeom>
            <a:avLst/>
            <a:gdLst>
              <a:gd name="connsiteX0" fmla="*/ 1278394 w 6569102"/>
              <a:gd name="connsiteY0" fmla="*/ 6290509 h 6861600"/>
              <a:gd name="connsiteX1" fmla="*/ 1341368 w 6569102"/>
              <a:gd name="connsiteY1" fmla="*/ 6290509 h 6861600"/>
              <a:gd name="connsiteX2" fmla="*/ 1341368 w 6569102"/>
              <a:gd name="connsiteY2" fmla="*/ 6323884 h 6861600"/>
              <a:gd name="connsiteX3" fmla="*/ 1278394 w 6569102"/>
              <a:gd name="connsiteY3" fmla="*/ 6323884 h 6861600"/>
              <a:gd name="connsiteX4" fmla="*/ 1015853 w 6569102"/>
              <a:gd name="connsiteY4" fmla="*/ 6289174 h 6861600"/>
              <a:gd name="connsiteX5" fmla="*/ 1038027 w 6569102"/>
              <a:gd name="connsiteY5" fmla="*/ 6343909 h 6861600"/>
              <a:gd name="connsiteX6" fmla="*/ 993679 w 6569102"/>
              <a:gd name="connsiteY6" fmla="*/ 6343909 h 6861600"/>
              <a:gd name="connsiteX7" fmla="*/ 1542264 w 6569102"/>
              <a:gd name="connsiteY7" fmla="*/ 6265589 h 6861600"/>
              <a:gd name="connsiteX8" fmla="*/ 1542264 w 6569102"/>
              <a:gd name="connsiteY8" fmla="*/ 6393304 h 6861600"/>
              <a:gd name="connsiteX9" fmla="*/ 1572864 w 6569102"/>
              <a:gd name="connsiteY9" fmla="*/ 6393304 h 6861600"/>
              <a:gd name="connsiteX10" fmla="*/ 1572864 w 6569102"/>
              <a:gd name="connsiteY10" fmla="*/ 6334564 h 6861600"/>
              <a:gd name="connsiteX11" fmla="*/ 1630517 w 6569102"/>
              <a:gd name="connsiteY11" fmla="*/ 6393304 h 6861600"/>
              <a:gd name="connsiteX12" fmla="*/ 1672647 w 6569102"/>
              <a:gd name="connsiteY12" fmla="*/ 6393304 h 6861600"/>
              <a:gd name="connsiteX13" fmla="*/ 1603021 w 6569102"/>
              <a:gd name="connsiteY13" fmla="*/ 6325219 h 6861600"/>
              <a:gd name="connsiteX14" fmla="*/ 1669986 w 6569102"/>
              <a:gd name="connsiteY14" fmla="*/ 6265589 h 6861600"/>
              <a:gd name="connsiteX15" fmla="*/ 1629186 w 6569102"/>
              <a:gd name="connsiteY15" fmla="*/ 6265589 h 6861600"/>
              <a:gd name="connsiteX16" fmla="*/ 1572864 w 6569102"/>
              <a:gd name="connsiteY16" fmla="*/ 6317209 h 6861600"/>
              <a:gd name="connsiteX17" fmla="*/ 1572864 w 6569102"/>
              <a:gd name="connsiteY17" fmla="*/ 6265589 h 6861600"/>
              <a:gd name="connsiteX18" fmla="*/ 1248237 w 6569102"/>
              <a:gd name="connsiteY18" fmla="*/ 6265589 h 6861600"/>
              <a:gd name="connsiteX19" fmla="*/ 1248237 w 6569102"/>
              <a:gd name="connsiteY19" fmla="*/ 6393304 h 6861600"/>
              <a:gd name="connsiteX20" fmla="*/ 1278394 w 6569102"/>
              <a:gd name="connsiteY20" fmla="*/ 6393304 h 6861600"/>
              <a:gd name="connsiteX21" fmla="*/ 1278394 w 6569102"/>
              <a:gd name="connsiteY21" fmla="*/ 6349249 h 6861600"/>
              <a:gd name="connsiteX22" fmla="*/ 1311211 w 6569102"/>
              <a:gd name="connsiteY22" fmla="*/ 6349249 h 6861600"/>
              <a:gd name="connsiteX23" fmla="*/ 1338707 w 6569102"/>
              <a:gd name="connsiteY23" fmla="*/ 6393304 h 6861600"/>
              <a:gd name="connsiteX24" fmla="*/ 1371525 w 6569102"/>
              <a:gd name="connsiteY24" fmla="*/ 6393304 h 6861600"/>
              <a:gd name="connsiteX25" fmla="*/ 1342698 w 6569102"/>
              <a:gd name="connsiteY25" fmla="*/ 6349249 h 6861600"/>
              <a:gd name="connsiteX26" fmla="*/ 1345359 w 6569102"/>
              <a:gd name="connsiteY26" fmla="*/ 6349249 h 6861600"/>
              <a:gd name="connsiteX27" fmla="*/ 1370194 w 6569102"/>
              <a:gd name="connsiteY27" fmla="*/ 6329224 h 6861600"/>
              <a:gd name="connsiteX28" fmla="*/ 1370194 w 6569102"/>
              <a:gd name="connsiteY28" fmla="*/ 6286949 h 6861600"/>
              <a:gd name="connsiteX29" fmla="*/ 1349351 w 6569102"/>
              <a:gd name="connsiteY29" fmla="*/ 6265589 h 6861600"/>
              <a:gd name="connsiteX30" fmla="*/ 1104992 w 6569102"/>
              <a:gd name="connsiteY30" fmla="*/ 6265589 h 6861600"/>
              <a:gd name="connsiteX31" fmla="*/ 1104992 w 6569102"/>
              <a:gd name="connsiteY31" fmla="*/ 6393304 h 6861600"/>
              <a:gd name="connsiteX32" fmla="*/ 1226062 w 6569102"/>
              <a:gd name="connsiteY32" fmla="*/ 6393304 h 6861600"/>
              <a:gd name="connsiteX33" fmla="*/ 1226062 w 6569102"/>
              <a:gd name="connsiteY33" fmla="*/ 6367939 h 6861600"/>
              <a:gd name="connsiteX34" fmla="*/ 1133818 w 6569102"/>
              <a:gd name="connsiteY34" fmla="*/ 6367939 h 6861600"/>
              <a:gd name="connsiteX35" fmla="*/ 1133818 w 6569102"/>
              <a:gd name="connsiteY35" fmla="*/ 6341239 h 6861600"/>
              <a:gd name="connsiteX36" fmla="*/ 1212758 w 6569102"/>
              <a:gd name="connsiteY36" fmla="*/ 6341239 h 6861600"/>
              <a:gd name="connsiteX37" fmla="*/ 1212758 w 6569102"/>
              <a:gd name="connsiteY37" fmla="*/ 6315874 h 6861600"/>
              <a:gd name="connsiteX38" fmla="*/ 1133818 w 6569102"/>
              <a:gd name="connsiteY38" fmla="*/ 6315874 h 6861600"/>
              <a:gd name="connsiteX39" fmla="*/ 1133818 w 6569102"/>
              <a:gd name="connsiteY39" fmla="*/ 6290509 h 6861600"/>
              <a:gd name="connsiteX40" fmla="*/ 1224732 w 6569102"/>
              <a:gd name="connsiteY40" fmla="*/ 6290509 h 6861600"/>
              <a:gd name="connsiteX41" fmla="*/ 1224732 w 6569102"/>
              <a:gd name="connsiteY41" fmla="*/ 6265589 h 6861600"/>
              <a:gd name="connsiteX42" fmla="*/ 995896 w 6569102"/>
              <a:gd name="connsiteY42" fmla="*/ 6265589 h 6861600"/>
              <a:gd name="connsiteX43" fmla="*/ 939574 w 6569102"/>
              <a:gd name="connsiteY43" fmla="*/ 6393304 h 6861600"/>
              <a:gd name="connsiteX44" fmla="*/ 972392 w 6569102"/>
              <a:gd name="connsiteY44" fmla="*/ 6393304 h 6861600"/>
              <a:gd name="connsiteX45" fmla="*/ 983035 w 6569102"/>
              <a:gd name="connsiteY45" fmla="*/ 6367939 h 6861600"/>
              <a:gd name="connsiteX46" fmla="*/ 1048670 w 6569102"/>
              <a:gd name="connsiteY46" fmla="*/ 6367939 h 6861600"/>
              <a:gd name="connsiteX47" fmla="*/ 1060644 w 6569102"/>
              <a:gd name="connsiteY47" fmla="*/ 6393304 h 6861600"/>
              <a:gd name="connsiteX48" fmla="*/ 1092131 w 6569102"/>
              <a:gd name="connsiteY48" fmla="*/ 6393304 h 6861600"/>
              <a:gd name="connsiteX49" fmla="*/ 1035366 w 6569102"/>
              <a:gd name="connsiteY49" fmla="*/ 6265589 h 6861600"/>
              <a:gd name="connsiteX50" fmla="*/ 778147 w 6569102"/>
              <a:gd name="connsiteY50" fmla="*/ 6265589 h 6861600"/>
              <a:gd name="connsiteX51" fmla="*/ 778147 w 6569102"/>
              <a:gd name="connsiteY51" fmla="*/ 6393304 h 6861600"/>
              <a:gd name="connsiteX52" fmla="*/ 805643 w 6569102"/>
              <a:gd name="connsiteY52" fmla="*/ 6393304 h 6861600"/>
              <a:gd name="connsiteX53" fmla="*/ 805643 w 6569102"/>
              <a:gd name="connsiteY53" fmla="*/ 6319879 h 6861600"/>
              <a:gd name="connsiteX54" fmla="*/ 838460 w 6569102"/>
              <a:gd name="connsiteY54" fmla="*/ 6393304 h 6861600"/>
              <a:gd name="connsiteX55" fmla="*/ 867287 w 6569102"/>
              <a:gd name="connsiteY55" fmla="*/ 6393304 h 6861600"/>
              <a:gd name="connsiteX56" fmla="*/ 900104 w 6569102"/>
              <a:gd name="connsiteY56" fmla="*/ 6318544 h 6861600"/>
              <a:gd name="connsiteX57" fmla="*/ 900104 w 6569102"/>
              <a:gd name="connsiteY57" fmla="*/ 6393304 h 6861600"/>
              <a:gd name="connsiteX58" fmla="*/ 927600 w 6569102"/>
              <a:gd name="connsiteY58" fmla="*/ 6393304 h 6861600"/>
              <a:gd name="connsiteX59" fmla="*/ 927600 w 6569102"/>
              <a:gd name="connsiteY59" fmla="*/ 6265589 h 6861600"/>
              <a:gd name="connsiteX60" fmla="*/ 894782 w 6569102"/>
              <a:gd name="connsiteY60" fmla="*/ 6265589 h 6861600"/>
              <a:gd name="connsiteX61" fmla="*/ 852652 w 6569102"/>
              <a:gd name="connsiteY61" fmla="*/ 6361264 h 6861600"/>
              <a:gd name="connsiteX62" fmla="*/ 810965 w 6569102"/>
              <a:gd name="connsiteY62" fmla="*/ 6265589 h 6861600"/>
              <a:gd name="connsiteX63" fmla="*/ 1414986 w 6569102"/>
              <a:gd name="connsiteY63" fmla="*/ 6265144 h 6861600"/>
              <a:gd name="connsiteX64" fmla="*/ 1395472 w 6569102"/>
              <a:gd name="connsiteY64" fmla="*/ 6285169 h 6861600"/>
              <a:gd name="connsiteX65" fmla="*/ 1395472 w 6569102"/>
              <a:gd name="connsiteY65" fmla="*/ 6322549 h 6861600"/>
              <a:gd name="connsiteX66" fmla="*/ 1414986 w 6569102"/>
              <a:gd name="connsiteY66" fmla="*/ 6341239 h 6861600"/>
              <a:gd name="connsiteX67" fmla="*/ 1485942 w 6569102"/>
              <a:gd name="connsiteY67" fmla="*/ 6341239 h 6861600"/>
              <a:gd name="connsiteX68" fmla="*/ 1485942 w 6569102"/>
              <a:gd name="connsiteY68" fmla="*/ 6367939 h 6861600"/>
              <a:gd name="connsiteX69" fmla="*/ 1424299 w 6569102"/>
              <a:gd name="connsiteY69" fmla="*/ 6367939 h 6861600"/>
              <a:gd name="connsiteX70" fmla="*/ 1424299 w 6569102"/>
              <a:gd name="connsiteY70" fmla="*/ 6358594 h 6861600"/>
              <a:gd name="connsiteX71" fmla="*/ 1394142 w 6569102"/>
              <a:gd name="connsiteY71" fmla="*/ 6358594 h 6861600"/>
              <a:gd name="connsiteX72" fmla="*/ 1394142 w 6569102"/>
              <a:gd name="connsiteY72" fmla="*/ 6374614 h 6861600"/>
              <a:gd name="connsiteX73" fmla="*/ 1413655 w 6569102"/>
              <a:gd name="connsiteY73" fmla="*/ 6393304 h 6861600"/>
              <a:gd name="connsiteX74" fmla="*/ 1424299 w 6569102"/>
              <a:gd name="connsiteY74" fmla="*/ 6393304 h 6861600"/>
              <a:gd name="connsiteX75" fmla="*/ 1495256 w 6569102"/>
              <a:gd name="connsiteY75" fmla="*/ 6393304 h 6861600"/>
              <a:gd name="connsiteX76" fmla="*/ 1514769 w 6569102"/>
              <a:gd name="connsiteY76" fmla="*/ 6373279 h 6861600"/>
              <a:gd name="connsiteX77" fmla="*/ 1514769 w 6569102"/>
              <a:gd name="connsiteY77" fmla="*/ 6337234 h 6861600"/>
              <a:gd name="connsiteX78" fmla="*/ 1495256 w 6569102"/>
              <a:gd name="connsiteY78" fmla="*/ 6315874 h 6861600"/>
              <a:gd name="connsiteX79" fmla="*/ 1424299 w 6569102"/>
              <a:gd name="connsiteY79" fmla="*/ 6315874 h 6861600"/>
              <a:gd name="connsiteX80" fmla="*/ 1424299 w 6569102"/>
              <a:gd name="connsiteY80" fmla="*/ 6290509 h 6861600"/>
              <a:gd name="connsiteX81" fmla="*/ 1485942 w 6569102"/>
              <a:gd name="connsiteY81" fmla="*/ 6290509 h 6861600"/>
              <a:gd name="connsiteX82" fmla="*/ 1485942 w 6569102"/>
              <a:gd name="connsiteY82" fmla="*/ 6301189 h 6861600"/>
              <a:gd name="connsiteX83" fmla="*/ 1514769 w 6569102"/>
              <a:gd name="connsiteY83" fmla="*/ 6301189 h 6861600"/>
              <a:gd name="connsiteX84" fmla="*/ 1514769 w 6569102"/>
              <a:gd name="connsiteY84" fmla="*/ 6286504 h 6861600"/>
              <a:gd name="connsiteX85" fmla="*/ 1496586 w 6569102"/>
              <a:gd name="connsiteY85" fmla="*/ 6265144 h 6861600"/>
              <a:gd name="connsiteX86" fmla="*/ 418041 w 6569102"/>
              <a:gd name="connsiteY86" fmla="*/ 6184154 h 6861600"/>
              <a:gd name="connsiteX87" fmla="*/ 386554 w 6569102"/>
              <a:gd name="connsiteY87" fmla="*/ 6217529 h 6861600"/>
              <a:gd name="connsiteX88" fmla="*/ 386554 w 6569102"/>
              <a:gd name="connsiteY88" fmla="*/ 6441363 h 6861600"/>
              <a:gd name="connsiteX89" fmla="*/ 418041 w 6569102"/>
              <a:gd name="connsiteY89" fmla="*/ 6474738 h 6861600"/>
              <a:gd name="connsiteX90" fmla="*/ 624260 w 6569102"/>
              <a:gd name="connsiteY90" fmla="*/ 6474738 h 6861600"/>
              <a:gd name="connsiteX91" fmla="*/ 657077 w 6569102"/>
              <a:gd name="connsiteY91" fmla="*/ 6441363 h 6861600"/>
              <a:gd name="connsiteX92" fmla="*/ 657077 w 6569102"/>
              <a:gd name="connsiteY92" fmla="*/ 6431745 h 6861600"/>
              <a:gd name="connsiteX93" fmla="*/ 657077 w 6569102"/>
              <a:gd name="connsiteY93" fmla="*/ 6406389 h 6861600"/>
              <a:gd name="connsiteX94" fmla="*/ 657077 w 6569102"/>
              <a:gd name="connsiteY94" fmla="*/ 6370541 h 6861600"/>
              <a:gd name="connsiteX95" fmla="*/ 657077 w 6569102"/>
              <a:gd name="connsiteY95" fmla="*/ 6329446 h 6861600"/>
              <a:gd name="connsiteX96" fmla="*/ 657077 w 6569102"/>
              <a:gd name="connsiteY96" fmla="*/ 6288352 h 6861600"/>
              <a:gd name="connsiteX97" fmla="*/ 657077 w 6569102"/>
              <a:gd name="connsiteY97" fmla="*/ 6252503 h 6861600"/>
              <a:gd name="connsiteX98" fmla="*/ 657077 w 6569102"/>
              <a:gd name="connsiteY98" fmla="*/ 6227147 h 6861600"/>
              <a:gd name="connsiteX99" fmla="*/ 657077 w 6569102"/>
              <a:gd name="connsiteY99" fmla="*/ 6217529 h 6861600"/>
              <a:gd name="connsiteX100" fmla="*/ 624260 w 6569102"/>
              <a:gd name="connsiteY100" fmla="*/ 6184154 h 6861600"/>
              <a:gd name="connsiteX101" fmla="*/ 0 w 6569102"/>
              <a:gd name="connsiteY101" fmla="*/ 0 h 6861600"/>
              <a:gd name="connsiteX102" fmla="*/ 6569102 w 6569102"/>
              <a:gd name="connsiteY102" fmla="*/ 0 h 6861600"/>
              <a:gd name="connsiteX103" fmla="*/ 6483195 w 6569102"/>
              <a:gd name="connsiteY103" fmla="*/ 4338 h 6861600"/>
              <a:gd name="connsiteX104" fmla="*/ 5728801 w 6569102"/>
              <a:gd name="connsiteY104" fmla="*/ 840310 h 6861600"/>
              <a:gd name="connsiteX105" fmla="*/ 5728801 w 6569102"/>
              <a:gd name="connsiteY105" fmla="*/ 6861600 h 6861600"/>
              <a:gd name="connsiteX106" fmla="*/ 0 w 6569102"/>
              <a:gd name="connsiteY106" fmla="*/ 6861600 h 686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</a:cxnLst>
            <a:rect l="l" t="t" r="r" b="b"/>
            <a:pathLst>
              <a:path w="6569102" h="6861600">
                <a:moveTo>
                  <a:pt x="1278394" y="6290509"/>
                </a:moveTo>
                <a:lnTo>
                  <a:pt x="1341368" y="6290509"/>
                </a:lnTo>
                <a:lnTo>
                  <a:pt x="1341368" y="6323884"/>
                </a:lnTo>
                <a:lnTo>
                  <a:pt x="1278394" y="6323884"/>
                </a:lnTo>
                <a:close/>
                <a:moveTo>
                  <a:pt x="1015853" y="6289174"/>
                </a:moveTo>
                <a:lnTo>
                  <a:pt x="1038027" y="6343909"/>
                </a:lnTo>
                <a:lnTo>
                  <a:pt x="993679" y="6343909"/>
                </a:lnTo>
                <a:close/>
                <a:moveTo>
                  <a:pt x="1542264" y="6265589"/>
                </a:moveTo>
                <a:lnTo>
                  <a:pt x="1542264" y="6393304"/>
                </a:lnTo>
                <a:lnTo>
                  <a:pt x="1572864" y="6393304"/>
                </a:lnTo>
                <a:lnTo>
                  <a:pt x="1572864" y="6334564"/>
                </a:lnTo>
                <a:lnTo>
                  <a:pt x="1630517" y="6393304"/>
                </a:lnTo>
                <a:lnTo>
                  <a:pt x="1672647" y="6393304"/>
                </a:lnTo>
                <a:lnTo>
                  <a:pt x="1603021" y="6325219"/>
                </a:lnTo>
                <a:lnTo>
                  <a:pt x="1669986" y="6265589"/>
                </a:lnTo>
                <a:lnTo>
                  <a:pt x="1629186" y="6265589"/>
                </a:lnTo>
                <a:lnTo>
                  <a:pt x="1572864" y="6317209"/>
                </a:lnTo>
                <a:lnTo>
                  <a:pt x="1572864" y="6265589"/>
                </a:lnTo>
                <a:close/>
                <a:moveTo>
                  <a:pt x="1248237" y="6265589"/>
                </a:moveTo>
                <a:lnTo>
                  <a:pt x="1248237" y="6393304"/>
                </a:lnTo>
                <a:lnTo>
                  <a:pt x="1278394" y="6393304"/>
                </a:lnTo>
                <a:lnTo>
                  <a:pt x="1278394" y="6349249"/>
                </a:lnTo>
                <a:lnTo>
                  <a:pt x="1311211" y="6349249"/>
                </a:lnTo>
                <a:lnTo>
                  <a:pt x="1338707" y="6393304"/>
                </a:lnTo>
                <a:lnTo>
                  <a:pt x="1371525" y="6393304"/>
                </a:lnTo>
                <a:lnTo>
                  <a:pt x="1342698" y="6349249"/>
                </a:lnTo>
                <a:lnTo>
                  <a:pt x="1345359" y="6349249"/>
                </a:lnTo>
                <a:cubicBezTo>
                  <a:pt x="1362211" y="6349249"/>
                  <a:pt x="1370194" y="6339904"/>
                  <a:pt x="1370194" y="6329224"/>
                </a:cubicBezTo>
                <a:lnTo>
                  <a:pt x="1370194" y="6286949"/>
                </a:lnTo>
                <a:cubicBezTo>
                  <a:pt x="1370194" y="6273599"/>
                  <a:pt x="1362211" y="6265589"/>
                  <a:pt x="1349351" y="6265589"/>
                </a:cubicBezTo>
                <a:close/>
                <a:moveTo>
                  <a:pt x="1104992" y="6265589"/>
                </a:moveTo>
                <a:lnTo>
                  <a:pt x="1104992" y="6393304"/>
                </a:lnTo>
                <a:lnTo>
                  <a:pt x="1226062" y="6393304"/>
                </a:lnTo>
                <a:lnTo>
                  <a:pt x="1226062" y="6367939"/>
                </a:lnTo>
                <a:lnTo>
                  <a:pt x="1133818" y="6367939"/>
                </a:lnTo>
                <a:lnTo>
                  <a:pt x="1133818" y="6341239"/>
                </a:lnTo>
                <a:lnTo>
                  <a:pt x="1212758" y="6341239"/>
                </a:lnTo>
                <a:lnTo>
                  <a:pt x="1212758" y="6315874"/>
                </a:lnTo>
                <a:lnTo>
                  <a:pt x="1133818" y="6315874"/>
                </a:lnTo>
                <a:lnTo>
                  <a:pt x="1133818" y="6290509"/>
                </a:lnTo>
                <a:lnTo>
                  <a:pt x="1224732" y="6290509"/>
                </a:lnTo>
                <a:lnTo>
                  <a:pt x="1224732" y="6265589"/>
                </a:lnTo>
                <a:close/>
                <a:moveTo>
                  <a:pt x="995896" y="6265589"/>
                </a:moveTo>
                <a:lnTo>
                  <a:pt x="939574" y="6393304"/>
                </a:lnTo>
                <a:lnTo>
                  <a:pt x="972392" y="6393304"/>
                </a:lnTo>
                <a:lnTo>
                  <a:pt x="983035" y="6367939"/>
                </a:lnTo>
                <a:lnTo>
                  <a:pt x="1048670" y="6367939"/>
                </a:lnTo>
                <a:lnTo>
                  <a:pt x="1060644" y="6393304"/>
                </a:lnTo>
                <a:lnTo>
                  <a:pt x="1092131" y="6393304"/>
                </a:lnTo>
                <a:lnTo>
                  <a:pt x="1035366" y="6265589"/>
                </a:lnTo>
                <a:close/>
                <a:moveTo>
                  <a:pt x="778147" y="6265589"/>
                </a:moveTo>
                <a:lnTo>
                  <a:pt x="778147" y="6393304"/>
                </a:lnTo>
                <a:lnTo>
                  <a:pt x="805643" y="6393304"/>
                </a:lnTo>
                <a:lnTo>
                  <a:pt x="805643" y="6319879"/>
                </a:lnTo>
                <a:lnTo>
                  <a:pt x="838460" y="6393304"/>
                </a:lnTo>
                <a:lnTo>
                  <a:pt x="867287" y="6393304"/>
                </a:lnTo>
                <a:lnTo>
                  <a:pt x="900104" y="6318544"/>
                </a:lnTo>
                <a:lnTo>
                  <a:pt x="900104" y="6393304"/>
                </a:lnTo>
                <a:lnTo>
                  <a:pt x="927600" y="6393304"/>
                </a:lnTo>
                <a:lnTo>
                  <a:pt x="927600" y="6265589"/>
                </a:lnTo>
                <a:lnTo>
                  <a:pt x="894782" y="6265589"/>
                </a:lnTo>
                <a:lnTo>
                  <a:pt x="852652" y="6361264"/>
                </a:lnTo>
                <a:lnTo>
                  <a:pt x="810965" y="6265589"/>
                </a:lnTo>
                <a:close/>
                <a:moveTo>
                  <a:pt x="1414986" y="6265144"/>
                </a:moveTo>
                <a:cubicBezTo>
                  <a:pt x="1404786" y="6265144"/>
                  <a:pt x="1395472" y="6273154"/>
                  <a:pt x="1395472" y="6285169"/>
                </a:cubicBezTo>
                <a:lnTo>
                  <a:pt x="1395472" y="6322549"/>
                </a:lnTo>
                <a:cubicBezTo>
                  <a:pt x="1395472" y="6333229"/>
                  <a:pt x="1403012" y="6341239"/>
                  <a:pt x="1414986" y="6341239"/>
                </a:cubicBezTo>
                <a:lnTo>
                  <a:pt x="1485942" y="6341239"/>
                </a:lnTo>
                <a:lnTo>
                  <a:pt x="1485942" y="6367939"/>
                </a:lnTo>
                <a:lnTo>
                  <a:pt x="1424299" y="6367939"/>
                </a:lnTo>
                <a:lnTo>
                  <a:pt x="1424299" y="6358594"/>
                </a:lnTo>
                <a:lnTo>
                  <a:pt x="1394142" y="6358594"/>
                </a:lnTo>
                <a:lnTo>
                  <a:pt x="1394142" y="6374614"/>
                </a:lnTo>
                <a:cubicBezTo>
                  <a:pt x="1394142" y="6385294"/>
                  <a:pt x="1400351" y="6393304"/>
                  <a:pt x="1413655" y="6393304"/>
                </a:cubicBezTo>
                <a:lnTo>
                  <a:pt x="1424299" y="6393304"/>
                </a:lnTo>
                <a:lnTo>
                  <a:pt x="1495256" y="6393304"/>
                </a:lnTo>
                <a:cubicBezTo>
                  <a:pt x="1508116" y="6393304"/>
                  <a:pt x="1514769" y="6385294"/>
                  <a:pt x="1514769" y="6373279"/>
                </a:cubicBezTo>
                <a:lnTo>
                  <a:pt x="1514769" y="6337234"/>
                </a:lnTo>
                <a:cubicBezTo>
                  <a:pt x="1514769" y="6323884"/>
                  <a:pt x="1505899" y="6315874"/>
                  <a:pt x="1495256" y="6315874"/>
                </a:cubicBezTo>
                <a:lnTo>
                  <a:pt x="1424299" y="6315874"/>
                </a:lnTo>
                <a:lnTo>
                  <a:pt x="1424299" y="6290509"/>
                </a:lnTo>
                <a:lnTo>
                  <a:pt x="1485942" y="6290509"/>
                </a:lnTo>
                <a:lnTo>
                  <a:pt x="1485942" y="6301189"/>
                </a:lnTo>
                <a:lnTo>
                  <a:pt x="1514769" y="6301189"/>
                </a:lnTo>
                <a:lnTo>
                  <a:pt x="1514769" y="6286504"/>
                </a:lnTo>
                <a:cubicBezTo>
                  <a:pt x="1514769" y="6273154"/>
                  <a:pt x="1507230" y="6265144"/>
                  <a:pt x="1496586" y="6265144"/>
                </a:cubicBezTo>
                <a:close/>
                <a:moveTo>
                  <a:pt x="418041" y="6184154"/>
                </a:moveTo>
                <a:cubicBezTo>
                  <a:pt x="401189" y="6184154"/>
                  <a:pt x="386554" y="6198839"/>
                  <a:pt x="386554" y="6217529"/>
                </a:cubicBezTo>
                <a:lnTo>
                  <a:pt x="386554" y="6441363"/>
                </a:lnTo>
                <a:cubicBezTo>
                  <a:pt x="386554" y="6460053"/>
                  <a:pt x="401189" y="6474738"/>
                  <a:pt x="418041" y="6474738"/>
                </a:cubicBezTo>
                <a:lnTo>
                  <a:pt x="624260" y="6474738"/>
                </a:lnTo>
                <a:cubicBezTo>
                  <a:pt x="642442" y="6474738"/>
                  <a:pt x="657077" y="6460053"/>
                  <a:pt x="657077" y="6441363"/>
                </a:cubicBezTo>
                <a:lnTo>
                  <a:pt x="657077" y="6431745"/>
                </a:lnTo>
                <a:lnTo>
                  <a:pt x="657077" y="6406389"/>
                </a:lnTo>
                <a:lnTo>
                  <a:pt x="657077" y="6370541"/>
                </a:lnTo>
                <a:lnTo>
                  <a:pt x="657077" y="6329446"/>
                </a:lnTo>
                <a:lnTo>
                  <a:pt x="657077" y="6288352"/>
                </a:lnTo>
                <a:lnTo>
                  <a:pt x="657077" y="6252503"/>
                </a:lnTo>
                <a:lnTo>
                  <a:pt x="657077" y="6227147"/>
                </a:lnTo>
                <a:lnTo>
                  <a:pt x="657077" y="6217529"/>
                </a:lnTo>
                <a:cubicBezTo>
                  <a:pt x="657077" y="6198839"/>
                  <a:pt x="642442" y="6184154"/>
                  <a:pt x="624260" y="6184154"/>
                </a:cubicBezTo>
                <a:close/>
                <a:moveTo>
                  <a:pt x="0" y="0"/>
                </a:moveTo>
                <a:lnTo>
                  <a:pt x="6569102" y="0"/>
                </a:lnTo>
                <a:lnTo>
                  <a:pt x="6483195" y="4338"/>
                </a:lnTo>
                <a:cubicBezTo>
                  <a:pt x="6059463" y="47370"/>
                  <a:pt x="5728801" y="405225"/>
                  <a:pt x="5728801" y="840310"/>
                </a:cubicBezTo>
                <a:lnTo>
                  <a:pt x="5728801" y="6861600"/>
                </a:lnTo>
                <a:lnTo>
                  <a:pt x="0" y="6861600"/>
                </a:lnTo>
                <a:close/>
              </a:path>
            </a:pathLst>
          </a:custGeom>
          <a:solidFill>
            <a:srgbClr val="CFCFCF"/>
          </a:solidFill>
        </p:spPr>
        <p:txBody>
          <a:bodyPr wrap="square" tIns="72000" anchor="t" anchorCtr="0">
            <a:noAutofit/>
          </a:bodyPr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1200">
                <a:solidFill>
                  <a:schemeClr val="bg1"/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Click here and insert picture</a:t>
            </a:r>
          </a:p>
        </p:txBody>
      </p:sp>
    </p:spTree>
    <p:extLst>
      <p:ext uri="{BB962C8B-B14F-4D97-AF65-F5344CB8AC3E}">
        <p14:creationId xmlns:p14="http://schemas.microsoft.com/office/powerpoint/2010/main" val="2322142338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Quote B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Picture 29">
            <a:extLst>
              <a:ext uri="{FF2B5EF4-FFF2-40B4-BE49-F238E27FC236}">
                <a16:creationId xmlns:a16="http://schemas.microsoft.com/office/drawing/2014/main" id="{3E23ADE3-778B-3358-EA10-60B66B35AF1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371476" y="6169025"/>
            <a:ext cx="1299395" cy="320399"/>
          </a:xfrm>
          <a:prstGeom prst="rect">
            <a:avLst/>
          </a:prstGeom>
        </p:spPr>
      </p:pic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CE4B631B-DA20-B0A6-C2DA-EECD5D93854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-1" y="0"/>
            <a:ext cx="6569102" cy="6861600"/>
          </a:xfrm>
          <a:custGeom>
            <a:avLst/>
            <a:gdLst>
              <a:gd name="connsiteX0" fmla="*/ 1278394 w 6569102"/>
              <a:gd name="connsiteY0" fmla="*/ 6290509 h 6861600"/>
              <a:gd name="connsiteX1" fmla="*/ 1341368 w 6569102"/>
              <a:gd name="connsiteY1" fmla="*/ 6290509 h 6861600"/>
              <a:gd name="connsiteX2" fmla="*/ 1341368 w 6569102"/>
              <a:gd name="connsiteY2" fmla="*/ 6323884 h 6861600"/>
              <a:gd name="connsiteX3" fmla="*/ 1278394 w 6569102"/>
              <a:gd name="connsiteY3" fmla="*/ 6323884 h 6861600"/>
              <a:gd name="connsiteX4" fmla="*/ 1015853 w 6569102"/>
              <a:gd name="connsiteY4" fmla="*/ 6289174 h 6861600"/>
              <a:gd name="connsiteX5" fmla="*/ 1038027 w 6569102"/>
              <a:gd name="connsiteY5" fmla="*/ 6343909 h 6861600"/>
              <a:gd name="connsiteX6" fmla="*/ 993679 w 6569102"/>
              <a:gd name="connsiteY6" fmla="*/ 6343909 h 6861600"/>
              <a:gd name="connsiteX7" fmla="*/ 1542264 w 6569102"/>
              <a:gd name="connsiteY7" fmla="*/ 6265589 h 6861600"/>
              <a:gd name="connsiteX8" fmla="*/ 1542264 w 6569102"/>
              <a:gd name="connsiteY8" fmla="*/ 6393304 h 6861600"/>
              <a:gd name="connsiteX9" fmla="*/ 1572864 w 6569102"/>
              <a:gd name="connsiteY9" fmla="*/ 6393304 h 6861600"/>
              <a:gd name="connsiteX10" fmla="*/ 1572864 w 6569102"/>
              <a:gd name="connsiteY10" fmla="*/ 6334564 h 6861600"/>
              <a:gd name="connsiteX11" fmla="*/ 1630517 w 6569102"/>
              <a:gd name="connsiteY11" fmla="*/ 6393304 h 6861600"/>
              <a:gd name="connsiteX12" fmla="*/ 1672647 w 6569102"/>
              <a:gd name="connsiteY12" fmla="*/ 6393304 h 6861600"/>
              <a:gd name="connsiteX13" fmla="*/ 1603021 w 6569102"/>
              <a:gd name="connsiteY13" fmla="*/ 6325219 h 6861600"/>
              <a:gd name="connsiteX14" fmla="*/ 1669986 w 6569102"/>
              <a:gd name="connsiteY14" fmla="*/ 6265589 h 6861600"/>
              <a:gd name="connsiteX15" fmla="*/ 1629186 w 6569102"/>
              <a:gd name="connsiteY15" fmla="*/ 6265589 h 6861600"/>
              <a:gd name="connsiteX16" fmla="*/ 1572864 w 6569102"/>
              <a:gd name="connsiteY16" fmla="*/ 6317209 h 6861600"/>
              <a:gd name="connsiteX17" fmla="*/ 1572864 w 6569102"/>
              <a:gd name="connsiteY17" fmla="*/ 6265589 h 6861600"/>
              <a:gd name="connsiteX18" fmla="*/ 1248237 w 6569102"/>
              <a:gd name="connsiteY18" fmla="*/ 6265589 h 6861600"/>
              <a:gd name="connsiteX19" fmla="*/ 1248237 w 6569102"/>
              <a:gd name="connsiteY19" fmla="*/ 6393304 h 6861600"/>
              <a:gd name="connsiteX20" fmla="*/ 1278394 w 6569102"/>
              <a:gd name="connsiteY20" fmla="*/ 6393304 h 6861600"/>
              <a:gd name="connsiteX21" fmla="*/ 1278394 w 6569102"/>
              <a:gd name="connsiteY21" fmla="*/ 6349249 h 6861600"/>
              <a:gd name="connsiteX22" fmla="*/ 1311211 w 6569102"/>
              <a:gd name="connsiteY22" fmla="*/ 6349249 h 6861600"/>
              <a:gd name="connsiteX23" fmla="*/ 1338707 w 6569102"/>
              <a:gd name="connsiteY23" fmla="*/ 6393304 h 6861600"/>
              <a:gd name="connsiteX24" fmla="*/ 1371525 w 6569102"/>
              <a:gd name="connsiteY24" fmla="*/ 6393304 h 6861600"/>
              <a:gd name="connsiteX25" fmla="*/ 1342698 w 6569102"/>
              <a:gd name="connsiteY25" fmla="*/ 6349249 h 6861600"/>
              <a:gd name="connsiteX26" fmla="*/ 1345359 w 6569102"/>
              <a:gd name="connsiteY26" fmla="*/ 6349249 h 6861600"/>
              <a:gd name="connsiteX27" fmla="*/ 1370194 w 6569102"/>
              <a:gd name="connsiteY27" fmla="*/ 6329224 h 6861600"/>
              <a:gd name="connsiteX28" fmla="*/ 1370194 w 6569102"/>
              <a:gd name="connsiteY28" fmla="*/ 6286949 h 6861600"/>
              <a:gd name="connsiteX29" fmla="*/ 1349351 w 6569102"/>
              <a:gd name="connsiteY29" fmla="*/ 6265589 h 6861600"/>
              <a:gd name="connsiteX30" fmla="*/ 1104992 w 6569102"/>
              <a:gd name="connsiteY30" fmla="*/ 6265589 h 6861600"/>
              <a:gd name="connsiteX31" fmla="*/ 1104992 w 6569102"/>
              <a:gd name="connsiteY31" fmla="*/ 6393304 h 6861600"/>
              <a:gd name="connsiteX32" fmla="*/ 1226062 w 6569102"/>
              <a:gd name="connsiteY32" fmla="*/ 6393304 h 6861600"/>
              <a:gd name="connsiteX33" fmla="*/ 1226062 w 6569102"/>
              <a:gd name="connsiteY33" fmla="*/ 6367939 h 6861600"/>
              <a:gd name="connsiteX34" fmla="*/ 1133818 w 6569102"/>
              <a:gd name="connsiteY34" fmla="*/ 6367939 h 6861600"/>
              <a:gd name="connsiteX35" fmla="*/ 1133818 w 6569102"/>
              <a:gd name="connsiteY35" fmla="*/ 6341239 h 6861600"/>
              <a:gd name="connsiteX36" fmla="*/ 1212758 w 6569102"/>
              <a:gd name="connsiteY36" fmla="*/ 6341239 h 6861600"/>
              <a:gd name="connsiteX37" fmla="*/ 1212758 w 6569102"/>
              <a:gd name="connsiteY37" fmla="*/ 6315874 h 6861600"/>
              <a:gd name="connsiteX38" fmla="*/ 1133818 w 6569102"/>
              <a:gd name="connsiteY38" fmla="*/ 6315874 h 6861600"/>
              <a:gd name="connsiteX39" fmla="*/ 1133818 w 6569102"/>
              <a:gd name="connsiteY39" fmla="*/ 6290509 h 6861600"/>
              <a:gd name="connsiteX40" fmla="*/ 1224732 w 6569102"/>
              <a:gd name="connsiteY40" fmla="*/ 6290509 h 6861600"/>
              <a:gd name="connsiteX41" fmla="*/ 1224732 w 6569102"/>
              <a:gd name="connsiteY41" fmla="*/ 6265589 h 6861600"/>
              <a:gd name="connsiteX42" fmla="*/ 995896 w 6569102"/>
              <a:gd name="connsiteY42" fmla="*/ 6265589 h 6861600"/>
              <a:gd name="connsiteX43" fmla="*/ 939574 w 6569102"/>
              <a:gd name="connsiteY43" fmla="*/ 6393304 h 6861600"/>
              <a:gd name="connsiteX44" fmla="*/ 972392 w 6569102"/>
              <a:gd name="connsiteY44" fmla="*/ 6393304 h 6861600"/>
              <a:gd name="connsiteX45" fmla="*/ 983035 w 6569102"/>
              <a:gd name="connsiteY45" fmla="*/ 6367939 h 6861600"/>
              <a:gd name="connsiteX46" fmla="*/ 1048670 w 6569102"/>
              <a:gd name="connsiteY46" fmla="*/ 6367939 h 6861600"/>
              <a:gd name="connsiteX47" fmla="*/ 1060644 w 6569102"/>
              <a:gd name="connsiteY47" fmla="*/ 6393304 h 6861600"/>
              <a:gd name="connsiteX48" fmla="*/ 1092131 w 6569102"/>
              <a:gd name="connsiteY48" fmla="*/ 6393304 h 6861600"/>
              <a:gd name="connsiteX49" fmla="*/ 1035366 w 6569102"/>
              <a:gd name="connsiteY49" fmla="*/ 6265589 h 6861600"/>
              <a:gd name="connsiteX50" fmla="*/ 778147 w 6569102"/>
              <a:gd name="connsiteY50" fmla="*/ 6265589 h 6861600"/>
              <a:gd name="connsiteX51" fmla="*/ 778147 w 6569102"/>
              <a:gd name="connsiteY51" fmla="*/ 6393304 h 6861600"/>
              <a:gd name="connsiteX52" fmla="*/ 805643 w 6569102"/>
              <a:gd name="connsiteY52" fmla="*/ 6393304 h 6861600"/>
              <a:gd name="connsiteX53" fmla="*/ 805643 w 6569102"/>
              <a:gd name="connsiteY53" fmla="*/ 6319879 h 6861600"/>
              <a:gd name="connsiteX54" fmla="*/ 838460 w 6569102"/>
              <a:gd name="connsiteY54" fmla="*/ 6393304 h 6861600"/>
              <a:gd name="connsiteX55" fmla="*/ 867287 w 6569102"/>
              <a:gd name="connsiteY55" fmla="*/ 6393304 h 6861600"/>
              <a:gd name="connsiteX56" fmla="*/ 900104 w 6569102"/>
              <a:gd name="connsiteY56" fmla="*/ 6318544 h 6861600"/>
              <a:gd name="connsiteX57" fmla="*/ 900104 w 6569102"/>
              <a:gd name="connsiteY57" fmla="*/ 6393304 h 6861600"/>
              <a:gd name="connsiteX58" fmla="*/ 927600 w 6569102"/>
              <a:gd name="connsiteY58" fmla="*/ 6393304 h 6861600"/>
              <a:gd name="connsiteX59" fmla="*/ 927600 w 6569102"/>
              <a:gd name="connsiteY59" fmla="*/ 6265589 h 6861600"/>
              <a:gd name="connsiteX60" fmla="*/ 894782 w 6569102"/>
              <a:gd name="connsiteY60" fmla="*/ 6265589 h 6861600"/>
              <a:gd name="connsiteX61" fmla="*/ 852652 w 6569102"/>
              <a:gd name="connsiteY61" fmla="*/ 6361264 h 6861600"/>
              <a:gd name="connsiteX62" fmla="*/ 810965 w 6569102"/>
              <a:gd name="connsiteY62" fmla="*/ 6265589 h 6861600"/>
              <a:gd name="connsiteX63" fmla="*/ 1414986 w 6569102"/>
              <a:gd name="connsiteY63" fmla="*/ 6265144 h 6861600"/>
              <a:gd name="connsiteX64" fmla="*/ 1395472 w 6569102"/>
              <a:gd name="connsiteY64" fmla="*/ 6285169 h 6861600"/>
              <a:gd name="connsiteX65" fmla="*/ 1395472 w 6569102"/>
              <a:gd name="connsiteY65" fmla="*/ 6322549 h 6861600"/>
              <a:gd name="connsiteX66" fmla="*/ 1414986 w 6569102"/>
              <a:gd name="connsiteY66" fmla="*/ 6341239 h 6861600"/>
              <a:gd name="connsiteX67" fmla="*/ 1485942 w 6569102"/>
              <a:gd name="connsiteY67" fmla="*/ 6341239 h 6861600"/>
              <a:gd name="connsiteX68" fmla="*/ 1485942 w 6569102"/>
              <a:gd name="connsiteY68" fmla="*/ 6367939 h 6861600"/>
              <a:gd name="connsiteX69" fmla="*/ 1424299 w 6569102"/>
              <a:gd name="connsiteY69" fmla="*/ 6367939 h 6861600"/>
              <a:gd name="connsiteX70" fmla="*/ 1424299 w 6569102"/>
              <a:gd name="connsiteY70" fmla="*/ 6358594 h 6861600"/>
              <a:gd name="connsiteX71" fmla="*/ 1394142 w 6569102"/>
              <a:gd name="connsiteY71" fmla="*/ 6358594 h 6861600"/>
              <a:gd name="connsiteX72" fmla="*/ 1394142 w 6569102"/>
              <a:gd name="connsiteY72" fmla="*/ 6374614 h 6861600"/>
              <a:gd name="connsiteX73" fmla="*/ 1413655 w 6569102"/>
              <a:gd name="connsiteY73" fmla="*/ 6393304 h 6861600"/>
              <a:gd name="connsiteX74" fmla="*/ 1424299 w 6569102"/>
              <a:gd name="connsiteY74" fmla="*/ 6393304 h 6861600"/>
              <a:gd name="connsiteX75" fmla="*/ 1495256 w 6569102"/>
              <a:gd name="connsiteY75" fmla="*/ 6393304 h 6861600"/>
              <a:gd name="connsiteX76" fmla="*/ 1514769 w 6569102"/>
              <a:gd name="connsiteY76" fmla="*/ 6373279 h 6861600"/>
              <a:gd name="connsiteX77" fmla="*/ 1514769 w 6569102"/>
              <a:gd name="connsiteY77" fmla="*/ 6337234 h 6861600"/>
              <a:gd name="connsiteX78" fmla="*/ 1495256 w 6569102"/>
              <a:gd name="connsiteY78" fmla="*/ 6315874 h 6861600"/>
              <a:gd name="connsiteX79" fmla="*/ 1424299 w 6569102"/>
              <a:gd name="connsiteY79" fmla="*/ 6315874 h 6861600"/>
              <a:gd name="connsiteX80" fmla="*/ 1424299 w 6569102"/>
              <a:gd name="connsiteY80" fmla="*/ 6290509 h 6861600"/>
              <a:gd name="connsiteX81" fmla="*/ 1485942 w 6569102"/>
              <a:gd name="connsiteY81" fmla="*/ 6290509 h 6861600"/>
              <a:gd name="connsiteX82" fmla="*/ 1485942 w 6569102"/>
              <a:gd name="connsiteY82" fmla="*/ 6301189 h 6861600"/>
              <a:gd name="connsiteX83" fmla="*/ 1514769 w 6569102"/>
              <a:gd name="connsiteY83" fmla="*/ 6301189 h 6861600"/>
              <a:gd name="connsiteX84" fmla="*/ 1514769 w 6569102"/>
              <a:gd name="connsiteY84" fmla="*/ 6286504 h 6861600"/>
              <a:gd name="connsiteX85" fmla="*/ 1496586 w 6569102"/>
              <a:gd name="connsiteY85" fmla="*/ 6265144 h 6861600"/>
              <a:gd name="connsiteX86" fmla="*/ 418041 w 6569102"/>
              <a:gd name="connsiteY86" fmla="*/ 6184154 h 6861600"/>
              <a:gd name="connsiteX87" fmla="*/ 386554 w 6569102"/>
              <a:gd name="connsiteY87" fmla="*/ 6217529 h 6861600"/>
              <a:gd name="connsiteX88" fmla="*/ 386554 w 6569102"/>
              <a:gd name="connsiteY88" fmla="*/ 6441363 h 6861600"/>
              <a:gd name="connsiteX89" fmla="*/ 418041 w 6569102"/>
              <a:gd name="connsiteY89" fmla="*/ 6474738 h 6861600"/>
              <a:gd name="connsiteX90" fmla="*/ 624260 w 6569102"/>
              <a:gd name="connsiteY90" fmla="*/ 6474738 h 6861600"/>
              <a:gd name="connsiteX91" fmla="*/ 657077 w 6569102"/>
              <a:gd name="connsiteY91" fmla="*/ 6441363 h 6861600"/>
              <a:gd name="connsiteX92" fmla="*/ 657077 w 6569102"/>
              <a:gd name="connsiteY92" fmla="*/ 6431745 h 6861600"/>
              <a:gd name="connsiteX93" fmla="*/ 657077 w 6569102"/>
              <a:gd name="connsiteY93" fmla="*/ 6406389 h 6861600"/>
              <a:gd name="connsiteX94" fmla="*/ 657077 w 6569102"/>
              <a:gd name="connsiteY94" fmla="*/ 6370541 h 6861600"/>
              <a:gd name="connsiteX95" fmla="*/ 657077 w 6569102"/>
              <a:gd name="connsiteY95" fmla="*/ 6329446 h 6861600"/>
              <a:gd name="connsiteX96" fmla="*/ 657077 w 6569102"/>
              <a:gd name="connsiteY96" fmla="*/ 6288352 h 6861600"/>
              <a:gd name="connsiteX97" fmla="*/ 657077 w 6569102"/>
              <a:gd name="connsiteY97" fmla="*/ 6252503 h 6861600"/>
              <a:gd name="connsiteX98" fmla="*/ 657077 w 6569102"/>
              <a:gd name="connsiteY98" fmla="*/ 6227147 h 6861600"/>
              <a:gd name="connsiteX99" fmla="*/ 657077 w 6569102"/>
              <a:gd name="connsiteY99" fmla="*/ 6217529 h 6861600"/>
              <a:gd name="connsiteX100" fmla="*/ 624260 w 6569102"/>
              <a:gd name="connsiteY100" fmla="*/ 6184154 h 6861600"/>
              <a:gd name="connsiteX101" fmla="*/ 0 w 6569102"/>
              <a:gd name="connsiteY101" fmla="*/ 0 h 6861600"/>
              <a:gd name="connsiteX102" fmla="*/ 6569102 w 6569102"/>
              <a:gd name="connsiteY102" fmla="*/ 0 h 6861600"/>
              <a:gd name="connsiteX103" fmla="*/ 6483195 w 6569102"/>
              <a:gd name="connsiteY103" fmla="*/ 4338 h 6861600"/>
              <a:gd name="connsiteX104" fmla="*/ 5728801 w 6569102"/>
              <a:gd name="connsiteY104" fmla="*/ 840310 h 6861600"/>
              <a:gd name="connsiteX105" fmla="*/ 5728801 w 6569102"/>
              <a:gd name="connsiteY105" fmla="*/ 6861600 h 6861600"/>
              <a:gd name="connsiteX106" fmla="*/ 0 w 6569102"/>
              <a:gd name="connsiteY106" fmla="*/ 6861600 h 686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</a:cxnLst>
            <a:rect l="l" t="t" r="r" b="b"/>
            <a:pathLst>
              <a:path w="6569102" h="6861600">
                <a:moveTo>
                  <a:pt x="1278394" y="6290509"/>
                </a:moveTo>
                <a:lnTo>
                  <a:pt x="1341368" y="6290509"/>
                </a:lnTo>
                <a:lnTo>
                  <a:pt x="1341368" y="6323884"/>
                </a:lnTo>
                <a:lnTo>
                  <a:pt x="1278394" y="6323884"/>
                </a:lnTo>
                <a:close/>
                <a:moveTo>
                  <a:pt x="1015853" y="6289174"/>
                </a:moveTo>
                <a:lnTo>
                  <a:pt x="1038027" y="6343909"/>
                </a:lnTo>
                <a:lnTo>
                  <a:pt x="993679" y="6343909"/>
                </a:lnTo>
                <a:close/>
                <a:moveTo>
                  <a:pt x="1542264" y="6265589"/>
                </a:moveTo>
                <a:lnTo>
                  <a:pt x="1542264" y="6393304"/>
                </a:lnTo>
                <a:lnTo>
                  <a:pt x="1572864" y="6393304"/>
                </a:lnTo>
                <a:lnTo>
                  <a:pt x="1572864" y="6334564"/>
                </a:lnTo>
                <a:lnTo>
                  <a:pt x="1630517" y="6393304"/>
                </a:lnTo>
                <a:lnTo>
                  <a:pt x="1672647" y="6393304"/>
                </a:lnTo>
                <a:lnTo>
                  <a:pt x="1603021" y="6325219"/>
                </a:lnTo>
                <a:lnTo>
                  <a:pt x="1669986" y="6265589"/>
                </a:lnTo>
                <a:lnTo>
                  <a:pt x="1629186" y="6265589"/>
                </a:lnTo>
                <a:lnTo>
                  <a:pt x="1572864" y="6317209"/>
                </a:lnTo>
                <a:lnTo>
                  <a:pt x="1572864" y="6265589"/>
                </a:lnTo>
                <a:close/>
                <a:moveTo>
                  <a:pt x="1248237" y="6265589"/>
                </a:moveTo>
                <a:lnTo>
                  <a:pt x="1248237" y="6393304"/>
                </a:lnTo>
                <a:lnTo>
                  <a:pt x="1278394" y="6393304"/>
                </a:lnTo>
                <a:lnTo>
                  <a:pt x="1278394" y="6349249"/>
                </a:lnTo>
                <a:lnTo>
                  <a:pt x="1311211" y="6349249"/>
                </a:lnTo>
                <a:lnTo>
                  <a:pt x="1338707" y="6393304"/>
                </a:lnTo>
                <a:lnTo>
                  <a:pt x="1371525" y="6393304"/>
                </a:lnTo>
                <a:lnTo>
                  <a:pt x="1342698" y="6349249"/>
                </a:lnTo>
                <a:lnTo>
                  <a:pt x="1345359" y="6349249"/>
                </a:lnTo>
                <a:cubicBezTo>
                  <a:pt x="1362211" y="6349249"/>
                  <a:pt x="1370194" y="6339904"/>
                  <a:pt x="1370194" y="6329224"/>
                </a:cubicBezTo>
                <a:lnTo>
                  <a:pt x="1370194" y="6286949"/>
                </a:lnTo>
                <a:cubicBezTo>
                  <a:pt x="1370194" y="6273599"/>
                  <a:pt x="1362211" y="6265589"/>
                  <a:pt x="1349351" y="6265589"/>
                </a:cubicBezTo>
                <a:close/>
                <a:moveTo>
                  <a:pt x="1104992" y="6265589"/>
                </a:moveTo>
                <a:lnTo>
                  <a:pt x="1104992" y="6393304"/>
                </a:lnTo>
                <a:lnTo>
                  <a:pt x="1226062" y="6393304"/>
                </a:lnTo>
                <a:lnTo>
                  <a:pt x="1226062" y="6367939"/>
                </a:lnTo>
                <a:lnTo>
                  <a:pt x="1133818" y="6367939"/>
                </a:lnTo>
                <a:lnTo>
                  <a:pt x="1133818" y="6341239"/>
                </a:lnTo>
                <a:lnTo>
                  <a:pt x="1212758" y="6341239"/>
                </a:lnTo>
                <a:lnTo>
                  <a:pt x="1212758" y="6315874"/>
                </a:lnTo>
                <a:lnTo>
                  <a:pt x="1133818" y="6315874"/>
                </a:lnTo>
                <a:lnTo>
                  <a:pt x="1133818" y="6290509"/>
                </a:lnTo>
                <a:lnTo>
                  <a:pt x="1224732" y="6290509"/>
                </a:lnTo>
                <a:lnTo>
                  <a:pt x="1224732" y="6265589"/>
                </a:lnTo>
                <a:close/>
                <a:moveTo>
                  <a:pt x="995896" y="6265589"/>
                </a:moveTo>
                <a:lnTo>
                  <a:pt x="939574" y="6393304"/>
                </a:lnTo>
                <a:lnTo>
                  <a:pt x="972392" y="6393304"/>
                </a:lnTo>
                <a:lnTo>
                  <a:pt x="983035" y="6367939"/>
                </a:lnTo>
                <a:lnTo>
                  <a:pt x="1048670" y="6367939"/>
                </a:lnTo>
                <a:lnTo>
                  <a:pt x="1060644" y="6393304"/>
                </a:lnTo>
                <a:lnTo>
                  <a:pt x="1092131" y="6393304"/>
                </a:lnTo>
                <a:lnTo>
                  <a:pt x="1035366" y="6265589"/>
                </a:lnTo>
                <a:close/>
                <a:moveTo>
                  <a:pt x="778147" y="6265589"/>
                </a:moveTo>
                <a:lnTo>
                  <a:pt x="778147" y="6393304"/>
                </a:lnTo>
                <a:lnTo>
                  <a:pt x="805643" y="6393304"/>
                </a:lnTo>
                <a:lnTo>
                  <a:pt x="805643" y="6319879"/>
                </a:lnTo>
                <a:lnTo>
                  <a:pt x="838460" y="6393304"/>
                </a:lnTo>
                <a:lnTo>
                  <a:pt x="867287" y="6393304"/>
                </a:lnTo>
                <a:lnTo>
                  <a:pt x="900104" y="6318544"/>
                </a:lnTo>
                <a:lnTo>
                  <a:pt x="900104" y="6393304"/>
                </a:lnTo>
                <a:lnTo>
                  <a:pt x="927600" y="6393304"/>
                </a:lnTo>
                <a:lnTo>
                  <a:pt x="927600" y="6265589"/>
                </a:lnTo>
                <a:lnTo>
                  <a:pt x="894782" y="6265589"/>
                </a:lnTo>
                <a:lnTo>
                  <a:pt x="852652" y="6361264"/>
                </a:lnTo>
                <a:lnTo>
                  <a:pt x="810965" y="6265589"/>
                </a:lnTo>
                <a:close/>
                <a:moveTo>
                  <a:pt x="1414986" y="6265144"/>
                </a:moveTo>
                <a:cubicBezTo>
                  <a:pt x="1404786" y="6265144"/>
                  <a:pt x="1395472" y="6273154"/>
                  <a:pt x="1395472" y="6285169"/>
                </a:cubicBezTo>
                <a:lnTo>
                  <a:pt x="1395472" y="6322549"/>
                </a:lnTo>
                <a:cubicBezTo>
                  <a:pt x="1395472" y="6333229"/>
                  <a:pt x="1403012" y="6341239"/>
                  <a:pt x="1414986" y="6341239"/>
                </a:cubicBezTo>
                <a:lnTo>
                  <a:pt x="1485942" y="6341239"/>
                </a:lnTo>
                <a:lnTo>
                  <a:pt x="1485942" y="6367939"/>
                </a:lnTo>
                <a:lnTo>
                  <a:pt x="1424299" y="6367939"/>
                </a:lnTo>
                <a:lnTo>
                  <a:pt x="1424299" y="6358594"/>
                </a:lnTo>
                <a:lnTo>
                  <a:pt x="1394142" y="6358594"/>
                </a:lnTo>
                <a:lnTo>
                  <a:pt x="1394142" y="6374614"/>
                </a:lnTo>
                <a:cubicBezTo>
                  <a:pt x="1394142" y="6385294"/>
                  <a:pt x="1400351" y="6393304"/>
                  <a:pt x="1413655" y="6393304"/>
                </a:cubicBezTo>
                <a:lnTo>
                  <a:pt x="1424299" y="6393304"/>
                </a:lnTo>
                <a:lnTo>
                  <a:pt x="1495256" y="6393304"/>
                </a:lnTo>
                <a:cubicBezTo>
                  <a:pt x="1508116" y="6393304"/>
                  <a:pt x="1514769" y="6385294"/>
                  <a:pt x="1514769" y="6373279"/>
                </a:cubicBezTo>
                <a:lnTo>
                  <a:pt x="1514769" y="6337234"/>
                </a:lnTo>
                <a:cubicBezTo>
                  <a:pt x="1514769" y="6323884"/>
                  <a:pt x="1505899" y="6315874"/>
                  <a:pt x="1495256" y="6315874"/>
                </a:cubicBezTo>
                <a:lnTo>
                  <a:pt x="1424299" y="6315874"/>
                </a:lnTo>
                <a:lnTo>
                  <a:pt x="1424299" y="6290509"/>
                </a:lnTo>
                <a:lnTo>
                  <a:pt x="1485942" y="6290509"/>
                </a:lnTo>
                <a:lnTo>
                  <a:pt x="1485942" y="6301189"/>
                </a:lnTo>
                <a:lnTo>
                  <a:pt x="1514769" y="6301189"/>
                </a:lnTo>
                <a:lnTo>
                  <a:pt x="1514769" y="6286504"/>
                </a:lnTo>
                <a:cubicBezTo>
                  <a:pt x="1514769" y="6273154"/>
                  <a:pt x="1507230" y="6265144"/>
                  <a:pt x="1496586" y="6265144"/>
                </a:cubicBezTo>
                <a:close/>
                <a:moveTo>
                  <a:pt x="418041" y="6184154"/>
                </a:moveTo>
                <a:cubicBezTo>
                  <a:pt x="401189" y="6184154"/>
                  <a:pt x="386554" y="6198839"/>
                  <a:pt x="386554" y="6217529"/>
                </a:cubicBezTo>
                <a:lnTo>
                  <a:pt x="386554" y="6441363"/>
                </a:lnTo>
                <a:cubicBezTo>
                  <a:pt x="386554" y="6460053"/>
                  <a:pt x="401189" y="6474738"/>
                  <a:pt x="418041" y="6474738"/>
                </a:cubicBezTo>
                <a:lnTo>
                  <a:pt x="624260" y="6474738"/>
                </a:lnTo>
                <a:cubicBezTo>
                  <a:pt x="642442" y="6474738"/>
                  <a:pt x="657077" y="6460053"/>
                  <a:pt x="657077" y="6441363"/>
                </a:cubicBezTo>
                <a:lnTo>
                  <a:pt x="657077" y="6431745"/>
                </a:lnTo>
                <a:lnTo>
                  <a:pt x="657077" y="6406389"/>
                </a:lnTo>
                <a:lnTo>
                  <a:pt x="657077" y="6370541"/>
                </a:lnTo>
                <a:lnTo>
                  <a:pt x="657077" y="6329446"/>
                </a:lnTo>
                <a:lnTo>
                  <a:pt x="657077" y="6288352"/>
                </a:lnTo>
                <a:lnTo>
                  <a:pt x="657077" y="6252503"/>
                </a:lnTo>
                <a:lnTo>
                  <a:pt x="657077" y="6227147"/>
                </a:lnTo>
                <a:lnTo>
                  <a:pt x="657077" y="6217529"/>
                </a:lnTo>
                <a:cubicBezTo>
                  <a:pt x="657077" y="6198839"/>
                  <a:pt x="642442" y="6184154"/>
                  <a:pt x="624260" y="6184154"/>
                </a:cubicBezTo>
                <a:close/>
                <a:moveTo>
                  <a:pt x="0" y="0"/>
                </a:moveTo>
                <a:lnTo>
                  <a:pt x="6569102" y="0"/>
                </a:lnTo>
                <a:lnTo>
                  <a:pt x="6483195" y="4338"/>
                </a:lnTo>
                <a:cubicBezTo>
                  <a:pt x="6059463" y="47370"/>
                  <a:pt x="5728801" y="405225"/>
                  <a:pt x="5728801" y="840310"/>
                </a:cubicBezTo>
                <a:lnTo>
                  <a:pt x="5728801" y="6861600"/>
                </a:lnTo>
                <a:lnTo>
                  <a:pt x="0" y="6861600"/>
                </a:lnTo>
                <a:close/>
              </a:path>
            </a:pathLst>
          </a:custGeom>
          <a:solidFill>
            <a:srgbClr val="CFCFCF"/>
          </a:solidFill>
        </p:spPr>
        <p:txBody>
          <a:bodyPr wrap="square" tIns="72000" anchor="t" anchorCtr="0">
            <a:noAutofit/>
          </a:bodyPr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1200">
                <a:solidFill>
                  <a:schemeClr val="bg1"/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Click here and insert picture</a:t>
            </a:r>
          </a:p>
        </p:txBody>
      </p:sp>
      <p:sp>
        <p:nvSpPr>
          <p:cNvPr id="12" name="Freeform 11">
            <a:extLst>
              <a:ext uri="{FF2B5EF4-FFF2-40B4-BE49-F238E27FC236}">
                <a16:creationId xmlns:a16="http://schemas.microsoft.com/office/drawing/2014/main" id="{AB84FBBB-C3EE-85E2-4EDC-E8D48EFA75F7}"/>
              </a:ext>
            </a:extLst>
          </p:cNvPr>
          <p:cNvSpPr/>
          <p:nvPr userDrawn="1"/>
        </p:nvSpPr>
        <p:spPr>
          <a:xfrm rot="10800000">
            <a:off x="6097935" y="0"/>
            <a:ext cx="6094065" cy="6858000"/>
          </a:xfrm>
          <a:custGeom>
            <a:avLst/>
            <a:gdLst>
              <a:gd name="connsiteX0" fmla="*/ 5253764 w 6094065"/>
              <a:gd name="connsiteY0" fmla="*/ 6858000 h 6858000"/>
              <a:gd name="connsiteX1" fmla="*/ 4457700 w 6094065"/>
              <a:gd name="connsiteY1" fmla="*/ 6858000 h 6858000"/>
              <a:gd name="connsiteX2" fmla="*/ 4140200 w 6094065"/>
              <a:gd name="connsiteY2" fmla="*/ 6858000 h 6858000"/>
              <a:gd name="connsiteX3" fmla="*/ 4048382 w 6094065"/>
              <a:gd name="connsiteY3" fmla="*/ 6858000 h 6858000"/>
              <a:gd name="connsiteX4" fmla="*/ 3730882 w 6094065"/>
              <a:gd name="connsiteY4" fmla="*/ 6858000 h 6858000"/>
              <a:gd name="connsiteX5" fmla="*/ 0 w 6094065"/>
              <a:gd name="connsiteY5" fmla="*/ 6858000 h 6858000"/>
              <a:gd name="connsiteX6" fmla="*/ 0 w 6094065"/>
              <a:gd name="connsiteY6" fmla="*/ 0 h 6858000"/>
              <a:gd name="connsiteX7" fmla="*/ 4140200 w 6094065"/>
              <a:gd name="connsiteY7" fmla="*/ 0 h 6858000"/>
              <a:gd name="connsiteX8" fmla="*/ 4457700 w 6094065"/>
              <a:gd name="connsiteY8" fmla="*/ 0 h 6858000"/>
              <a:gd name="connsiteX9" fmla="*/ 6094065 w 6094065"/>
              <a:gd name="connsiteY9" fmla="*/ 0 h 6858000"/>
              <a:gd name="connsiteX10" fmla="*/ 6094065 w 6094065"/>
              <a:gd name="connsiteY10" fmla="*/ 6017690 h 6858000"/>
              <a:gd name="connsiteX11" fmla="*/ 5339671 w 6094065"/>
              <a:gd name="connsiteY11" fmla="*/ 6853662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094065" h="6858000">
                <a:moveTo>
                  <a:pt x="5253764" y="6858000"/>
                </a:moveTo>
                <a:lnTo>
                  <a:pt x="4457700" y="6858000"/>
                </a:lnTo>
                <a:lnTo>
                  <a:pt x="4140200" y="6858000"/>
                </a:lnTo>
                <a:lnTo>
                  <a:pt x="4048382" y="6858000"/>
                </a:lnTo>
                <a:lnTo>
                  <a:pt x="3730882" y="6858000"/>
                </a:lnTo>
                <a:lnTo>
                  <a:pt x="0" y="6858000"/>
                </a:lnTo>
                <a:lnTo>
                  <a:pt x="0" y="0"/>
                </a:lnTo>
                <a:lnTo>
                  <a:pt x="4140200" y="0"/>
                </a:lnTo>
                <a:lnTo>
                  <a:pt x="4457700" y="0"/>
                </a:lnTo>
                <a:lnTo>
                  <a:pt x="6094065" y="0"/>
                </a:lnTo>
                <a:lnTo>
                  <a:pt x="6094065" y="6017690"/>
                </a:lnTo>
                <a:cubicBezTo>
                  <a:pt x="6094065" y="6452775"/>
                  <a:pt x="5763403" y="6810630"/>
                  <a:pt x="5339671" y="6853662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237600" tIns="237600" rIns="237600" bIns="237600" rtlCol="0" anchor="ctr">
            <a:noAutofit/>
          </a:bodyPr>
          <a:lstStyle/>
          <a:p>
            <a:pPr algn="ctr"/>
            <a:endParaRPr lang="en-001" sz="2000" noProof="0" err="1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6596063" y="2732087"/>
            <a:ext cx="5094287" cy="3171001"/>
          </a:xfrm>
        </p:spPr>
        <p:txBody>
          <a:bodyPr anchor="t"/>
          <a:lstStyle>
            <a:lvl1pPr algn="l">
              <a:defRPr sz="3200" spc="-150">
                <a:solidFill>
                  <a:schemeClr val="tx1"/>
                </a:solidFill>
              </a:defRPr>
            </a:lvl1pPr>
          </a:lstStyle>
          <a:p>
            <a:r>
              <a:rPr lang="en-GB"/>
              <a:t>Click to add quote</a:t>
            </a:r>
          </a:p>
        </p:txBody>
      </p:sp>
      <p:sp>
        <p:nvSpPr>
          <p:cNvPr id="3" name="Text Placeholder 12">
            <a:extLst>
              <a:ext uri="{FF2B5EF4-FFF2-40B4-BE49-F238E27FC236}">
                <a16:creationId xmlns:a16="http://schemas.microsoft.com/office/drawing/2014/main" id="{2D0F18FF-64AA-2E82-DDBF-AEF954EF3019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596063" y="5943600"/>
            <a:ext cx="5094287" cy="459086"/>
          </a:xfrm>
        </p:spPr>
        <p:txBody>
          <a:bodyPr anchor="b" anchorCtr="0"/>
          <a:lstStyle>
            <a:lvl1pPr marL="0" indent="0">
              <a:lnSpc>
                <a:spcPts val="1300"/>
              </a:lnSpc>
              <a:buFontTx/>
              <a:buNone/>
              <a:defRPr sz="1400">
                <a:solidFill>
                  <a:schemeClr val="tx1"/>
                </a:solidFill>
                <a:latin typeface="+mj-lt"/>
              </a:defRPr>
            </a:lvl1pPr>
            <a:lvl2pPr marL="180000" indent="0">
              <a:buFontTx/>
              <a:buNone/>
              <a:defRPr sz="1400">
                <a:solidFill>
                  <a:schemeClr val="bg1"/>
                </a:solidFill>
                <a:latin typeface="+mj-lt"/>
              </a:defRPr>
            </a:lvl2pPr>
            <a:lvl3pPr marL="360000" indent="0">
              <a:buFontTx/>
              <a:buNone/>
              <a:defRPr sz="1400">
                <a:solidFill>
                  <a:schemeClr val="bg1"/>
                </a:solidFill>
                <a:latin typeface="+mj-lt"/>
              </a:defRPr>
            </a:lvl3pPr>
            <a:lvl4pPr>
              <a:buFontTx/>
              <a:buNone/>
              <a:defRPr sz="1400">
                <a:solidFill>
                  <a:schemeClr val="bg1"/>
                </a:solidFill>
                <a:latin typeface="+mj-lt"/>
              </a:defRPr>
            </a:lvl4pPr>
            <a:lvl5pPr>
              <a:buFontTx/>
              <a:buNone/>
              <a:defRPr sz="1400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add name</a:t>
            </a:r>
            <a:endParaRPr lang="en-001"/>
          </a:p>
        </p:txBody>
      </p:sp>
    </p:spTree>
    <p:extLst>
      <p:ext uri="{BB962C8B-B14F-4D97-AF65-F5344CB8AC3E}">
        <p14:creationId xmlns:p14="http://schemas.microsoft.com/office/powerpoint/2010/main" val="703739662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ull bleed image A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" name="Picture 29">
            <a:extLst>
              <a:ext uri="{FF2B5EF4-FFF2-40B4-BE49-F238E27FC236}">
                <a16:creationId xmlns:a16="http://schemas.microsoft.com/office/drawing/2014/main" id="{927E9CDB-1F39-9430-8EA5-65A3BC8D111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371475" y="6169025"/>
            <a:ext cx="1299398" cy="320399"/>
          </a:xfrm>
          <a:prstGeom prst="rect">
            <a:avLst/>
          </a:prstGeom>
        </p:spPr>
      </p:pic>
      <p:sp>
        <p:nvSpPr>
          <p:cNvPr id="6" name="Date Placeholder 5" hidden="1">
            <a:extLst>
              <a:ext uri="{FF2B5EF4-FFF2-40B4-BE49-F238E27FC236}">
                <a16:creationId xmlns:a16="http://schemas.microsoft.com/office/drawing/2014/main" id="{08F8CACC-6EC3-45E4-B2E4-A9916C3AA0BC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>
            <a:lvl1pPr>
              <a:defRPr>
                <a:noFill/>
              </a:defRPr>
            </a:lvl1pPr>
          </a:lstStyle>
          <a:p>
            <a:endParaRPr lang="en-GB"/>
          </a:p>
        </p:txBody>
      </p:sp>
      <p:sp>
        <p:nvSpPr>
          <p:cNvPr id="36" name="Picture Placeholder 35">
            <a:extLst>
              <a:ext uri="{FF2B5EF4-FFF2-40B4-BE49-F238E27FC236}">
                <a16:creationId xmlns:a16="http://schemas.microsoft.com/office/drawing/2014/main" id="{67613774-AF57-BF59-8A57-A53D318AE4E9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3200" cy="6861600"/>
          </a:xfrm>
          <a:custGeom>
            <a:avLst/>
            <a:gdLst>
              <a:gd name="connsiteX0" fmla="*/ 1278393 w 12193200"/>
              <a:gd name="connsiteY0" fmla="*/ 6290509 h 6861600"/>
              <a:gd name="connsiteX1" fmla="*/ 1341367 w 12193200"/>
              <a:gd name="connsiteY1" fmla="*/ 6290509 h 6861600"/>
              <a:gd name="connsiteX2" fmla="*/ 1341367 w 12193200"/>
              <a:gd name="connsiteY2" fmla="*/ 6323884 h 6861600"/>
              <a:gd name="connsiteX3" fmla="*/ 1278393 w 12193200"/>
              <a:gd name="connsiteY3" fmla="*/ 6323884 h 6861600"/>
              <a:gd name="connsiteX4" fmla="*/ 1015852 w 12193200"/>
              <a:gd name="connsiteY4" fmla="*/ 6289174 h 6861600"/>
              <a:gd name="connsiteX5" fmla="*/ 1038026 w 12193200"/>
              <a:gd name="connsiteY5" fmla="*/ 6343909 h 6861600"/>
              <a:gd name="connsiteX6" fmla="*/ 993678 w 12193200"/>
              <a:gd name="connsiteY6" fmla="*/ 6343909 h 6861600"/>
              <a:gd name="connsiteX7" fmla="*/ 1542263 w 12193200"/>
              <a:gd name="connsiteY7" fmla="*/ 6265589 h 6861600"/>
              <a:gd name="connsiteX8" fmla="*/ 1542263 w 12193200"/>
              <a:gd name="connsiteY8" fmla="*/ 6393304 h 6861600"/>
              <a:gd name="connsiteX9" fmla="*/ 1572863 w 12193200"/>
              <a:gd name="connsiteY9" fmla="*/ 6393304 h 6861600"/>
              <a:gd name="connsiteX10" fmla="*/ 1572863 w 12193200"/>
              <a:gd name="connsiteY10" fmla="*/ 6334564 h 6861600"/>
              <a:gd name="connsiteX11" fmla="*/ 1630516 w 12193200"/>
              <a:gd name="connsiteY11" fmla="*/ 6393304 h 6861600"/>
              <a:gd name="connsiteX12" fmla="*/ 1672646 w 12193200"/>
              <a:gd name="connsiteY12" fmla="*/ 6393304 h 6861600"/>
              <a:gd name="connsiteX13" fmla="*/ 1603020 w 12193200"/>
              <a:gd name="connsiteY13" fmla="*/ 6325219 h 6861600"/>
              <a:gd name="connsiteX14" fmla="*/ 1669985 w 12193200"/>
              <a:gd name="connsiteY14" fmla="*/ 6265589 h 6861600"/>
              <a:gd name="connsiteX15" fmla="*/ 1629185 w 12193200"/>
              <a:gd name="connsiteY15" fmla="*/ 6265589 h 6861600"/>
              <a:gd name="connsiteX16" fmla="*/ 1572863 w 12193200"/>
              <a:gd name="connsiteY16" fmla="*/ 6317209 h 6861600"/>
              <a:gd name="connsiteX17" fmla="*/ 1572863 w 12193200"/>
              <a:gd name="connsiteY17" fmla="*/ 6265589 h 6861600"/>
              <a:gd name="connsiteX18" fmla="*/ 1248236 w 12193200"/>
              <a:gd name="connsiteY18" fmla="*/ 6265589 h 6861600"/>
              <a:gd name="connsiteX19" fmla="*/ 1248236 w 12193200"/>
              <a:gd name="connsiteY19" fmla="*/ 6393304 h 6861600"/>
              <a:gd name="connsiteX20" fmla="*/ 1278393 w 12193200"/>
              <a:gd name="connsiteY20" fmla="*/ 6393304 h 6861600"/>
              <a:gd name="connsiteX21" fmla="*/ 1278393 w 12193200"/>
              <a:gd name="connsiteY21" fmla="*/ 6349249 h 6861600"/>
              <a:gd name="connsiteX22" fmla="*/ 1311210 w 12193200"/>
              <a:gd name="connsiteY22" fmla="*/ 6349249 h 6861600"/>
              <a:gd name="connsiteX23" fmla="*/ 1338706 w 12193200"/>
              <a:gd name="connsiteY23" fmla="*/ 6393304 h 6861600"/>
              <a:gd name="connsiteX24" fmla="*/ 1371524 w 12193200"/>
              <a:gd name="connsiteY24" fmla="*/ 6393304 h 6861600"/>
              <a:gd name="connsiteX25" fmla="*/ 1342697 w 12193200"/>
              <a:gd name="connsiteY25" fmla="*/ 6349249 h 6861600"/>
              <a:gd name="connsiteX26" fmla="*/ 1345358 w 12193200"/>
              <a:gd name="connsiteY26" fmla="*/ 6349249 h 6861600"/>
              <a:gd name="connsiteX27" fmla="*/ 1370193 w 12193200"/>
              <a:gd name="connsiteY27" fmla="*/ 6329224 h 6861600"/>
              <a:gd name="connsiteX28" fmla="*/ 1370193 w 12193200"/>
              <a:gd name="connsiteY28" fmla="*/ 6286949 h 6861600"/>
              <a:gd name="connsiteX29" fmla="*/ 1349350 w 12193200"/>
              <a:gd name="connsiteY29" fmla="*/ 6265589 h 6861600"/>
              <a:gd name="connsiteX30" fmla="*/ 1104991 w 12193200"/>
              <a:gd name="connsiteY30" fmla="*/ 6265589 h 6861600"/>
              <a:gd name="connsiteX31" fmla="*/ 1104991 w 12193200"/>
              <a:gd name="connsiteY31" fmla="*/ 6393304 h 6861600"/>
              <a:gd name="connsiteX32" fmla="*/ 1226061 w 12193200"/>
              <a:gd name="connsiteY32" fmla="*/ 6393304 h 6861600"/>
              <a:gd name="connsiteX33" fmla="*/ 1226061 w 12193200"/>
              <a:gd name="connsiteY33" fmla="*/ 6367939 h 6861600"/>
              <a:gd name="connsiteX34" fmla="*/ 1133817 w 12193200"/>
              <a:gd name="connsiteY34" fmla="*/ 6367939 h 6861600"/>
              <a:gd name="connsiteX35" fmla="*/ 1133817 w 12193200"/>
              <a:gd name="connsiteY35" fmla="*/ 6341239 h 6861600"/>
              <a:gd name="connsiteX36" fmla="*/ 1212757 w 12193200"/>
              <a:gd name="connsiteY36" fmla="*/ 6341239 h 6861600"/>
              <a:gd name="connsiteX37" fmla="*/ 1212757 w 12193200"/>
              <a:gd name="connsiteY37" fmla="*/ 6315874 h 6861600"/>
              <a:gd name="connsiteX38" fmla="*/ 1133817 w 12193200"/>
              <a:gd name="connsiteY38" fmla="*/ 6315874 h 6861600"/>
              <a:gd name="connsiteX39" fmla="*/ 1133817 w 12193200"/>
              <a:gd name="connsiteY39" fmla="*/ 6290509 h 6861600"/>
              <a:gd name="connsiteX40" fmla="*/ 1224731 w 12193200"/>
              <a:gd name="connsiteY40" fmla="*/ 6290509 h 6861600"/>
              <a:gd name="connsiteX41" fmla="*/ 1224731 w 12193200"/>
              <a:gd name="connsiteY41" fmla="*/ 6265589 h 6861600"/>
              <a:gd name="connsiteX42" fmla="*/ 995895 w 12193200"/>
              <a:gd name="connsiteY42" fmla="*/ 6265589 h 6861600"/>
              <a:gd name="connsiteX43" fmla="*/ 939573 w 12193200"/>
              <a:gd name="connsiteY43" fmla="*/ 6393304 h 6861600"/>
              <a:gd name="connsiteX44" fmla="*/ 972391 w 12193200"/>
              <a:gd name="connsiteY44" fmla="*/ 6393304 h 6861600"/>
              <a:gd name="connsiteX45" fmla="*/ 983034 w 12193200"/>
              <a:gd name="connsiteY45" fmla="*/ 6367939 h 6861600"/>
              <a:gd name="connsiteX46" fmla="*/ 1048669 w 12193200"/>
              <a:gd name="connsiteY46" fmla="*/ 6367939 h 6861600"/>
              <a:gd name="connsiteX47" fmla="*/ 1060643 w 12193200"/>
              <a:gd name="connsiteY47" fmla="*/ 6393304 h 6861600"/>
              <a:gd name="connsiteX48" fmla="*/ 1092130 w 12193200"/>
              <a:gd name="connsiteY48" fmla="*/ 6393304 h 6861600"/>
              <a:gd name="connsiteX49" fmla="*/ 1035365 w 12193200"/>
              <a:gd name="connsiteY49" fmla="*/ 6265589 h 6861600"/>
              <a:gd name="connsiteX50" fmla="*/ 778146 w 12193200"/>
              <a:gd name="connsiteY50" fmla="*/ 6265589 h 6861600"/>
              <a:gd name="connsiteX51" fmla="*/ 778146 w 12193200"/>
              <a:gd name="connsiteY51" fmla="*/ 6393304 h 6861600"/>
              <a:gd name="connsiteX52" fmla="*/ 805642 w 12193200"/>
              <a:gd name="connsiteY52" fmla="*/ 6393304 h 6861600"/>
              <a:gd name="connsiteX53" fmla="*/ 805642 w 12193200"/>
              <a:gd name="connsiteY53" fmla="*/ 6319879 h 6861600"/>
              <a:gd name="connsiteX54" fmla="*/ 838459 w 12193200"/>
              <a:gd name="connsiteY54" fmla="*/ 6393304 h 6861600"/>
              <a:gd name="connsiteX55" fmla="*/ 867286 w 12193200"/>
              <a:gd name="connsiteY55" fmla="*/ 6393304 h 6861600"/>
              <a:gd name="connsiteX56" fmla="*/ 900103 w 12193200"/>
              <a:gd name="connsiteY56" fmla="*/ 6318544 h 6861600"/>
              <a:gd name="connsiteX57" fmla="*/ 900103 w 12193200"/>
              <a:gd name="connsiteY57" fmla="*/ 6393304 h 6861600"/>
              <a:gd name="connsiteX58" fmla="*/ 927599 w 12193200"/>
              <a:gd name="connsiteY58" fmla="*/ 6393304 h 6861600"/>
              <a:gd name="connsiteX59" fmla="*/ 927599 w 12193200"/>
              <a:gd name="connsiteY59" fmla="*/ 6265589 h 6861600"/>
              <a:gd name="connsiteX60" fmla="*/ 894781 w 12193200"/>
              <a:gd name="connsiteY60" fmla="*/ 6265589 h 6861600"/>
              <a:gd name="connsiteX61" fmla="*/ 852651 w 12193200"/>
              <a:gd name="connsiteY61" fmla="*/ 6361264 h 6861600"/>
              <a:gd name="connsiteX62" fmla="*/ 810964 w 12193200"/>
              <a:gd name="connsiteY62" fmla="*/ 6265589 h 6861600"/>
              <a:gd name="connsiteX63" fmla="*/ 1414985 w 12193200"/>
              <a:gd name="connsiteY63" fmla="*/ 6265144 h 6861600"/>
              <a:gd name="connsiteX64" fmla="*/ 1395471 w 12193200"/>
              <a:gd name="connsiteY64" fmla="*/ 6285169 h 6861600"/>
              <a:gd name="connsiteX65" fmla="*/ 1395471 w 12193200"/>
              <a:gd name="connsiteY65" fmla="*/ 6322549 h 6861600"/>
              <a:gd name="connsiteX66" fmla="*/ 1414985 w 12193200"/>
              <a:gd name="connsiteY66" fmla="*/ 6341239 h 6861600"/>
              <a:gd name="connsiteX67" fmla="*/ 1485941 w 12193200"/>
              <a:gd name="connsiteY67" fmla="*/ 6341239 h 6861600"/>
              <a:gd name="connsiteX68" fmla="*/ 1485941 w 12193200"/>
              <a:gd name="connsiteY68" fmla="*/ 6367939 h 6861600"/>
              <a:gd name="connsiteX69" fmla="*/ 1424298 w 12193200"/>
              <a:gd name="connsiteY69" fmla="*/ 6367939 h 6861600"/>
              <a:gd name="connsiteX70" fmla="*/ 1424298 w 12193200"/>
              <a:gd name="connsiteY70" fmla="*/ 6358594 h 6861600"/>
              <a:gd name="connsiteX71" fmla="*/ 1394141 w 12193200"/>
              <a:gd name="connsiteY71" fmla="*/ 6358594 h 6861600"/>
              <a:gd name="connsiteX72" fmla="*/ 1394141 w 12193200"/>
              <a:gd name="connsiteY72" fmla="*/ 6374614 h 6861600"/>
              <a:gd name="connsiteX73" fmla="*/ 1413654 w 12193200"/>
              <a:gd name="connsiteY73" fmla="*/ 6393304 h 6861600"/>
              <a:gd name="connsiteX74" fmla="*/ 1424298 w 12193200"/>
              <a:gd name="connsiteY74" fmla="*/ 6393304 h 6861600"/>
              <a:gd name="connsiteX75" fmla="*/ 1495255 w 12193200"/>
              <a:gd name="connsiteY75" fmla="*/ 6393304 h 6861600"/>
              <a:gd name="connsiteX76" fmla="*/ 1514768 w 12193200"/>
              <a:gd name="connsiteY76" fmla="*/ 6373279 h 6861600"/>
              <a:gd name="connsiteX77" fmla="*/ 1514768 w 12193200"/>
              <a:gd name="connsiteY77" fmla="*/ 6337234 h 6861600"/>
              <a:gd name="connsiteX78" fmla="*/ 1495255 w 12193200"/>
              <a:gd name="connsiteY78" fmla="*/ 6315874 h 6861600"/>
              <a:gd name="connsiteX79" fmla="*/ 1424298 w 12193200"/>
              <a:gd name="connsiteY79" fmla="*/ 6315874 h 6861600"/>
              <a:gd name="connsiteX80" fmla="*/ 1424298 w 12193200"/>
              <a:gd name="connsiteY80" fmla="*/ 6290509 h 6861600"/>
              <a:gd name="connsiteX81" fmla="*/ 1485941 w 12193200"/>
              <a:gd name="connsiteY81" fmla="*/ 6290509 h 6861600"/>
              <a:gd name="connsiteX82" fmla="*/ 1485941 w 12193200"/>
              <a:gd name="connsiteY82" fmla="*/ 6301189 h 6861600"/>
              <a:gd name="connsiteX83" fmla="*/ 1514768 w 12193200"/>
              <a:gd name="connsiteY83" fmla="*/ 6301189 h 6861600"/>
              <a:gd name="connsiteX84" fmla="*/ 1514768 w 12193200"/>
              <a:gd name="connsiteY84" fmla="*/ 6286504 h 6861600"/>
              <a:gd name="connsiteX85" fmla="*/ 1496585 w 12193200"/>
              <a:gd name="connsiteY85" fmla="*/ 6265144 h 6861600"/>
              <a:gd name="connsiteX86" fmla="*/ 418040 w 12193200"/>
              <a:gd name="connsiteY86" fmla="*/ 6184154 h 6861600"/>
              <a:gd name="connsiteX87" fmla="*/ 386553 w 12193200"/>
              <a:gd name="connsiteY87" fmla="*/ 6217529 h 6861600"/>
              <a:gd name="connsiteX88" fmla="*/ 386553 w 12193200"/>
              <a:gd name="connsiteY88" fmla="*/ 6441363 h 6861600"/>
              <a:gd name="connsiteX89" fmla="*/ 418040 w 12193200"/>
              <a:gd name="connsiteY89" fmla="*/ 6474738 h 6861600"/>
              <a:gd name="connsiteX90" fmla="*/ 624259 w 12193200"/>
              <a:gd name="connsiteY90" fmla="*/ 6474738 h 6861600"/>
              <a:gd name="connsiteX91" fmla="*/ 657076 w 12193200"/>
              <a:gd name="connsiteY91" fmla="*/ 6441363 h 6861600"/>
              <a:gd name="connsiteX92" fmla="*/ 657076 w 12193200"/>
              <a:gd name="connsiteY92" fmla="*/ 6217529 h 6861600"/>
              <a:gd name="connsiteX93" fmla="*/ 624259 w 12193200"/>
              <a:gd name="connsiteY93" fmla="*/ 6184154 h 6861600"/>
              <a:gd name="connsiteX94" fmla="*/ 0 w 12193200"/>
              <a:gd name="connsiteY94" fmla="*/ 0 h 6861600"/>
              <a:gd name="connsiteX95" fmla="*/ 12193200 w 12193200"/>
              <a:gd name="connsiteY95" fmla="*/ 0 h 6861600"/>
              <a:gd name="connsiteX96" fmla="*/ 12193200 w 12193200"/>
              <a:gd name="connsiteY96" fmla="*/ 6861600 h 6861600"/>
              <a:gd name="connsiteX97" fmla="*/ 0 w 12193200"/>
              <a:gd name="connsiteY97" fmla="*/ 6861600 h 686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</a:cxnLst>
            <a:rect l="l" t="t" r="r" b="b"/>
            <a:pathLst>
              <a:path w="12193200" h="6861600">
                <a:moveTo>
                  <a:pt x="1278393" y="6290509"/>
                </a:moveTo>
                <a:lnTo>
                  <a:pt x="1341367" y="6290509"/>
                </a:lnTo>
                <a:lnTo>
                  <a:pt x="1341367" y="6323884"/>
                </a:lnTo>
                <a:lnTo>
                  <a:pt x="1278393" y="6323884"/>
                </a:lnTo>
                <a:close/>
                <a:moveTo>
                  <a:pt x="1015852" y="6289174"/>
                </a:moveTo>
                <a:lnTo>
                  <a:pt x="1038026" y="6343909"/>
                </a:lnTo>
                <a:lnTo>
                  <a:pt x="993678" y="6343909"/>
                </a:lnTo>
                <a:close/>
                <a:moveTo>
                  <a:pt x="1542263" y="6265589"/>
                </a:moveTo>
                <a:lnTo>
                  <a:pt x="1542263" y="6393304"/>
                </a:lnTo>
                <a:lnTo>
                  <a:pt x="1572863" y="6393304"/>
                </a:lnTo>
                <a:lnTo>
                  <a:pt x="1572863" y="6334564"/>
                </a:lnTo>
                <a:lnTo>
                  <a:pt x="1630516" y="6393304"/>
                </a:lnTo>
                <a:lnTo>
                  <a:pt x="1672646" y="6393304"/>
                </a:lnTo>
                <a:lnTo>
                  <a:pt x="1603020" y="6325219"/>
                </a:lnTo>
                <a:lnTo>
                  <a:pt x="1669985" y="6265589"/>
                </a:lnTo>
                <a:lnTo>
                  <a:pt x="1629185" y="6265589"/>
                </a:lnTo>
                <a:lnTo>
                  <a:pt x="1572863" y="6317209"/>
                </a:lnTo>
                <a:lnTo>
                  <a:pt x="1572863" y="6265589"/>
                </a:lnTo>
                <a:close/>
                <a:moveTo>
                  <a:pt x="1248236" y="6265589"/>
                </a:moveTo>
                <a:lnTo>
                  <a:pt x="1248236" y="6393304"/>
                </a:lnTo>
                <a:lnTo>
                  <a:pt x="1278393" y="6393304"/>
                </a:lnTo>
                <a:lnTo>
                  <a:pt x="1278393" y="6349249"/>
                </a:lnTo>
                <a:lnTo>
                  <a:pt x="1311210" y="6349249"/>
                </a:lnTo>
                <a:lnTo>
                  <a:pt x="1338706" y="6393304"/>
                </a:lnTo>
                <a:lnTo>
                  <a:pt x="1371524" y="6393304"/>
                </a:lnTo>
                <a:lnTo>
                  <a:pt x="1342697" y="6349249"/>
                </a:lnTo>
                <a:lnTo>
                  <a:pt x="1345358" y="6349249"/>
                </a:lnTo>
                <a:cubicBezTo>
                  <a:pt x="1362210" y="6349249"/>
                  <a:pt x="1370193" y="6339904"/>
                  <a:pt x="1370193" y="6329224"/>
                </a:cubicBezTo>
                <a:lnTo>
                  <a:pt x="1370193" y="6286949"/>
                </a:lnTo>
                <a:cubicBezTo>
                  <a:pt x="1370193" y="6273599"/>
                  <a:pt x="1362210" y="6265589"/>
                  <a:pt x="1349350" y="6265589"/>
                </a:cubicBezTo>
                <a:close/>
                <a:moveTo>
                  <a:pt x="1104991" y="6265589"/>
                </a:moveTo>
                <a:lnTo>
                  <a:pt x="1104991" y="6393304"/>
                </a:lnTo>
                <a:lnTo>
                  <a:pt x="1226061" y="6393304"/>
                </a:lnTo>
                <a:lnTo>
                  <a:pt x="1226061" y="6367939"/>
                </a:lnTo>
                <a:lnTo>
                  <a:pt x="1133817" y="6367939"/>
                </a:lnTo>
                <a:lnTo>
                  <a:pt x="1133817" y="6341239"/>
                </a:lnTo>
                <a:lnTo>
                  <a:pt x="1212757" y="6341239"/>
                </a:lnTo>
                <a:lnTo>
                  <a:pt x="1212757" y="6315874"/>
                </a:lnTo>
                <a:lnTo>
                  <a:pt x="1133817" y="6315874"/>
                </a:lnTo>
                <a:lnTo>
                  <a:pt x="1133817" y="6290509"/>
                </a:lnTo>
                <a:lnTo>
                  <a:pt x="1224731" y="6290509"/>
                </a:lnTo>
                <a:lnTo>
                  <a:pt x="1224731" y="6265589"/>
                </a:lnTo>
                <a:close/>
                <a:moveTo>
                  <a:pt x="995895" y="6265589"/>
                </a:moveTo>
                <a:lnTo>
                  <a:pt x="939573" y="6393304"/>
                </a:lnTo>
                <a:lnTo>
                  <a:pt x="972391" y="6393304"/>
                </a:lnTo>
                <a:lnTo>
                  <a:pt x="983034" y="6367939"/>
                </a:lnTo>
                <a:lnTo>
                  <a:pt x="1048669" y="6367939"/>
                </a:lnTo>
                <a:lnTo>
                  <a:pt x="1060643" y="6393304"/>
                </a:lnTo>
                <a:lnTo>
                  <a:pt x="1092130" y="6393304"/>
                </a:lnTo>
                <a:lnTo>
                  <a:pt x="1035365" y="6265589"/>
                </a:lnTo>
                <a:close/>
                <a:moveTo>
                  <a:pt x="778146" y="6265589"/>
                </a:moveTo>
                <a:lnTo>
                  <a:pt x="778146" y="6393304"/>
                </a:lnTo>
                <a:lnTo>
                  <a:pt x="805642" y="6393304"/>
                </a:lnTo>
                <a:lnTo>
                  <a:pt x="805642" y="6319879"/>
                </a:lnTo>
                <a:lnTo>
                  <a:pt x="838459" y="6393304"/>
                </a:lnTo>
                <a:lnTo>
                  <a:pt x="867286" y="6393304"/>
                </a:lnTo>
                <a:lnTo>
                  <a:pt x="900103" y="6318544"/>
                </a:lnTo>
                <a:lnTo>
                  <a:pt x="900103" y="6393304"/>
                </a:lnTo>
                <a:lnTo>
                  <a:pt x="927599" y="6393304"/>
                </a:lnTo>
                <a:lnTo>
                  <a:pt x="927599" y="6265589"/>
                </a:lnTo>
                <a:lnTo>
                  <a:pt x="894781" y="6265589"/>
                </a:lnTo>
                <a:lnTo>
                  <a:pt x="852651" y="6361264"/>
                </a:lnTo>
                <a:lnTo>
                  <a:pt x="810964" y="6265589"/>
                </a:lnTo>
                <a:close/>
                <a:moveTo>
                  <a:pt x="1414985" y="6265144"/>
                </a:moveTo>
                <a:cubicBezTo>
                  <a:pt x="1404785" y="6265144"/>
                  <a:pt x="1395471" y="6273154"/>
                  <a:pt x="1395471" y="6285169"/>
                </a:cubicBezTo>
                <a:lnTo>
                  <a:pt x="1395471" y="6322549"/>
                </a:lnTo>
                <a:cubicBezTo>
                  <a:pt x="1395471" y="6333229"/>
                  <a:pt x="1403011" y="6341239"/>
                  <a:pt x="1414985" y="6341239"/>
                </a:cubicBezTo>
                <a:lnTo>
                  <a:pt x="1485941" y="6341239"/>
                </a:lnTo>
                <a:lnTo>
                  <a:pt x="1485941" y="6367939"/>
                </a:lnTo>
                <a:lnTo>
                  <a:pt x="1424298" y="6367939"/>
                </a:lnTo>
                <a:lnTo>
                  <a:pt x="1424298" y="6358594"/>
                </a:lnTo>
                <a:lnTo>
                  <a:pt x="1394141" y="6358594"/>
                </a:lnTo>
                <a:lnTo>
                  <a:pt x="1394141" y="6374614"/>
                </a:lnTo>
                <a:cubicBezTo>
                  <a:pt x="1394141" y="6385294"/>
                  <a:pt x="1400350" y="6393304"/>
                  <a:pt x="1413654" y="6393304"/>
                </a:cubicBezTo>
                <a:lnTo>
                  <a:pt x="1424298" y="6393304"/>
                </a:lnTo>
                <a:lnTo>
                  <a:pt x="1495255" y="6393304"/>
                </a:lnTo>
                <a:cubicBezTo>
                  <a:pt x="1508115" y="6393304"/>
                  <a:pt x="1514768" y="6385294"/>
                  <a:pt x="1514768" y="6373279"/>
                </a:cubicBezTo>
                <a:lnTo>
                  <a:pt x="1514768" y="6337234"/>
                </a:lnTo>
                <a:cubicBezTo>
                  <a:pt x="1514768" y="6323884"/>
                  <a:pt x="1505898" y="6315874"/>
                  <a:pt x="1495255" y="6315874"/>
                </a:cubicBezTo>
                <a:lnTo>
                  <a:pt x="1424298" y="6315874"/>
                </a:lnTo>
                <a:lnTo>
                  <a:pt x="1424298" y="6290509"/>
                </a:lnTo>
                <a:lnTo>
                  <a:pt x="1485941" y="6290509"/>
                </a:lnTo>
                <a:lnTo>
                  <a:pt x="1485941" y="6301189"/>
                </a:lnTo>
                <a:lnTo>
                  <a:pt x="1514768" y="6301189"/>
                </a:lnTo>
                <a:lnTo>
                  <a:pt x="1514768" y="6286504"/>
                </a:lnTo>
                <a:cubicBezTo>
                  <a:pt x="1514768" y="6273154"/>
                  <a:pt x="1507229" y="6265144"/>
                  <a:pt x="1496585" y="6265144"/>
                </a:cubicBezTo>
                <a:close/>
                <a:moveTo>
                  <a:pt x="418040" y="6184154"/>
                </a:moveTo>
                <a:cubicBezTo>
                  <a:pt x="401188" y="6184154"/>
                  <a:pt x="386553" y="6198839"/>
                  <a:pt x="386553" y="6217529"/>
                </a:cubicBezTo>
                <a:lnTo>
                  <a:pt x="386553" y="6441363"/>
                </a:lnTo>
                <a:cubicBezTo>
                  <a:pt x="386553" y="6460053"/>
                  <a:pt x="401188" y="6474738"/>
                  <a:pt x="418040" y="6474738"/>
                </a:cubicBezTo>
                <a:lnTo>
                  <a:pt x="624259" y="6474738"/>
                </a:lnTo>
                <a:cubicBezTo>
                  <a:pt x="642441" y="6474738"/>
                  <a:pt x="657076" y="6460053"/>
                  <a:pt x="657076" y="6441363"/>
                </a:cubicBezTo>
                <a:cubicBezTo>
                  <a:pt x="657076" y="6441363"/>
                  <a:pt x="657076" y="6217529"/>
                  <a:pt x="657076" y="6217529"/>
                </a:cubicBezTo>
                <a:cubicBezTo>
                  <a:pt x="657076" y="6198839"/>
                  <a:pt x="642441" y="6184154"/>
                  <a:pt x="624259" y="6184154"/>
                </a:cubicBezTo>
                <a:close/>
                <a:moveTo>
                  <a:pt x="0" y="0"/>
                </a:moveTo>
                <a:lnTo>
                  <a:pt x="12193200" y="0"/>
                </a:lnTo>
                <a:lnTo>
                  <a:pt x="12193200" y="6861600"/>
                </a:lnTo>
                <a:lnTo>
                  <a:pt x="0" y="6861600"/>
                </a:lnTo>
                <a:close/>
              </a:path>
            </a:pathLst>
          </a:custGeom>
          <a:solidFill>
            <a:schemeClr val="bg1"/>
          </a:solidFill>
        </p:spPr>
        <p:txBody>
          <a:bodyPr wrap="square" tIns="72000" anchor="t" anchorCtr="0">
            <a:noAutofit/>
          </a:bodyPr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1200">
                <a:solidFill>
                  <a:schemeClr val="bg1"/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Click here and insert picture</a:t>
            </a:r>
          </a:p>
        </p:txBody>
      </p:sp>
    </p:spTree>
    <p:extLst>
      <p:ext uri="{BB962C8B-B14F-4D97-AF65-F5344CB8AC3E}">
        <p14:creationId xmlns:p14="http://schemas.microsoft.com/office/powerpoint/2010/main" val="2605928844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ull bleed image B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Footer Placeholder 18" hidden="1">
            <a:extLst>
              <a:ext uri="{FF2B5EF4-FFF2-40B4-BE49-F238E27FC236}">
                <a16:creationId xmlns:a16="http://schemas.microsoft.com/office/drawing/2014/main" id="{EF117A4B-54AF-45DE-842B-8168C527210F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0" y="6858000"/>
            <a:ext cx="0" cy="0"/>
          </a:xfrm>
          <a:prstGeom prst="rect">
            <a:avLst/>
          </a:prstGeom>
        </p:spPr>
        <p:txBody>
          <a:bodyPr/>
          <a:lstStyle>
            <a:lvl1pPr>
              <a:defRPr sz="100">
                <a:noFill/>
              </a:defRPr>
            </a:lvl1pPr>
          </a:lstStyle>
          <a:p>
            <a:r>
              <a:rPr lang="en-GB"/>
              <a:t>Insert presentation title via Header &amp; Footer</a:t>
            </a:r>
          </a:p>
        </p:txBody>
      </p:sp>
      <p:sp>
        <p:nvSpPr>
          <p:cNvPr id="20" name="Slide Number Placeholder 19" hidden="1">
            <a:extLst>
              <a:ext uri="{FF2B5EF4-FFF2-40B4-BE49-F238E27FC236}">
                <a16:creationId xmlns:a16="http://schemas.microsoft.com/office/drawing/2014/main" id="{6BB5F837-CD41-4FEA-B45A-2B3A60DC7C20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0" y="6858000"/>
            <a:ext cx="0" cy="0"/>
          </a:xfrm>
          <a:prstGeom prst="rect">
            <a:avLst/>
          </a:prstGeom>
        </p:spPr>
        <p:txBody>
          <a:bodyPr/>
          <a:lstStyle>
            <a:lvl1pPr>
              <a:defRPr sz="100">
                <a:noFill/>
              </a:defRPr>
            </a:lvl1pPr>
          </a:lstStyle>
          <a:p>
            <a:r>
              <a:rPr lang="en-GB"/>
              <a:t>.</a:t>
            </a:r>
          </a:p>
        </p:txBody>
      </p:sp>
      <p:sp>
        <p:nvSpPr>
          <p:cNvPr id="36" name="Picture Placeholder 35">
            <a:extLst>
              <a:ext uri="{FF2B5EF4-FFF2-40B4-BE49-F238E27FC236}">
                <a16:creationId xmlns:a16="http://schemas.microsoft.com/office/drawing/2014/main" id="{E20EAE02-6DC0-4394-0B31-37E2AA6B68B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3200" cy="6861600"/>
          </a:xfrm>
          <a:custGeom>
            <a:avLst/>
            <a:gdLst>
              <a:gd name="connsiteX0" fmla="*/ 1278393 w 12193200"/>
              <a:gd name="connsiteY0" fmla="*/ 6290509 h 6861600"/>
              <a:gd name="connsiteX1" fmla="*/ 1341367 w 12193200"/>
              <a:gd name="connsiteY1" fmla="*/ 6290509 h 6861600"/>
              <a:gd name="connsiteX2" fmla="*/ 1341367 w 12193200"/>
              <a:gd name="connsiteY2" fmla="*/ 6323884 h 6861600"/>
              <a:gd name="connsiteX3" fmla="*/ 1278393 w 12193200"/>
              <a:gd name="connsiteY3" fmla="*/ 6323884 h 6861600"/>
              <a:gd name="connsiteX4" fmla="*/ 1015852 w 12193200"/>
              <a:gd name="connsiteY4" fmla="*/ 6289174 h 6861600"/>
              <a:gd name="connsiteX5" fmla="*/ 1038026 w 12193200"/>
              <a:gd name="connsiteY5" fmla="*/ 6343909 h 6861600"/>
              <a:gd name="connsiteX6" fmla="*/ 993678 w 12193200"/>
              <a:gd name="connsiteY6" fmla="*/ 6343909 h 6861600"/>
              <a:gd name="connsiteX7" fmla="*/ 1542263 w 12193200"/>
              <a:gd name="connsiteY7" fmla="*/ 6265589 h 6861600"/>
              <a:gd name="connsiteX8" fmla="*/ 1542263 w 12193200"/>
              <a:gd name="connsiteY8" fmla="*/ 6393304 h 6861600"/>
              <a:gd name="connsiteX9" fmla="*/ 1572863 w 12193200"/>
              <a:gd name="connsiteY9" fmla="*/ 6393304 h 6861600"/>
              <a:gd name="connsiteX10" fmla="*/ 1572863 w 12193200"/>
              <a:gd name="connsiteY10" fmla="*/ 6334564 h 6861600"/>
              <a:gd name="connsiteX11" fmla="*/ 1630516 w 12193200"/>
              <a:gd name="connsiteY11" fmla="*/ 6393304 h 6861600"/>
              <a:gd name="connsiteX12" fmla="*/ 1672646 w 12193200"/>
              <a:gd name="connsiteY12" fmla="*/ 6393304 h 6861600"/>
              <a:gd name="connsiteX13" fmla="*/ 1603020 w 12193200"/>
              <a:gd name="connsiteY13" fmla="*/ 6325219 h 6861600"/>
              <a:gd name="connsiteX14" fmla="*/ 1669985 w 12193200"/>
              <a:gd name="connsiteY14" fmla="*/ 6265589 h 6861600"/>
              <a:gd name="connsiteX15" fmla="*/ 1629185 w 12193200"/>
              <a:gd name="connsiteY15" fmla="*/ 6265589 h 6861600"/>
              <a:gd name="connsiteX16" fmla="*/ 1572863 w 12193200"/>
              <a:gd name="connsiteY16" fmla="*/ 6317209 h 6861600"/>
              <a:gd name="connsiteX17" fmla="*/ 1572863 w 12193200"/>
              <a:gd name="connsiteY17" fmla="*/ 6265589 h 6861600"/>
              <a:gd name="connsiteX18" fmla="*/ 1248236 w 12193200"/>
              <a:gd name="connsiteY18" fmla="*/ 6265589 h 6861600"/>
              <a:gd name="connsiteX19" fmla="*/ 1248236 w 12193200"/>
              <a:gd name="connsiteY19" fmla="*/ 6393304 h 6861600"/>
              <a:gd name="connsiteX20" fmla="*/ 1278393 w 12193200"/>
              <a:gd name="connsiteY20" fmla="*/ 6393304 h 6861600"/>
              <a:gd name="connsiteX21" fmla="*/ 1278393 w 12193200"/>
              <a:gd name="connsiteY21" fmla="*/ 6349249 h 6861600"/>
              <a:gd name="connsiteX22" fmla="*/ 1311210 w 12193200"/>
              <a:gd name="connsiteY22" fmla="*/ 6349249 h 6861600"/>
              <a:gd name="connsiteX23" fmla="*/ 1338706 w 12193200"/>
              <a:gd name="connsiteY23" fmla="*/ 6393304 h 6861600"/>
              <a:gd name="connsiteX24" fmla="*/ 1371524 w 12193200"/>
              <a:gd name="connsiteY24" fmla="*/ 6393304 h 6861600"/>
              <a:gd name="connsiteX25" fmla="*/ 1342697 w 12193200"/>
              <a:gd name="connsiteY25" fmla="*/ 6349249 h 6861600"/>
              <a:gd name="connsiteX26" fmla="*/ 1345358 w 12193200"/>
              <a:gd name="connsiteY26" fmla="*/ 6349249 h 6861600"/>
              <a:gd name="connsiteX27" fmla="*/ 1370193 w 12193200"/>
              <a:gd name="connsiteY27" fmla="*/ 6329224 h 6861600"/>
              <a:gd name="connsiteX28" fmla="*/ 1370193 w 12193200"/>
              <a:gd name="connsiteY28" fmla="*/ 6286949 h 6861600"/>
              <a:gd name="connsiteX29" fmla="*/ 1349350 w 12193200"/>
              <a:gd name="connsiteY29" fmla="*/ 6265589 h 6861600"/>
              <a:gd name="connsiteX30" fmla="*/ 1104991 w 12193200"/>
              <a:gd name="connsiteY30" fmla="*/ 6265589 h 6861600"/>
              <a:gd name="connsiteX31" fmla="*/ 1104991 w 12193200"/>
              <a:gd name="connsiteY31" fmla="*/ 6393304 h 6861600"/>
              <a:gd name="connsiteX32" fmla="*/ 1226061 w 12193200"/>
              <a:gd name="connsiteY32" fmla="*/ 6393304 h 6861600"/>
              <a:gd name="connsiteX33" fmla="*/ 1226061 w 12193200"/>
              <a:gd name="connsiteY33" fmla="*/ 6367939 h 6861600"/>
              <a:gd name="connsiteX34" fmla="*/ 1133817 w 12193200"/>
              <a:gd name="connsiteY34" fmla="*/ 6367939 h 6861600"/>
              <a:gd name="connsiteX35" fmla="*/ 1133817 w 12193200"/>
              <a:gd name="connsiteY35" fmla="*/ 6341239 h 6861600"/>
              <a:gd name="connsiteX36" fmla="*/ 1212757 w 12193200"/>
              <a:gd name="connsiteY36" fmla="*/ 6341239 h 6861600"/>
              <a:gd name="connsiteX37" fmla="*/ 1212757 w 12193200"/>
              <a:gd name="connsiteY37" fmla="*/ 6315874 h 6861600"/>
              <a:gd name="connsiteX38" fmla="*/ 1133817 w 12193200"/>
              <a:gd name="connsiteY38" fmla="*/ 6315874 h 6861600"/>
              <a:gd name="connsiteX39" fmla="*/ 1133817 w 12193200"/>
              <a:gd name="connsiteY39" fmla="*/ 6290509 h 6861600"/>
              <a:gd name="connsiteX40" fmla="*/ 1224731 w 12193200"/>
              <a:gd name="connsiteY40" fmla="*/ 6290509 h 6861600"/>
              <a:gd name="connsiteX41" fmla="*/ 1224731 w 12193200"/>
              <a:gd name="connsiteY41" fmla="*/ 6265589 h 6861600"/>
              <a:gd name="connsiteX42" fmla="*/ 995895 w 12193200"/>
              <a:gd name="connsiteY42" fmla="*/ 6265589 h 6861600"/>
              <a:gd name="connsiteX43" fmla="*/ 939573 w 12193200"/>
              <a:gd name="connsiteY43" fmla="*/ 6393304 h 6861600"/>
              <a:gd name="connsiteX44" fmla="*/ 972391 w 12193200"/>
              <a:gd name="connsiteY44" fmla="*/ 6393304 h 6861600"/>
              <a:gd name="connsiteX45" fmla="*/ 983034 w 12193200"/>
              <a:gd name="connsiteY45" fmla="*/ 6367939 h 6861600"/>
              <a:gd name="connsiteX46" fmla="*/ 1048669 w 12193200"/>
              <a:gd name="connsiteY46" fmla="*/ 6367939 h 6861600"/>
              <a:gd name="connsiteX47" fmla="*/ 1060643 w 12193200"/>
              <a:gd name="connsiteY47" fmla="*/ 6393304 h 6861600"/>
              <a:gd name="connsiteX48" fmla="*/ 1092130 w 12193200"/>
              <a:gd name="connsiteY48" fmla="*/ 6393304 h 6861600"/>
              <a:gd name="connsiteX49" fmla="*/ 1035365 w 12193200"/>
              <a:gd name="connsiteY49" fmla="*/ 6265589 h 6861600"/>
              <a:gd name="connsiteX50" fmla="*/ 778146 w 12193200"/>
              <a:gd name="connsiteY50" fmla="*/ 6265589 h 6861600"/>
              <a:gd name="connsiteX51" fmla="*/ 778146 w 12193200"/>
              <a:gd name="connsiteY51" fmla="*/ 6393304 h 6861600"/>
              <a:gd name="connsiteX52" fmla="*/ 805642 w 12193200"/>
              <a:gd name="connsiteY52" fmla="*/ 6393304 h 6861600"/>
              <a:gd name="connsiteX53" fmla="*/ 805642 w 12193200"/>
              <a:gd name="connsiteY53" fmla="*/ 6319879 h 6861600"/>
              <a:gd name="connsiteX54" fmla="*/ 838459 w 12193200"/>
              <a:gd name="connsiteY54" fmla="*/ 6393304 h 6861600"/>
              <a:gd name="connsiteX55" fmla="*/ 867286 w 12193200"/>
              <a:gd name="connsiteY55" fmla="*/ 6393304 h 6861600"/>
              <a:gd name="connsiteX56" fmla="*/ 900103 w 12193200"/>
              <a:gd name="connsiteY56" fmla="*/ 6318544 h 6861600"/>
              <a:gd name="connsiteX57" fmla="*/ 900103 w 12193200"/>
              <a:gd name="connsiteY57" fmla="*/ 6393304 h 6861600"/>
              <a:gd name="connsiteX58" fmla="*/ 927599 w 12193200"/>
              <a:gd name="connsiteY58" fmla="*/ 6393304 h 6861600"/>
              <a:gd name="connsiteX59" fmla="*/ 927599 w 12193200"/>
              <a:gd name="connsiteY59" fmla="*/ 6265589 h 6861600"/>
              <a:gd name="connsiteX60" fmla="*/ 894781 w 12193200"/>
              <a:gd name="connsiteY60" fmla="*/ 6265589 h 6861600"/>
              <a:gd name="connsiteX61" fmla="*/ 852651 w 12193200"/>
              <a:gd name="connsiteY61" fmla="*/ 6361264 h 6861600"/>
              <a:gd name="connsiteX62" fmla="*/ 810964 w 12193200"/>
              <a:gd name="connsiteY62" fmla="*/ 6265589 h 6861600"/>
              <a:gd name="connsiteX63" fmla="*/ 1414985 w 12193200"/>
              <a:gd name="connsiteY63" fmla="*/ 6265144 h 6861600"/>
              <a:gd name="connsiteX64" fmla="*/ 1395471 w 12193200"/>
              <a:gd name="connsiteY64" fmla="*/ 6285169 h 6861600"/>
              <a:gd name="connsiteX65" fmla="*/ 1395471 w 12193200"/>
              <a:gd name="connsiteY65" fmla="*/ 6322549 h 6861600"/>
              <a:gd name="connsiteX66" fmla="*/ 1414985 w 12193200"/>
              <a:gd name="connsiteY66" fmla="*/ 6341239 h 6861600"/>
              <a:gd name="connsiteX67" fmla="*/ 1485941 w 12193200"/>
              <a:gd name="connsiteY67" fmla="*/ 6341239 h 6861600"/>
              <a:gd name="connsiteX68" fmla="*/ 1485941 w 12193200"/>
              <a:gd name="connsiteY68" fmla="*/ 6367939 h 6861600"/>
              <a:gd name="connsiteX69" fmla="*/ 1424298 w 12193200"/>
              <a:gd name="connsiteY69" fmla="*/ 6367939 h 6861600"/>
              <a:gd name="connsiteX70" fmla="*/ 1424298 w 12193200"/>
              <a:gd name="connsiteY70" fmla="*/ 6358594 h 6861600"/>
              <a:gd name="connsiteX71" fmla="*/ 1394141 w 12193200"/>
              <a:gd name="connsiteY71" fmla="*/ 6358594 h 6861600"/>
              <a:gd name="connsiteX72" fmla="*/ 1394141 w 12193200"/>
              <a:gd name="connsiteY72" fmla="*/ 6374614 h 6861600"/>
              <a:gd name="connsiteX73" fmla="*/ 1413654 w 12193200"/>
              <a:gd name="connsiteY73" fmla="*/ 6393304 h 6861600"/>
              <a:gd name="connsiteX74" fmla="*/ 1424298 w 12193200"/>
              <a:gd name="connsiteY74" fmla="*/ 6393304 h 6861600"/>
              <a:gd name="connsiteX75" fmla="*/ 1495255 w 12193200"/>
              <a:gd name="connsiteY75" fmla="*/ 6393304 h 6861600"/>
              <a:gd name="connsiteX76" fmla="*/ 1514768 w 12193200"/>
              <a:gd name="connsiteY76" fmla="*/ 6373279 h 6861600"/>
              <a:gd name="connsiteX77" fmla="*/ 1514768 w 12193200"/>
              <a:gd name="connsiteY77" fmla="*/ 6337234 h 6861600"/>
              <a:gd name="connsiteX78" fmla="*/ 1495255 w 12193200"/>
              <a:gd name="connsiteY78" fmla="*/ 6315874 h 6861600"/>
              <a:gd name="connsiteX79" fmla="*/ 1424298 w 12193200"/>
              <a:gd name="connsiteY79" fmla="*/ 6315874 h 6861600"/>
              <a:gd name="connsiteX80" fmla="*/ 1424298 w 12193200"/>
              <a:gd name="connsiteY80" fmla="*/ 6290509 h 6861600"/>
              <a:gd name="connsiteX81" fmla="*/ 1485941 w 12193200"/>
              <a:gd name="connsiteY81" fmla="*/ 6290509 h 6861600"/>
              <a:gd name="connsiteX82" fmla="*/ 1485941 w 12193200"/>
              <a:gd name="connsiteY82" fmla="*/ 6301189 h 6861600"/>
              <a:gd name="connsiteX83" fmla="*/ 1514768 w 12193200"/>
              <a:gd name="connsiteY83" fmla="*/ 6301189 h 6861600"/>
              <a:gd name="connsiteX84" fmla="*/ 1514768 w 12193200"/>
              <a:gd name="connsiteY84" fmla="*/ 6286504 h 6861600"/>
              <a:gd name="connsiteX85" fmla="*/ 1496585 w 12193200"/>
              <a:gd name="connsiteY85" fmla="*/ 6265144 h 6861600"/>
              <a:gd name="connsiteX86" fmla="*/ 418040 w 12193200"/>
              <a:gd name="connsiteY86" fmla="*/ 6184154 h 6861600"/>
              <a:gd name="connsiteX87" fmla="*/ 386553 w 12193200"/>
              <a:gd name="connsiteY87" fmla="*/ 6217529 h 6861600"/>
              <a:gd name="connsiteX88" fmla="*/ 386553 w 12193200"/>
              <a:gd name="connsiteY88" fmla="*/ 6441363 h 6861600"/>
              <a:gd name="connsiteX89" fmla="*/ 418040 w 12193200"/>
              <a:gd name="connsiteY89" fmla="*/ 6474738 h 6861600"/>
              <a:gd name="connsiteX90" fmla="*/ 624259 w 12193200"/>
              <a:gd name="connsiteY90" fmla="*/ 6474738 h 6861600"/>
              <a:gd name="connsiteX91" fmla="*/ 657076 w 12193200"/>
              <a:gd name="connsiteY91" fmla="*/ 6441363 h 6861600"/>
              <a:gd name="connsiteX92" fmla="*/ 657076 w 12193200"/>
              <a:gd name="connsiteY92" fmla="*/ 6217529 h 6861600"/>
              <a:gd name="connsiteX93" fmla="*/ 624259 w 12193200"/>
              <a:gd name="connsiteY93" fmla="*/ 6184154 h 6861600"/>
              <a:gd name="connsiteX94" fmla="*/ 0 w 12193200"/>
              <a:gd name="connsiteY94" fmla="*/ 0 h 6861600"/>
              <a:gd name="connsiteX95" fmla="*/ 12193200 w 12193200"/>
              <a:gd name="connsiteY95" fmla="*/ 0 h 6861600"/>
              <a:gd name="connsiteX96" fmla="*/ 12193200 w 12193200"/>
              <a:gd name="connsiteY96" fmla="*/ 6861600 h 6861600"/>
              <a:gd name="connsiteX97" fmla="*/ 0 w 12193200"/>
              <a:gd name="connsiteY97" fmla="*/ 6861600 h 686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</a:cxnLst>
            <a:rect l="l" t="t" r="r" b="b"/>
            <a:pathLst>
              <a:path w="12193200" h="6861600">
                <a:moveTo>
                  <a:pt x="1278393" y="6290509"/>
                </a:moveTo>
                <a:lnTo>
                  <a:pt x="1341367" y="6290509"/>
                </a:lnTo>
                <a:lnTo>
                  <a:pt x="1341367" y="6323884"/>
                </a:lnTo>
                <a:lnTo>
                  <a:pt x="1278393" y="6323884"/>
                </a:lnTo>
                <a:close/>
                <a:moveTo>
                  <a:pt x="1015852" y="6289174"/>
                </a:moveTo>
                <a:lnTo>
                  <a:pt x="1038026" y="6343909"/>
                </a:lnTo>
                <a:lnTo>
                  <a:pt x="993678" y="6343909"/>
                </a:lnTo>
                <a:close/>
                <a:moveTo>
                  <a:pt x="1542263" y="6265589"/>
                </a:moveTo>
                <a:lnTo>
                  <a:pt x="1542263" y="6393304"/>
                </a:lnTo>
                <a:lnTo>
                  <a:pt x="1572863" y="6393304"/>
                </a:lnTo>
                <a:lnTo>
                  <a:pt x="1572863" y="6334564"/>
                </a:lnTo>
                <a:lnTo>
                  <a:pt x="1630516" y="6393304"/>
                </a:lnTo>
                <a:lnTo>
                  <a:pt x="1672646" y="6393304"/>
                </a:lnTo>
                <a:lnTo>
                  <a:pt x="1603020" y="6325219"/>
                </a:lnTo>
                <a:lnTo>
                  <a:pt x="1669985" y="6265589"/>
                </a:lnTo>
                <a:lnTo>
                  <a:pt x="1629185" y="6265589"/>
                </a:lnTo>
                <a:lnTo>
                  <a:pt x="1572863" y="6317209"/>
                </a:lnTo>
                <a:lnTo>
                  <a:pt x="1572863" y="6265589"/>
                </a:lnTo>
                <a:close/>
                <a:moveTo>
                  <a:pt x="1248236" y="6265589"/>
                </a:moveTo>
                <a:lnTo>
                  <a:pt x="1248236" y="6393304"/>
                </a:lnTo>
                <a:lnTo>
                  <a:pt x="1278393" y="6393304"/>
                </a:lnTo>
                <a:lnTo>
                  <a:pt x="1278393" y="6349249"/>
                </a:lnTo>
                <a:lnTo>
                  <a:pt x="1311210" y="6349249"/>
                </a:lnTo>
                <a:lnTo>
                  <a:pt x="1338706" y="6393304"/>
                </a:lnTo>
                <a:lnTo>
                  <a:pt x="1371524" y="6393304"/>
                </a:lnTo>
                <a:lnTo>
                  <a:pt x="1342697" y="6349249"/>
                </a:lnTo>
                <a:lnTo>
                  <a:pt x="1345358" y="6349249"/>
                </a:lnTo>
                <a:cubicBezTo>
                  <a:pt x="1362210" y="6349249"/>
                  <a:pt x="1370193" y="6339904"/>
                  <a:pt x="1370193" y="6329224"/>
                </a:cubicBezTo>
                <a:lnTo>
                  <a:pt x="1370193" y="6286949"/>
                </a:lnTo>
                <a:cubicBezTo>
                  <a:pt x="1370193" y="6273599"/>
                  <a:pt x="1362210" y="6265589"/>
                  <a:pt x="1349350" y="6265589"/>
                </a:cubicBezTo>
                <a:close/>
                <a:moveTo>
                  <a:pt x="1104991" y="6265589"/>
                </a:moveTo>
                <a:lnTo>
                  <a:pt x="1104991" y="6393304"/>
                </a:lnTo>
                <a:lnTo>
                  <a:pt x="1226061" y="6393304"/>
                </a:lnTo>
                <a:lnTo>
                  <a:pt x="1226061" y="6367939"/>
                </a:lnTo>
                <a:lnTo>
                  <a:pt x="1133817" y="6367939"/>
                </a:lnTo>
                <a:lnTo>
                  <a:pt x="1133817" y="6341239"/>
                </a:lnTo>
                <a:lnTo>
                  <a:pt x="1212757" y="6341239"/>
                </a:lnTo>
                <a:lnTo>
                  <a:pt x="1212757" y="6315874"/>
                </a:lnTo>
                <a:lnTo>
                  <a:pt x="1133817" y="6315874"/>
                </a:lnTo>
                <a:lnTo>
                  <a:pt x="1133817" y="6290509"/>
                </a:lnTo>
                <a:lnTo>
                  <a:pt x="1224731" y="6290509"/>
                </a:lnTo>
                <a:lnTo>
                  <a:pt x="1224731" y="6265589"/>
                </a:lnTo>
                <a:close/>
                <a:moveTo>
                  <a:pt x="995895" y="6265589"/>
                </a:moveTo>
                <a:lnTo>
                  <a:pt x="939573" y="6393304"/>
                </a:lnTo>
                <a:lnTo>
                  <a:pt x="972391" y="6393304"/>
                </a:lnTo>
                <a:lnTo>
                  <a:pt x="983034" y="6367939"/>
                </a:lnTo>
                <a:lnTo>
                  <a:pt x="1048669" y="6367939"/>
                </a:lnTo>
                <a:lnTo>
                  <a:pt x="1060643" y="6393304"/>
                </a:lnTo>
                <a:lnTo>
                  <a:pt x="1092130" y="6393304"/>
                </a:lnTo>
                <a:lnTo>
                  <a:pt x="1035365" y="6265589"/>
                </a:lnTo>
                <a:close/>
                <a:moveTo>
                  <a:pt x="778146" y="6265589"/>
                </a:moveTo>
                <a:lnTo>
                  <a:pt x="778146" y="6393304"/>
                </a:lnTo>
                <a:lnTo>
                  <a:pt x="805642" y="6393304"/>
                </a:lnTo>
                <a:lnTo>
                  <a:pt x="805642" y="6319879"/>
                </a:lnTo>
                <a:lnTo>
                  <a:pt x="838459" y="6393304"/>
                </a:lnTo>
                <a:lnTo>
                  <a:pt x="867286" y="6393304"/>
                </a:lnTo>
                <a:lnTo>
                  <a:pt x="900103" y="6318544"/>
                </a:lnTo>
                <a:lnTo>
                  <a:pt x="900103" y="6393304"/>
                </a:lnTo>
                <a:lnTo>
                  <a:pt x="927599" y="6393304"/>
                </a:lnTo>
                <a:lnTo>
                  <a:pt x="927599" y="6265589"/>
                </a:lnTo>
                <a:lnTo>
                  <a:pt x="894781" y="6265589"/>
                </a:lnTo>
                <a:lnTo>
                  <a:pt x="852651" y="6361264"/>
                </a:lnTo>
                <a:lnTo>
                  <a:pt x="810964" y="6265589"/>
                </a:lnTo>
                <a:close/>
                <a:moveTo>
                  <a:pt x="1414985" y="6265144"/>
                </a:moveTo>
                <a:cubicBezTo>
                  <a:pt x="1404785" y="6265144"/>
                  <a:pt x="1395471" y="6273154"/>
                  <a:pt x="1395471" y="6285169"/>
                </a:cubicBezTo>
                <a:lnTo>
                  <a:pt x="1395471" y="6322549"/>
                </a:lnTo>
                <a:cubicBezTo>
                  <a:pt x="1395471" y="6333229"/>
                  <a:pt x="1403011" y="6341239"/>
                  <a:pt x="1414985" y="6341239"/>
                </a:cubicBezTo>
                <a:lnTo>
                  <a:pt x="1485941" y="6341239"/>
                </a:lnTo>
                <a:lnTo>
                  <a:pt x="1485941" y="6367939"/>
                </a:lnTo>
                <a:lnTo>
                  <a:pt x="1424298" y="6367939"/>
                </a:lnTo>
                <a:lnTo>
                  <a:pt x="1424298" y="6358594"/>
                </a:lnTo>
                <a:lnTo>
                  <a:pt x="1394141" y="6358594"/>
                </a:lnTo>
                <a:lnTo>
                  <a:pt x="1394141" y="6374614"/>
                </a:lnTo>
                <a:cubicBezTo>
                  <a:pt x="1394141" y="6385294"/>
                  <a:pt x="1400350" y="6393304"/>
                  <a:pt x="1413654" y="6393304"/>
                </a:cubicBezTo>
                <a:lnTo>
                  <a:pt x="1424298" y="6393304"/>
                </a:lnTo>
                <a:lnTo>
                  <a:pt x="1495255" y="6393304"/>
                </a:lnTo>
                <a:cubicBezTo>
                  <a:pt x="1508115" y="6393304"/>
                  <a:pt x="1514768" y="6385294"/>
                  <a:pt x="1514768" y="6373279"/>
                </a:cubicBezTo>
                <a:lnTo>
                  <a:pt x="1514768" y="6337234"/>
                </a:lnTo>
                <a:cubicBezTo>
                  <a:pt x="1514768" y="6323884"/>
                  <a:pt x="1505898" y="6315874"/>
                  <a:pt x="1495255" y="6315874"/>
                </a:cubicBezTo>
                <a:lnTo>
                  <a:pt x="1424298" y="6315874"/>
                </a:lnTo>
                <a:lnTo>
                  <a:pt x="1424298" y="6290509"/>
                </a:lnTo>
                <a:lnTo>
                  <a:pt x="1485941" y="6290509"/>
                </a:lnTo>
                <a:lnTo>
                  <a:pt x="1485941" y="6301189"/>
                </a:lnTo>
                <a:lnTo>
                  <a:pt x="1514768" y="6301189"/>
                </a:lnTo>
                <a:lnTo>
                  <a:pt x="1514768" y="6286504"/>
                </a:lnTo>
                <a:cubicBezTo>
                  <a:pt x="1514768" y="6273154"/>
                  <a:pt x="1507229" y="6265144"/>
                  <a:pt x="1496585" y="6265144"/>
                </a:cubicBezTo>
                <a:close/>
                <a:moveTo>
                  <a:pt x="418040" y="6184154"/>
                </a:moveTo>
                <a:cubicBezTo>
                  <a:pt x="401188" y="6184154"/>
                  <a:pt x="386553" y="6198839"/>
                  <a:pt x="386553" y="6217529"/>
                </a:cubicBezTo>
                <a:lnTo>
                  <a:pt x="386553" y="6441363"/>
                </a:lnTo>
                <a:cubicBezTo>
                  <a:pt x="386553" y="6460053"/>
                  <a:pt x="401188" y="6474738"/>
                  <a:pt x="418040" y="6474738"/>
                </a:cubicBezTo>
                <a:lnTo>
                  <a:pt x="624259" y="6474738"/>
                </a:lnTo>
                <a:cubicBezTo>
                  <a:pt x="642441" y="6474738"/>
                  <a:pt x="657076" y="6460053"/>
                  <a:pt x="657076" y="6441363"/>
                </a:cubicBezTo>
                <a:cubicBezTo>
                  <a:pt x="657076" y="6441363"/>
                  <a:pt x="657076" y="6217529"/>
                  <a:pt x="657076" y="6217529"/>
                </a:cubicBezTo>
                <a:cubicBezTo>
                  <a:pt x="657076" y="6198839"/>
                  <a:pt x="642441" y="6184154"/>
                  <a:pt x="624259" y="6184154"/>
                </a:cubicBezTo>
                <a:close/>
                <a:moveTo>
                  <a:pt x="0" y="0"/>
                </a:moveTo>
                <a:lnTo>
                  <a:pt x="12193200" y="0"/>
                </a:lnTo>
                <a:lnTo>
                  <a:pt x="12193200" y="6861600"/>
                </a:lnTo>
                <a:lnTo>
                  <a:pt x="0" y="6861600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tIns="72000" anchor="t" anchorCtr="0">
            <a:noAutofit/>
          </a:bodyPr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1200">
                <a:solidFill>
                  <a:schemeClr val="bg1"/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Click here and insert picture</a:t>
            </a:r>
          </a:p>
        </p:txBody>
      </p:sp>
      <p:pic>
        <p:nvPicPr>
          <p:cNvPr id="37" name="Picture 29">
            <a:extLst>
              <a:ext uri="{FF2B5EF4-FFF2-40B4-BE49-F238E27FC236}">
                <a16:creationId xmlns:a16="http://schemas.microsoft.com/office/drawing/2014/main" id="{3EECEA3A-FE08-5230-0B56-A1C520DAD2E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371476" y="6169025"/>
            <a:ext cx="1299395" cy="3203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565906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ull bleed image C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" name="Picture 29">
            <a:extLst>
              <a:ext uri="{FF2B5EF4-FFF2-40B4-BE49-F238E27FC236}">
                <a16:creationId xmlns:a16="http://schemas.microsoft.com/office/drawing/2014/main" id="{846D00A4-5D58-7AF9-739F-350B9A83093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371475" y="6169025"/>
            <a:ext cx="1299398" cy="320399"/>
          </a:xfrm>
          <a:prstGeom prst="rect">
            <a:avLst/>
          </a:prstGeom>
        </p:spPr>
      </p:pic>
      <p:sp>
        <p:nvSpPr>
          <p:cNvPr id="35" name="Picture Placeholder 34">
            <a:extLst>
              <a:ext uri="{FF2B5EF4-FFF2-40B4-BE49-F238E27FC236}">
                <a16:creationId xmlns:a16="http://schemas.microsoft.com/office/drawing/2014/main" id="{49332472-0F28-EA26-F771-1406E21325B7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3200" cy="6861600"/>
          </a:xfrm>
          <a:custGeom>
            <a:avLst/>
            <a:gdLst>
              <a:gd name="connsiteX0" fmla="*/ 1278393 w 12193200"/>
              <a:gd name="connsiteY0" fmla="*/ 6290509 h 6861600"/>
              <a:gd name="connsiteX1" fmla="*/ 1341367 w 12193200"/>
              <a:gd name="connsiteY1" fmla="*/ 6290509 h 6861600"/>
              <a:gd name="connsiteX2" fmla="*/ 1341367 w 12193200"/>
              <a:gd name="connsiteY2" fmla="*/ 6323884 h 6861600"/>
              <a:gd name="connsiteX3" fmla="*/ 1278393 w 12193200"/>
              <a:gd name="connsiteY3" fmla="*/ 6323884 h 6861600"/>
              <a:gd name="connsiteX4" fmla="*/ 1015852 w 12193200"/>
              <a:gd name="connsiteY4" fmla="*/ 6289174 h 6861600"/>
              <a:gd name="connsiteX5" fmla="*/ 1038026 w 12193200"/>
              <a:gd name="connsiteY5" fmla="*/ 6343909 h 6861600"/>
              <a:gd name="connsiteX6" fmla="*/ 993678 w 12193200"/>
              <a:gd name="connsiteY6" fmla="*/ 6343909 h 6861600"/>
              <a:gd name="connsiteX7" fmla="*/ 1542263 w 12193200"/>
              <a:gd name="connsiteY7" fmla="*/ 6265589 h 6861600"/>
              <a:gd name="connsiteX8" fmla="*/ 1542263 w 12193200"/>
              <a:gd name="connsiteY8" fmla="*/ 6393304 h 6861600"/>
              <a:gd name="connsiteX9" fmla="*/ 1572863 w 12193200"/>
              <a:gd name="connsiteY9" fmla="*/ 6393304 h 6861600"/>
              <a:gd name="connsiteX10" fmla="*/ 1572863 w 12193200"/>
              <a:gd name="connsiteY10" fmla="*/ 6334564 h 6861600"/>
              <a:gd name="connsiteX11" fmla="*/ 1630516 w 12193200"/>
              <a:gd name="connsiteY11" fmla="*/ 6393304 h 6861600"/>
              <a:gd name="connsiteX12" fmla="*/ 1672646 w 12193200"/>
              <a:gd name="connsiteY12" fmla="*/ 6393304 h 6861600"/>
              <a:gd name="connsiteX13" fmla="*/ 1603020 w 12193200"/>
              <a:gd name="connsiteY13" fmla="*/ 6325219 h 6861600"/>
              <a:gd name="connsiteX14" fmla="*/ 1669985 w 12193200"/>
              <a:gd name="connsiteY14" fmla="*/ 6265589 h 6861600"/>
              <a:gd name="connsiteX15" fmla="*/ 1629185 w 12193200"/>
              <a:gd name="connsiteY15" fmla="*/ 6265589 h 6861600"/>
              <a:gd name="connsiteX16" fmla="*/ 1572863 w 12193200"/>
              <a:gd name="connsiteY16" fmla="*/ 6317209 h 6861600"/>
              <a:gd name="connsiteX17" fmla="*/ 1572863 w 12193200"/>
              <a:gd name="connsiteY17" fmla="*/ 6265589 h 6861600"/>
              <a:gd name="connsiteX18" fmla="*/ 1248236 w 12193200"/>
              <a:gd name="connsiteY18" fmla="*/ 6265589 h 6861600"/>
              <a:gd name="connsiteX19" fmla="*/ 1248236 w 12193200"/>
              <a:gd name="connsiteY19" fmla="*/ 6393304 h 6861600"/>
              <a:gd name="connsiteX20" fmla="*/ 1278393 w 12193200"/>
              <a:gd name="connsiteY20" fmla="*/ 6393304 h 6861600"/>
              <a:gd name="connsiteX21" fmla="*/ 1278393 w 12193200"/>
              <a:gd name="connsiteY21" fmla="*/ 6349249 h 6861600"/>
              <a:gd name="connsiteX22" fmla="*/ 1311210 w 12193200"/>
              <a:gd name="connsiteY22" fmla="*/ 6349249 h 6861600"/>
              <a:gd name="connsiteX23" fmla="*/ 1338706 w 12193200"/>
              <a:gd name="connsiteY23" fmla="*/ 6393304 h 6861600"/>
              <a:gd name="connsiteX24" fmla="*/ 1371524 w 12193200"/>
              <a:gd name="connsiteY24" fmla="*/ 6393304 h 6861600"/>
              <a:gd name="connsiteX25" fmla="*/ 1342697 w 12193200"/>
              <a:gd name="connsiteY25" fmla="*/ 6349249 h 6861600"/>
              <a:gd name="connsiteX26" fmla="*/ 1345358 w 12193200"/>
              <a:gd name="connsiteY26" fmla="*/ 6349249 h 6861600"/>
              <a:gd name="connsiteX27" fmla="*/ 1370193 w 12193200"/>
              <a:gd name="connsiteY27" fmla="*/ 6329224 h 6861600"/>
              <a:gd name="connsiteX28" fmla="*/ 1370193 w 12193200"/>
              <a:gd name="connsiteY28" fmla="*/ 6286949 h 6861600"/>
              <a:gd name="connsiteX29" fmla="*/ 1349350 w 12193200"/>
              <a:gd name="connsiteY29" fmla="*/ 6265589 h 6861600"/>
              <a:gd name="connsiteX30" fmla="*/ 1104991 w 12193200"/>
              <a:gd name="connsiteY30" fmla="*/ 6265589 h 6861600"/>
              <a:gd name="connsiteX31" fmla="*/ 1104991 w 12193200"/>
              <a:gd name="connsiteY31" fmla="*/ 6393304 h 6861600"/>
              <a:gd name="connsiteX32" fmla="*/ 1226061 w 12193200"/>
              <a:gd name="connsiteY32" fmla="*/ 6393304 h 6861600"/>
              <a:gd name="connsiteX33" fmla="*/ 1226061 w 12193200"/>
              <a:gd name="connsiteY33" fmla="*/ 6367939 h 6861600"/>
              <a:gd name="connsiteX34" fmla="*/ 1133817 w 12193200"/>
              <a:gd name="connsiteY34" fmla="*/ 6367939 h 6861600"/>
              <a:gd name="connsiteX35" fmla="*/ 1133817 w 12193200"/>
              <a:gd name="connsiteY35" fmla="*/ 6341239 h 6861600"/>
              <a:gd name="connsiteX36" fmla="*/ 1212757 w 12193200"/>
              <a:gd name="connsiteY36" fmla="*/ 6341239 h 6861600"/>
              <a:gd name="connsiteX37" fmla="*/ 1212757 w 12193200"/>
              <a:gd name="connsiteY37" fmla="*/ 6315874 h 6861600"/>
              <a:gd name="connsiteX38" fmla="*/ 1133817 w 12193200"/>
              <a:gd name="connsiteY38" fmla="*/ 6315874 h 6861600"/>
              <a:gd name="connsiteX39" fmla="*/ 1133817 w 12193200"/>
              <a:gd name="connsiteY39" fmla="*/ 6290509 h 6861600"/>
              <a:gd name="connsiteX40" fmla="*/ 1224731 w 12193200"/>
              <a:gd name="connsiteY40" fmla="*/ 6290509 h 6861600"/>
              <a:gd name="connsiteX41" fmla="*/ 1224731 w 12193200"/>
              <a:gd name="connsiteY41" fmla="*/ 6265589 h 6861600"/>
              <a:gd name="connsiteX42" fmla="*/ 995895 w 12193200"/>
              <a:gd name="connsiteY42" fmla="*/ 6265589 h 6861600"/>
              <a:gd name="connsiteX43" fmla="*/ 939573 w 12193200"/>
              <a:gd name="connsiteY43" fmla="*/ 6393304 h 6861600"/>
              <a:gd name="connsiteX44" fmla="*/ 972391 w 12193200"/>
              <a:gd name="connsiteY44" fmla="*/ 6393304 h 6861600"/>
              <a:gd name="connsiteX45" fmla="*/ 983034 w 12193200"/>
              <a:gd name="connsiteY45" fmla="*/ 6367939 h 6861600"/>
              <a:gd name="connsiteX46" fmla="*/ 1048669 w 12193200"/>
              <a:gd name="connsiteY46" fmla="*/ 6367939 h 6861600"/>
              <a:gd name="connsiteX47" fmla="*/ 1060643 w 12193200"/>
              <a:gd name="connsiteY47" fmla="*/ 6393304 h 6861600"/>
              <a:gd name="connsiteX48" fmla="*/ 1092130 w 12193200"/>
              <a:gd name="connsiteY48" fmla="*/ 6393304 h 6861600"/>
              <a:gd name="connsiteX49" fmla="*/ 1035365 w 12193200"/>
              <a:gd name="connsiteY49" fmla="*/ 6265589 h 6861600"/>
              <a:gd name="connsiteX50" fmla="*/ 778146 w 12193200"/>
              <a:gd name="connsiteY50" fmla="*/ 6265589 h 6861600"/>
              <a:gd name="connsiteX51" fmla="*/ 778146 w 12193200"/>
              <a:gd name="connsiteY51" fmla="*/ 6393304 h 6861600"/>
              <a:gd name="connsiteX52" fmla="*/ 805642 w 12193200"/>
              <a:gd name="connsiteY52" fmla="*/ 6393304 h 6861600"/>
              <a:gd name="connsiteX53" fmla="*/ 805642 w 12193200"/>
              <a:gd name="connsiteY53" fmla="*/ 6319879 h 6861600"/>
              <a:gd name="connsiteX54" fmla="*/ 838459 w 12193200"/>
              <a:gd name="connsiteY54" fmla="*/ 6393304 h 6861600"/>
              <a:gd name="connsiteX55" fmla="*/ 867286 w 12193200"/>
              <a:gd name="connsiteY55" fmla="*/ 6393304 h 6861600"/>
              <a:gd name="connsiteX56" fmla="*/ 900103 w 12193200"/>
              <a:gd name="connsiteY56" fmla="*/ 6318544 h 6861600"/>
              <a:gd name="connsiteX57" fmla="*/ 900103 w 12193200"/>
              <a:gd name="connsiteY57" fmla="*/ 6393304 h 6861600"/>
              <a:gd name="connsiteX58" fmla="*/ 927599 w 12193200"/>
              <a:gd name="connsiteY58" fmla="*/ 6393304 h 6861600"/>
              <a:gd name="connsiteX59" fmla="*/ 927599 w 12193200"/>
              <a:gd name="connsiteY59" fmla="*/ 6265589 h 6861600"/>
              <a:gd name="connsiteX60" fmla="*/ 894781 w 12193200"/>
              <a:gd name="connsiteY60" fmla="*/ 6265589 h 6861600"/>
              <a:gd name="connsiteX61" fmla="*/ 852651 w 12193200"/>
              <a:gd name="connsiteY61" fmla="*/ 6361264 h 6861600"/>
              <a:gd name="connsiteX62" fmla="*/ 810964 w 12193200"/>
              <a:gd name="connsiteY62" fmla="*/ 6265589 h 6861600"/>
              <a:gd name="connsiteX63" fmla="*/ 1414985 w 12193200"/>
              <a:gd name="connsiteY63" fmla="*/ 6265144 h 6861600"/>
              <a:gd name="connsiteX64" fmla="*/ 1395471 w 12193200"/>
              <a:gd name="connsiteY64" fmla="*/ 6285169 h 6861600"/>
              <a:gd name="connsiteX65" fmla="*/ 1395471 w 12193200"/>
              <a:gd name="connsiteY65" fmla="*/ 6322549 h 6861600"/>
              <a:gd name="connsiteX66" fmla="*/ 1414985 w 12193200"/>
              <a:gd name="connsiteY66" fmla="*/ 6341239 h 6861600"/>
              <a:gd name="connsiteX67" fmla="*/ 1485941 w 12193200"/>
              <a:gd name="connsiteY67" fmla="*/ 6341239 h 6861600"/>
              <a:gd name="connsiteX68" fmla="*/ 1485941 w 12193200"/>
              <a:gd name="connsiteY68" fmla="*/ 6367939 h 6861600"/>
              <a:gd name="connsiteX69" fmla="*/ 1424298 w 12193200"/>
              <a:gd name="connsiteY69" fmla="*/ 6367939 h 6861600"/>
              <a:gd name="connsiteX70" fmla="*/ 1424298 w 12193200"/>
              <a:gd name="connsiteY70" fmla="*/ 6358594 h 6861600"/>
              <a:gd name="connsiteX71" fmla="*/ 1394141 w 12193200"/>
              <a:gd name="connsiteY71" fmla="*/ 6358594 h 6861600"/>
              <a:gd name="connsiteX72" fmla="*/ 1394141 w 12193200"/>
              <a:gd name="connsiteY72" fmla="*/ 6374614 h 6861600"/>
              <a:gd name="connsiteX73" fmla="*/ 1413654 w 12193200"/>
              <a:gd name="connsiteY73" fmla="*/ 6393304 h 6861600"/>
              <a:gd name="connsiteX74" fmla="*/ 1424298 w 12193200"/>
              <a:gd name="connsiteY74" fmla="*/ 6393304 h 6861600"/>
              <a:gd name="connsiteX75" fmla="*/ 1495255 w 12193200"/>
              <a:gd name="connsiteY75" fmla="*/ 6393304 h 6861600"/>
              <a:gd name="connsiteX76" fmla="*/ 1514768 w 12193200"/>
              <a:gd name="connsiteY76" fmla="*/ 6373279 h 6861600"/>
              <a:gd name="connsiteX77" fmla="*/ 1514768 w 12193200"/>
              <a:gd name="connsiteY77" fmla="*/ 6337234 h 6861600"/>
              <a:gd name="connsiteX78" fmla="*/ 1495255 w 12193200"/>
              <a:gd name="connsiteY78" fmla="*/ 6315874 h 6861600"/>
              <a:gd name="connsiteX79" fmla="*/ 1424298 w 12193200"/>
              <a:gd name="connsiteY79" fmla="*/ 6315874 h 6861600"/>
              <a:gd name="connsiteX80" fmla="*/ 1424298 w 12193200"/>
              <a:gd name="connsiteY80" fmla="*/ 6290509 h 6861600"/>
              <a:gd name="connsiteX81" fmla="*/ 1485941 w 12193200"/>
              <a:gd name="connsiteY81" fmla="*/ 6290509 h 6861600"/>
              <a:gd name="connsiteX82" fmla="*/ 1485941 w 12193200"/>
              <a:gd name="connsiteY82" fmla="*/ 6301189 h 6861600"/>
              <a:gd name="connsiteX83" fmla="*/ 1514768 w 12193200"/>
              <a:gd name="connsiteY83" fmla="*/ 6301189 h 6861600"/>
              <a:gd name="connsiteX84" fmla="*/ 1514768 w 12193200"/>
              <a:gd name="connsiteY84" fmla="*/ 6286504 h 6861600"/>
              <a:gd name="connsiteX85" fmla="*/ 1496585 w 12193200"/>
              <a:gd name="connsiteY85" fmla="*/ 6265144 h 6861600"/>
              <a:gd name="connsiteX86" fmla="*/ 418040 w 12193200"/>
              <a:gd name="connsiteY86" fmla="*/ 6184154 h 6861600"/>
              <a:gd name="connsiteX87" fmla="*/ 386553 w 12193200"/>
              <a:gd name="connsiteY87" fmla="*/ 6217529 h 6861600"/>
              <a:gd name="connsiteX88" fmla="*/ 386553 w 12193200"/>
              <a:gd name="connsiteY88" fmla="*/ 6441363 h 6861600"/>
              <a:gd name="connsiteX89" fmla="*/ 418040 w 12193200"/>
              <a:gd name="connsiteY89" fmla="*/ 6474738 h 6861600"/>
              <a:gd name="connsiteX90" fmla="*/ 624259 w 12193200"/>
              <a:gd name="connsiteY90" fmla="*/ 6474738 h 6861600"/>
              <a:gd name="connsiteX91" fmla="*/ 657076 w 12193200"/>
              <a:gd name="connsiteY91" fmla="*/ 6441363 h 6861600"/>
              <a:gd name="connsiteX92" fmla="*/ 657076 w 12193200"/>
              <a:gd name="connsiteY92" fmla="*/ 6217529 h 6861600"/>
              <a:gd name="connsiteX93" fmla="*/ 624259 w 12193200"/>
              <a:gd name="connsiteY93" fmla="*/ 6184154 h 6861600"/>
              <a:gd name="connsiteX94" fmla="*/ 0 w 12193200"/>
              <a:gd name="connsiteY94" fmla="*/ 0 h 6861600"/>
              <a:gd name="connsiteX95" fmla="*/ 12193200 w 12193200"/>
              <a:gd name="connsiteY95" fmla="*/ 0 h 6861600"/>
              <a:gd name="connsiteX96" fmla="*/ 12193200 w 12193200"/>
              <a:gd name="connsiteY96" fmla="*/ 6861600 h 6861600"/>
              <a:gd name="connsiteX97" fmla="*/ 0 w 12193200"/>
              <a:gd name="connsiteY97" fmla="*/ 6861600 h 686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</a:cxnLst>
            <a:rect l="l" t="t" r="r" b="b"/>
            <a:pathLst>
              <a:path w="12193200" h="6861600">
                <a:moveTo>
                  <a:pt x="1278393" y="6290509"/>
                </a:moveTo>
                <a:lnTo>
                  <a:pt x="1341367" y="6290509"/>
                </a:lnTo>
                <a:lnTo>
                  <a:pt x="1341367" y="6323884"/>
                </a:lnTo>
                <a:lnTo>
                  <a:pt x="1278393" y="6323884"/>
                </a:lnTo>
                <a:close/>
                <a:moveTo>
                  <a:pt x="1015852" y="6289174"/>
                </a:moveTo>
                <a:lnTo>
                  <a:pt x="1038026" y="6343909"/>
                </a:lnTo>
                <a:lnTo>
                  <a:pt x="993678" y="6343909"/>
                </a:lnTo>
                <a:close/>
                <a:moveTo>
                  <a:pt x="1542263" y="6265589"/>
                </a:moveTo>
                <a:lnTo>
                  <a:pt x="1542263" y="6393304"/>
                </a:lnTo>
                <a:lnTo>
                  <a:pt x="1572863" y="6393304"/>
                </a:lnTo>
                <a:lnTo>
                  <a:pt x="1572863" y="6334564"/>
                </a:lnTo>
                <a:lnTo>
                  <a:pt x="1630516" y="6393304"/>
                </a:lnTo>
                <a:lnTo>
                  <a:pt x="1672646" y="6393304"/>
                </a:lnTo>
                <a:lnTo>
                  <a:pt x="1603020" y="6325219"/>
                </a:lnTo>
                <a:lnTo>
                  <a:pt x="1669985" y="6265589"/>
                </a:lnTo>
                <a:lnTo>
                  <a:pt x="1629185" y="6265589"/>
                </a:lnTo>
                <a:lnTo>
                  <a:pt x="1572863" y="6317209"/>
                </a:lnTo>
                <a:lnTo>
                  <a:pt x="1572863" y="6265589"/>
                </a:lnTo>
                <a:close/>
                <a:moveTo>
                  <a:pt x="1248236" y="6265589"/>
                </a:moveTo>
                <a:lnTo>
                  <a:pt x="1248236" y="6393304"/>
                </a:lnTo>
                <a:lnTo>
                  <a:pt x="1278393" y="6393304"/>
                </a:lnTo>
                <a:lnTo>
                  <a:pt x="1278393" y="6349249"/>
                </a:lnTo>
                <a:lnTo>
                  <a:pt x="1311210" y="6349249"/>
                </a:lnTo>
                <a:lnTo>
                  <a:pt x="1338706" y="6393304"/>
                </a:lnTo>
                <a:lnTo>
                  <a:pt x="1371524" y="6393304"/>
                </a:lnTo>
                <a:lnTo>
                  <a:pt x="1342697" y="6349249"/>
                </a:lnTo>
                <a:lnTo>
                  <a:pt x="1345358" y="6349249"/>
                </a:lnTo>
                <a:cubicBezTo>
                  <a:pt x="1362210" y="6349249"/>
                  <a:pt x="1370193" y="6339904"/>
                  <a:pt x="1370193" y="6329224"/>
                </a:cubicBezTo>
                <a:lnTo>
                  <a:pt x="1370193" y="6286949"/>
                </a:lnTo>
                <a:cubicBezTo>
                  <a:pt x="1370193" y="6273599"/>
                  <a:pt x="1362210" y="6265589"/>
                  <a:pt x="1349350" y="6265589"/>
                </a:cubicBezTo>
                <a:close/>
                <a:moveTo>
                  <a:pt x="1104991" y="6265589"/>
                </a:moveTo>
                <a:lnTo>
                  <a:pt x="1104991" y="6393304"/>
                </a:lnTo>
                <a:lnTo>
                  <a:pt x="1226061" y="6393304"/>
                </a:lnTo>
                <a:lnTo>
                  <a:pt x="1226061" y="6367939"/>
                </a:lnTo>
                <a:lnTo>
                  <a:pt x="1133817" y="6367939"/>
                </a:lnTo>
                <a:lnTo>
                  <a:pt x="1133817" y="6341239"/>
                </a:lnTo>
                <a:lnTo>
                  <a:pt x="1212757" y="6341239"/>
                </a:lnTo>
                <a:lnTo>
                  <a:pt x="1212757" y="6315874"/>
                </a:lnTo>
                <a:lnTo>
                  <a:pt x="1133817" y="6315874"/>
                </a:lnTo>
                <a:lnTo>
                  <a:pt x="1133817" y="6290509"/>
                </a:lnTo>
                <a:lnTo>
                  <a:pt x="1224731" y="6290509"/>
                </a:lnTo>
                <a:lnTo>
                  <a:pt x="1224731" y="6265589"/>
                </a:lnTo>
                <a:close/>
                <a:moveTo>
                  <a:pt x="995895" y="6265589"/>
                </a:moveTo>
                <a:lnTo>
                  <a:pt x="939573" y="6393304"/>
                </a:lnTo>
                <a:lnTo>
                  <a:pt x="972391" y="6393304"/>
                </a:lnTo>
                <a:lnTo>
                  <a:pt x="983034" y="6367939"/>
                </a:lnTo>
                <a:lnTo>
                  <a:pt x="1048669" y="6367939"/>
                </a:lnTo>
                <a:lnTo>
                  <a:pt x="1060643" y="6393304"/>
                </a:lnTo>
                <a:lnTo>
                  <a:pt x="1092130" y="6393304"/>
                </a:lnTo>
                <a:lnTo>
                  <a:pt x="1035365" y="6265589"/>
                </a:lnTo>
                <a:close/>
                <a:moveTo>
                  <a:pt x="778146" y="6265589"/>
                </a:moveTo>
                <a:lnTo>
                  <a:pt x="778146" y="6393304"/>
                </a:lnTo>
                <a:lnTo>
                  <a:pt x="805642" y="6393304"/>
                </a:lnTo>
                <a:lnTo>
                  <a:pt x="805642" y="6319879"/>
                </a:lnTo>
                <a:lnTo>
                  <a:pt x="838459" y="6393304"/>
                </a:lnTo>
                <a:lnTo>
                  <a:pt x="867286" y="6393304"/>
                </a:lnTo>
                <a:lnTo>
                  <a:pt x="900103" y="6318544"/>
                </a:lnTo>
                <a:lnTo>
                  <a:pt x="900103" y="6393304"/>
                </a:lnTo>
                <a:lnTo>
                  <a:pt x="927599" y="6393304"/>
                </a:lnTo>
                <a:lnTo>
                  <a:pt x="927599" y="6265589"/>
                </a:lnTo>
                <a:lnTo>
                  <a:pt x="894781" y="6265589"/>
                </a:lnTo>
                <a:lnTo>
                  <a:pt x="852651" y="6361264"/>
                </a:lnTo>
                <a:lnTo>
                  <a:pt x="810964" y="6265589"/>
                </a:lnTo>
                <a:close/>
                <a:moveTo>
                  <a:pt x="1414985" y="6265144"/>
                </a:moveTo>
                <a:cubicBezTo>
                  <a:pt x="1404785" y="6265144"/>
                  <a:pt x="1395471" y="6273154"/>
                  <a:pt x="1395471" y="6285169"/>
                </a:cubicBezTo>
                <a:lnTo>
                  <a:pt x="1395471" y="6322549"/>
                </a:lnTo>
                <a:cubicBezTo>
                  <a:pt x="1395471" y="6333229"/>
                  <a:pt x="1403011" y="6341239"/>
                  <a:pt x="1414985" y="6341239"/>
                </a:cubicBezTo>
                <a:lnTo>
                  <a:pt x="1485941" y="6341239"/>
                </a:lnTo>
                <a:lnTo>
                  <a:pt x="1485941" y="6367939"/>
                </a:lnTo>
                <a:lnTo>
                  <a:pt x="1424298" y="6367939"/>
                </a:lnTo>
                <a:lnTo>
                  <a:pt x="1424298" y="6358594"/>
                </a:lnTo>
                <a:lnTo>
                  <a:pt x="1394141" y="6358594"/>
                </a:lnTo>
                <a:lnTo>
                  <a:pt x="1394141" y="6374614"/>
                </a:lnTo>
                <a:cubicBezTo>
                  <a:pt x="1394141" y="6385294"/>
                  <a:pt x="1400350" y="6393304"/>
                  <a:pt x="1413654" y="6393304"/>
                </a:cubicBezTo>
                <a:lnTo>
                  <a:pt x="1424298" y="6393304"/>
                </a:lnTo>
                <a:lnTo>
                  <a:pt x="1495255" y="6393304"/>
                </a:lnTo>
                <a:cubicBezTo>
                  <a:pt x="1508115" y="6393304"/>
                  <a:pt x="1514768" y="6385294"/>
                  <a:pt x="1514768" y="6373279"/>
                </a:cubicBezTo>
                <a:lnTo>
                  <a:pt x="1514768" y="6337234"/>
                </a:lnTo>
                <a:cubicBezTo>
                  <a:pt x="1514768" y="6323884"/>
                  <a:pt x="1505898" y="6315874"/>
                  <a:pt x="1495255" y="6315874"/>
                </a:cubicBezTo>
                <a:lnTo>
                  <a:pt x="1424298" y="6315874"/>
                </a:lnTo>
                <a:lnTo>
                  <a:pt x="1424298" y="6290509"/>
                </a:lnTo>
                <a:lnTo>
                  <a:pt x="1485941" y="6290509"/>
                </a:lnTo>
                <a:lnTo>
                  <a:pt x="1485941" y="6301189"/>
                </a:lnTo>
                <a:lnTo>
                  <a:pt x="1514768" y="6301189"/>
                </a:lnTo>
                <a:lnTo>
                  <a:pt x="1514768" y="6286504"/>
                </a:lnTo>
                <a:cubicBezTo>
                  <a:pt x="1514768" y="6273154"/>
                  <a:pt x="1507229" y="6265144"/>
                  <a:pt x="1496585" y="6265144"/>
                </a:cubicBezTo>
                <a:close/>
                <a:moveTo>
                  <a:pt x="418040" y="6184154"/>
                </a:moveTo>
                <a:cubicBezTo>
                  <a:pt x="401188" y="6184154"/>
                  <a:pt x="386553" y="6198839"/>
                  <a:pt x="386553" y="6217529"/>
                </a:cubicBezTo>
                <a:lnTo>
                  <a:pt x="386553" y="6441363"/>
                </a:lnTo>
                <a:cubicBezTo>
                  <a:pt x="386553" y="6460053"/>
                  <a:pt x="401188" y="6474738"/>
                  <a:pt x="418040" y="6474738"/>
                </a:cubicBezTo>
                <a:lnTo>
                  <a:pt x="624259" y="6474738"/>
                </a:lnTo>
                <a:cubicBezTo>
                  <a:pt x="642441" y="6474738"/>
                  <a:pt x="657076" y="6460053"/>
                  <a:pt x="657076" y="6441363"/>
                </a:cubicBezTo>
                <a:cubicBezTo>
                  <a:pt x="657076" y="6441363"/>
                  <a:pt x="657076" y="6217529"/>
                  <a:pt x="657076" y="6217529"/>
                </a:cubicBezTo>
                <a:cubicBezTo>
                  <a:pt x="657076" y="6198839"/>
                  <a:pt x="642441" y="6184154"/>
                  <a:pt x="624259" y="6184154"/>
                </a:cubicBezTo>
                <a:close/>
                <a:moveTo>
                  <a:pt x="0" y="0"/>
                </a:moveTo>
                <a:lnTo>
                  <a:pt x="12193200" y="0"/>
                </a:lnTo>
                <a:lnTo>
                  <a:pt x="12193200" y="6861600"/>
                </a:lnTo>
                <a:lnTo>
                  <a:pt x="0" y="6861600"/>
                </a:lnTo>
                <a:close/>
              </a:path>
            </a:pathLst>
          </a:custGeom>
          <a:solidFill>
            <a:schemeClr val="bg1"/>
          </a:solidFill>
        </p:spPr>
        <p:txBody>
          <a:bodyPr wrap="square" tIns="72000" anchor="t" anchorCtr="0">
            <a:noAutofit/>
          </a:bodyPr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1200">
                <a:solidFill>
                  <a:schemeClr val="bg1"/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Click here and insert picture</a:t>
            </a:r>
          </a:p>
        </p:txBody>
      </p:sp>
      <p:sp>
        <p:nvSpPr>
          <p:cNvPr id="6" name="Date Placeholder 5" hidden="1">
            <a:extLst>
              <a:ext uri="{FF2B5EF4-FFF2-40B4-BE49-F238E27FC236}">
                <a16:creationId xmlns:a16="http://schemas.microsoft.com/office/drawing/2014/main" id="{08F8CACC-6EC3-45E4-B2E4-A9916C3AA0BC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>
            <a:lvl1pPr>
              <a:defRPr>
                <a:noFill/>
              </a:defRPr>
            </a:lvl1pPr>
          </a:lstStyle>
          <a:p>
            <a:endParaRPr lang="en-GB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FF127482-2C9F-A700-BD57-7C8E383A1CCB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71475" y="2732088"/>
            <a:ext cx="5602288" cy="1816100"/>
          </a:xfrm>
        </p:spPr>
        <p:txBody>
          <a:bodyPr anchor="t"/>
          <a:lstStyle>
            <a:lvl1pPr algn="l">
              <a:defRPr sz="4000">
                <a:solidFill>
                  <a:schemeClr val="tx1"/>
                </a:solidFill>
              </a:defRPr>
            </a:lvl1pPr>
          </a:lstStyle>
          <a:p>
            <a:r>
              <a:rPr lang="en-GB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4013650924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ull bleed image D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" name="Picture 29">
            <a:extLst>
              <a:ext uri="{FF2B5EF4-FFF2-40B4-BE49-F238E27FC236}">
                <a16:creationId xmlns:a16="http://schemas.microsoft.com/office/drawing/2014/main" id="{93463033-2BA7-8B6D-E344-6BC41ADCAF5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371475" y="6165850"/>
            <a:ext cx="1299398" cy="320400"/>
          </a:xfrm>
          <a:prstGeom prst="rect">
            <a:avLst/>
          </a:prstGeom>
        </p:spPr>
      </p:pic>
      <p:sp>
        <p:nvSpPr>
          <p:cNvPr id="34" name="Picture Placeholder 33">
            <a:extLst>
              <a:ext uri="{FF2B5EF4-FFF2-40B4-BE49-F238E27FC236}">
                <a16:creationId xmlns:a16="http://schemas.microsoft.com/office/drawing/2014/main" id="{9DBF40FC-CB42-D9BB-1080-C75078CBEAB8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3200" cy="6861600"/>
          </a:xfrm>
          <a:custGeom>
            <a:avLst/>
            <a:gdLst>
              <a:gd name="connsiteX0" fmla="*/ 657189 w 12193200"/>
              <a:gd name="connsiteY0" fmla="*/ 6441263 h 6861600"/>
              <a:gd name="connsiteX1" fmla="*/ 657189 w 12193200"/>
              <a:gd name="connsiteY1" fmla="*/ 6441264 h 6861600"/>
              <a:gd name="connsiteX2" fmla="*/ 624342 w 12193200"/>
              <a:gd name="connsiteY2" fmla="*/ 6474551 h 6861600"/>
              <a:gd name="connsiteX3" fmla="*/ 624340 w 12193200"/>
              <a:gd name="connsiteY3" fmla="*/ 6474551 h 6861600"/>
              <a:gd name="connsiteX4" fmla="*/ 657189 w 12193200"/>
              <a:gd name="connsiteY4" fmla="*/ 6441263 h 6861600"/>
              <a:gd name="connsiteX5" fmla="*/ 386560 w 12193200"/>
              <a:gd name="connsiteY5" fmla="*/ 6441263 h 6861600"/>
              <a:gd name="connsiteX6" fmla="*/ 389769 w 12193200"/>
              <a:gd name="connsiteY6" fmla="*/ 6449342 h 6861600"/>
              <a:gd name="connsiteX7" fmla="*/ 386560 w 12193200"/>
              <a:gd name="connsiteY7" fmla="*/ 6441264 h 6861600"/>
              <a:gd name="connsiteX8" fmla="*/ 1278445 w 12193200"/>
              <a:gd name="connsiteY8" fmla="*/ 6290703 h 6861600"/>
              <a:gd name="connsiteX9" fmla="*/ 1341508 w 12193200"/>
              <a:gd name="connsiteY9" fmla="*/ 6290703 h 6861600"/>
              <a:gd name="connsiteX10" fmla="*/ 1341508 w 12193200"/>
              <a:gd name="connsiteY10" fmla="*/ 6323993 h 6861600"/>
              <a:gd name="connsiteX11" fmla="*/ 1278445 w 12193200"/>
              <a:gd name="connsiteY11" fmla="*/ 6323993 h 6861600"/>
              <a:gd name="connsiteX12" fmla="*/ 1015767 w 12193200"/>
              <a:gd name="connsiteY12" fmla="*/ 6289390 h 6861600"/>
              <a:gd name="connsiteX13" fmla="*/ 1038029 w 12193200"/>
              <a:gd name="connsiteY13" fmla="*/ 6344031 h 6861600"/>
              <a:gd name="connsiteX14" fmla="*/ 993415 w 12193200"/>
              <a:gd name="connsiteY14" fmla="*/ 6344031 h 6861600"/>
              <a:gd name="connsiteX15" fmla="*/ 1542399 w 12193200"/>
              <a:gd name="connsiteY15" fmla="*/ 6265409 h 6861600"/>
              <a:gd name="connsiteX16" fmla="*/ 1542399 w 12193200"/>
              <a:gd name="connsiteY16" fmla="*/ 6393302 h 6861600"/>
              <a:gd name="connsiteX17" fmla="*/ 1572649 w 12193200"/>
              <a:gd name="connsiteY17" fmla="*/ 6393302 h 6861600"/>
              <a:gd name="connsiteX18" fmla="*/ 1572649 w 12193200"/>
              <a:gd name="connsiteY18" fmla="*/ 6334722 h 6861600"/>
              <a:gd name="connsiteX19" fmla="*/ 1630474 w 12193200"/>
              <a:gd name="connsiteY19" fmla="*/ 6393302 h 6861600"/>
              <a:gd name="connsiteX20" fmla="*/ 1672471 w 12193200"/>
              <a:gd name="connsiteY20" fmla="*/ 6393302 h 6861600"/>
              <a:gd name="connsiteX21" fmla="*/ 1602845 w 12193200"/>
              <a:gd name="connsiteY21" fmla="*/ 6325413 h 6861600"/>
              <a:gd name="connsiteX22" fmla="*/ 1669855 w 12193200"/>
              <a:gd name="connsiteY22" fmla="*/ 6265409 h 6861600"/>
              <a:gd name="connsiteX23" fmla="*/ 1629144 w 12193200"/>
              <a:gd name="connsiteY23" fmla="*/ 6265409 h 6861600"/>
              <a:gd name="connsiteX24" fmla="*/ 1572649 w 12193200"/>
              <a:gd name="connsiteY24" fmla="*/ 6317420 h 6861600"/>
              <a:gd name="connsiteX25" fmla="*/ 1572649 w 12193200"/>
              <a:gd name="connsiteY25" fmla="*/ 6265409 h 6861600"/>
              <a:gd name="connsiteX26" fmla="*/ 1415032 w 12193200"/>
              <a:gd name="connsiteY26" fmla="*/ 6265409 h 6861600"/>
              <a:gd name="connsiteX27" fmla="*/ 1395297 w 12193200"/>
              <a:gd name="connsiteY27" fmla="*/ 6285447 h 6861600"/>
              <a:gd name="connsiteX28" fmla="*/ 1395297 w 12193200"/>
              <a:gd name="connsiteY28" fmla="*/ 6322676 h 6861600"/>
              <a:gd name="connsiteX29" fmla="*/ 1415032 w 12193200"/>
              <a:gd name="connsiteY29" fmla="*/ 6341401 h 6861600"/>
              <a:gd name="connsiteX30" fmla="*/ 1485989 w 12193200"/>
              <a:gd name="connsiteY30" fmla="*/ 6341401 h 6861600"/>
              <a:gd name="connsiteX31" fmla="*/ 1485989 w 12193200"/>
              <a:gd name="connsiteY31" fmla="*/ 6368008 h 6861600"/>
              <a:gd name="connsiteX32" fmla="*/ 1424212 w 12193200"/>
              <a:gd name="connsiteY32" fmla="*/ 6368008 h 6861600"/>
              <a:gd name="connsiteX33" fmla="*/ 1424212 w 12193200"/>
              <a:gd name="connsiteY33" fmla="*/ 6358703 h 6861600"/>
              <a:gd name="connsiteX34" fmla="*/ 1394011 w 12193200"/>
              <a:gd name="connsiteY34" fmla="*/ 6358703 h 6861600"/>
              <a:gd name="connsiteX35" fmla="*/ 1394011 w 12193200"/>
              <a:gd name="connsiteY35" fmla="*/ 6374687 h 6861600"/>
              <a:gd name="connsiteX36" fmla="*/ 1413746 w 12193200"/>
              <a:gd name="connsiteY36" fmla="*/ 6393302 h 6861600"/>
              <a:gd name="connsiteX37" fmla="*/ 1424212 w 12193200"/>
              <a:gd name="connsiteY37" fmla="*/ 6393302 h 6861600"/>
              <a:gd name="connsiteX38" fmla="*/ 1495169 w 12193200"/>
              <a:gd name="connsiteY38" fmla="*/ 6393302 h 6861600"/>
              <a:gd name="connsiteX39" fmla="*/ 1514770 w 12193200"/>
              <a:gd name="connsiteY39" fmla="*/ 6373375 h 6861600"/>
              <a:gd name="connsiteX40" fmla="*/ 1514770 w 12193200"/>
              <a:gd name="connsiteY40" fmla="*/ 6337352 h 6861600"/>
              <a:gd name="connsiteX41" fmla="*/ 1495169 w 12193200"/>
              <a:gd name="connsiteY41" fmla="*/ 6315996 h 6861600"/>
              <a:gd name="connsiteX42" fmla="*/ 1424212 w 12193200"/>
              <a:gd name="connsiteY42" fmla="*/ 6315996 h 6861600"/>
              <a:gd name="connsiteX43" fmla="*/ 1424212 w 12193200"/>
              <a:gd name="connsiteY43" fmla="*/ 6290703 h 6861600"/>
              <a:gd name="connsiteX44" fmla="*/ 1485989 w 12193200"/>
              <a:gd name="connsiteY44" fmla="*/ 6290703 h 6861600"/>
              <a:gd name="connsiteX45" fmla="*/ 1485989 w 12193200"/>
              <a:gd name="connsiteY45" fmla="*/ 6301436 h 6861600"/>
              <a:gd name="connsiteX46" fmla="*/ 1514770 w 12193200"/>
              <a:gd name="connsiteY46" fmla="*/ 6301436 h 6861600"/>
              <a:gd name="connsiteX47" fmla="*/ 1514770 w 12193200"/>
              <a:gd name="connsiteY47" fmla="*/ 6286760 h 6861600"/>
              <a:gd name="connsiteX48" fmla="*/ 1496455 w 12193200"/>
              <a:gd name="connsiteY48" fmla="*/ 6265409 h 6861600"/>
              <a:gd name="connsiteX49" fmla="*/ 1248195 w 12193200"/>
              <a:gd name="connsiteY49" fmla="*/ 6265409 h 6861600"/>
              <a:gd name="connsiteX50" fmla="*/ 1248195 w 12193200"/>
              <a:gd name="connsiteY50" fmla="*/ 6393302 h 6861600"/>
              <a:gd name="connsiteX51" fmla="*/ 1278445 w 12193200"/>
              <a:gd name="connsiteY51" fmla="*/ 6393302 h 6861600"/>
              <a:gd name="connsiteX52" fmla="*/ 1278445 w 12193200"/>
              <a:gd name="connsiteY52" fmla="*/ 6349394 h 6861600"/>
              <a:gd name="connsiteX53" fmla="*/ 1311258 w 12193200"/>
              <a:gd name="connsiteY53" fmla="*/ 6349394 h 6861600"/>
              <a:gd name="connsiteX54" fmla="*/ 1338887 w 12193200"/>
              <a:gd name="connsiteY54" fmla="*/ 6393302 h 6861600"/>
              <a:gd name="connsiteX55" fmla="*/ 1371615 w 12193200"/>
              <a:gd name="connsiteY55" fmla="*/ 6393302 h 6861600"/>
              <a:gd name="connsiteX56" fmla="*/ 1342834 w 12193200"/>
              <a:gd name="connsiteY56" fmla="*/ 6349394 h 6861600"/>
              <a:gd name="connsiteX57" fmla="*/ 1345454 w 12193200"/>
              <a:gd name="connsiteY57" fmla="*/ 6349394 h 6861600"/>
              <a:gd name="connsiteX58" fmla="*/ 1370334 w 12193200"/>
              <a:gd name="connsiteY58" fmla="*/ 6329355 h 6861600"/>
              <a:gd name="connsiteX59" fmla="*/ 1370334 w 12193200"/>
              <a:gd name="connsiteY59" fmla="*/ 6286760 h 6861600"/>
              <a:gd name="connsiteX60" fmla="*/ 1349353 w 12193200"/>
              <a:gd name="connsiteY60" fmla="*/ 6265409 h 6861600"/>
              <a:gd name="connsiteX61" fmla="*/ 1105039 w 12193200"/>
              <a:gd name="connsiteY61" fmla="*/ 6265409 h 6861600"/>
              <a:gd name="connsiteX62" fmla="*/ 1105039 w 12193200"/>
              <a:gd name="connsiteY62" fmla="*/ 6393302 h 6861600"/>
              <a:gd name="connsiteX63" fmla="*/ 1225847 w 12193200"/>
              <a:gd name="connsiteY63" fmla="*/ 6393302 h 6861600"/>
              <a:gd name="connsiteX64" fmla="*/ 1225847 w 12193200"/>
              <a:gd name="connsiteY64" fmla="*/ 6368008 h 6861600"/>
              <a:gd name="connsiteX65" fmla="*/ 1133954 w 12193200"/>
              <a:gd name="connsiteY65" fmla="*/ 6368008 h 6861600"/>
              <a:gd name="connsiteX66" fmla="*/ 1133954 w 12193200"/>
              <a:gd name="connsiteY66" fmla="*/ 6341401 h 6861600"/>
              <a:gd name="connsiteX67" fmla="*/ 1212716 w 12193200"/>
              <a:gd name="connsiteY67" fmla="*/ 6341401 h 6861600"/>
              <a:gd name="connsiteX68" fmla="*/ 1212716 w 12193200"/>
              <a:gd name="connsiteY68" fmla="*/ 6315996 h 6861600"/>
              <a:gd name="connsiteX69" fmla="*/ 1133954 w 12193200"/>
              <a:gd name="connsiteY69" fmla="*/ 6315996 h 6861600"/>
              <a:gd name="connsiteX70" fmla="*/ 1133954 w 12193200"/>
              <a:gd name="connsiteY70" fmla="*/ 6290703 h 6861600"/>
              <a:gd name="connsiteX71" fmla="*/ 1224512 w 12193200"/>
              <a:gd name="connsiteY71" fmla="*/ 6290703 h 6861600"/>
              <a:gd name="connsiteX72" fmla="*/ 1224512 w 12193200"/>
              <a:gd name="connsiteY72" fmla="*/ 6265409 h 6861600"/>
              <a:gd name="connsiteX73" fmla="*/ 996032 w 12193200"/>
              <a:gd name="connsiteY73" fmla="*/ 6265409 h 6861600"/>
              <a:gd name="connsiteX74" fmla="*/ 939577 w 12193200"/>
              <a:gd name="connsiteY74" fmla="*/ 6393302 h 6861600"/>
              <a:gd name="connsiteX75" fmla="*/ 972350 w 12193200"/>
              <a:gd name="connsiteY75" fmla="*/ 6393302 h 6861600"/>
              <a:gd name="connsiteX76" fmla="*/ 982905 w 12193200"/>
              <a:gd name="connsiteY76" fmla="*/ 6368008 h 6861600"/>
              <a:gd name="connsiteX77" fmla="*/ 1048629 w 12193200"/>
              <a:gd name="connsiteY77" fmla="*/ 6368008 h 6861600"/>
              <a:gd name="connsiteX78" fmla="*/ 1060381 w 12193200"/>
              <a:gd name="connsiteY78" fmla="*/ 6393302 h 6861600"/>
              <a:gd name="connsiteX79" fmla="*/ 1091957 w 12193200"/>
              <a:gd name="connsiteY79" fmla="*/ 6393302 h 6861600"/>
              <a:gd name="connsiteX80" fmla="*/ 1035413 w 12193200"/>
              <a:gd name="connsiteY80" fmla="*/ 6265409 h 6861600"/>
              <a:gd name="connsiteX81" fmla="*/ 777989 w 12193200"/>
              <a:gd name="connsiteY81" fmla="*/ 6265409 h 6861600"/>
              <a:gd name="connsiteX82" fmla="*/ 777989 w 12193200"/>
              <a:gd name="connsiteY82" fmla="*/ 6393302 h 6861600"/>
              <a:gd name="connsiteX83" fmla="*/ 805596 w 12193200"/>
              <a:gd name="connsiteY83" fmla="*/ 6393302 h 6861600"/>
              <a:gd name="connsiteX84" fmla="*/ 805596 w 12193200"/>
              <a:gd name="connsiteY84" fmla="*/ 6320050 h 6861600"/>
              <a:gd name="connsiteX85" fmla="*/ 838420 w 12193200"/>
              <a:gd name="connsiteY85" fmla="*/ 6393302 h 6861600"/>
              <a:gd name="connsiteX86" fmla="*/ 867379 w 12193200"/>
              <a:gd name="connsiteY86" fmla="*/ 6393302 h 6861600"/>
              <a:gd name="connsiteX87" fmla="*/ 900108 w 12193200"/>
              <a:gd name="connsiteY87" fmla="*/ 6318738 h 6861600"/>
              <a:gd name="connsiteX88" fmla="*/ 900108 w 12193200"/>
              <a:gd name="connsiteY88" fmla="*/ 6393302 h 6861600"/>
              <a:gd name="connsiteX89" fmla="*/ 927692 w 12193200"/>
              <a:gd name="connsiteY89" fmla="*/ 6393302 h 6861600"/>
              <a:gd name="connsiteX90" fmla="*/ 927692 w 12193200"/>
              <a:gd name="connsiteY90" fmla="*/ 6265409 h 6861600"/>
              <a:gd name="connsiteX91" fmla="*/ 894875 w 12193200"/>
              <a:gd name="connsiteY91" fmla="*/ 6265409 h 6861600"/>
              <a:gd name="connsiteX92" fmla="*/ 852833 w 12193200"/>
              <a:gd name="connsiteY92" fmla="*/ 6361328 h 6861600"/>
              <a:gd name="connsiteX93" fmla="*/ 810833 w 12193200"/>
              <a:gd name="connsiteY93" fmla="*/ 6265409 h 6861600"/>
              <a:gd name="connsiteX94" fmla="*/ 418098 w 12193200"/>
              <a:gd name="connsiteY94" fmla="*/ 6169025 h 6861600"/>
              <a:gd name="connsiteX95" fmla="*/ 371476 w 12193200"/>
              <a:gd name="connsiteY95" fmla="*/ 6217452 h 6861600"/>
              <a:gd name="connsiteX96" fmla="*/ 371476 w 12193200"/>
              <a:gd name="connsiteY96" fmla="*/ 6441264 h 6861600"/>
              <a:gd name="connsiteX97" fmla="*/ 418098 w 12193200"/>
              <a:gd name="connsiteY97" fmla="*/ 6489688 h 6861600"/>
              <a:gd name="connsiteX98" fmla="*/ 624342 w 12193200"/>
              <a:gd name="connsiteY98" fmla="*/ 6489688 h 6861600"/>
              <a:gd name="connsiteX99" fmla="*/ 672274 w 12193200"/>
              <a:gd name="connsiteY99" fmla="*/ 6441264 h 6861600"/>
              <a:gd name="connsiteX100" fmla="*/ 672274 w 12193200"/>
              <a:gd name="connsiteY100" fmla="*/ 6217452 h 6861600"/>
              <a:gd name="connsiteX101" fmla="*/ 624342 w 12193200"/>
              <a:gd name="connsiteY101" fmla="*/ 6169025 h 6861600"/>
              <a:gd name="connsiteX102" fmla="*/ 0 w 12193200"/>
              <a:gd name="connsiteY102" fmla="*/ 0 h 6861600"/>
              <a:gd name="connsiteX103" fmla="*/ 12193200 w 12193200"/>
              <a:gd name="connsiteY103" fmla="*/ 0 h 6861600"/>
              <a:gd name="connsiteX104" fmla="*/ 12193200 w 12193200"/>
              <a:gd name="connsiteY104" fmla="*/ 6861600 h 6861600"/>
              <a:gd name="connsiteX105" fmla="*/ 0 w 12193200"/>
              <a:gd name="connsiteY105" fmla="*/ 6861600 h 686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</a:cxnLst>
            <a:rect l="l" t="t" r="r" b="b"/>
            <a:pathLst>
              <a:path w="12193200" h="6861600">
                <a:moveTo>
                  <a:pt x="657189" y="6441263"/>
                </a:moveTo>
                <a:lnTo>
                  <a:pt x="657189" y="6441264"/>
                </a:lnTo>
                <a:cubicBezTo>
                  <a:pt x="657189" y="6459879"/>
                  <a:pt x="642674" y="6474551"/>
                  <a:pt x="624342" y="6474551"/>
                </a:cubicBezTo>
                <a:lnTo>
                  <a:pt x="624340" y="6474551"/>
                </a:lnTo>
                <a:cubicBezTo>
                  <a:pt x="642674" y="6474551"/>
                  <a:pt x="657189" y="6459878"/>
                  <a:pt x="657189" y="6441263"/>
                </a:cubicBezTo>
                <a:close/>
                <a:moveTo>
                  <a:pt x="386560" y="6441263"/>
                </a:moveTo>
                <a:lnTo>
                  <a:pt x="389769" y="6449342"/>
                </a:lnTo>
                <a:lnTo>
                  <a:pt x="386560" y="6441264"/>
                </a:lnTo>
                <a:close/>
                <a:moveTo>
                  <a:pt x="1278445" y="6290703"/>
                </a:moveTo>
                <a:lnTo>
                  <a:pt x="1341508" y="6290703"/>
                </a:lnTo>
                <a:lnTo>
                  <a:pt x="1341508" y="6323993"/>
                </a:lnTo>
                <a:lnTo>
                  <a:pt x="1278445" y="6323993"/>
                </a:lnTo>
                <a:close/>
                <a:moveTo>
                  <a:pt x="1015767" y="6289390"/>
                </a:moveTo>
                <a:lnTo>
                  <a:pt x="1038029" y="6344031"/>
                </a:lnTo>
                <a:lnTo>
                  <a:pt x="993415" y="6344031"/>
                </a:lnTo>
                <a:close/>
                <a:moveTo>
                  <a:pt x="1542399" y="6265409"/>
                </a:moveTo>
                <a:lnTo>
                  <a:pt x="1542399" y="6393302"/>
                </a:lnTo>
                <a:lnTo>
                  <a:pt x="1572649" y="6393302"/>
                </a:lnTo>
                <a:lnTo>
                  <a:pt x="1572649" y="6334722"/>
                </a:lnTo>
                <a:lnTo>
                  <a:pt x="1630474" y="6393302"/>
                </a:lnTo>
                <a:lnTo>
                  <a:pt x="1672471" y="6393302"/>
                </a:lnTo>
                <a:lnTo>
                  <a:pt x="1602845" y="6325413"/>
                </a:lnTo>
                <a:lnTo>
                  <a:pt x="1669855" y="6265409"/>
                </a:lnTo>
                <a:lnTo>
                  <a:pt x="1629144" y="6265409"/>
                </a:lnTo>
                <a:lnTo>
                  <a:pt x="1572649" y="6317420"/>
                </a:lnTo>
                <a:lnTo>
                  <a:pt x="1572649" y="6265409"/>
                </a:lnTo>
                <a:close/>
                <a:moveTo>
                  <a:pt x="1415032" y="6265409"/>
                </a:moveTo>
                <a:cubicBezTo>
                  <a:pt x="1404477" y="6265409"/>
                  <a:pt x="1395297" y="6273406"/>
                  <a:pt x="1395297" y="6285447"/>
                </a:cubicBezTo>
                <a:lnTo>
                  <a:pt x="1395297" y="6322676"/>
                </a:lnTo>
                <a:cubicBezTo>
                  <a:pt x="1395297" y="6333409"/>
                  <a:pt x="1403147" y="6341401"/>
                  <a:pt x="1415032" y="6341401"/>
                </a:cubicBezTo>
                <a:lnTo>
                  <a:pt x="1485989" y="6341401"/>
                </a:lnTo>
                <a:lnTo>
                  <a:pt x="1485989" y="6368008"/>
                </a:lnTo>
                <a:lnTo>
                  <a:pt x="1424212" y="6368008"/>
                </a:lnTo>
                <a:lnTo>
                  <a:pt x="1424212" y="6358703"/>
                </a:lnTo>
                <a:lnTo>
                  <a:pt x="1394011" y="6358703"/>
                </a:lnTo>
                <a:lnTo>
                  <a:pt x="1394011" y="6374687"/>
                </a:lnTo>
                <a:cubicBezTo>
                  <a:pt x="1394011" y="6385309"/>
                  <a:pt x="1400530" y="6393302"/>
                  <a:pt x="1413746" y="6393302"/>
                </a:cubicBezTo>
                <a:lnTo>
                  <a:pt x="1424212" y="6393302"/>
                </a:lnTo>
                <a:lnTo>
                  <a:pt x="1495169" y="6393302"/>
                </a:lnTo>
                <a:cubicBezTo>
                  <a:pt x="1508251" y="6393302"/>
                  <a:pt x="1514770" y="6385309"/>
                  <a:pt x="1514770" y="6373375"/>
                </a:cubicBezTo>
                <a:lnTo>
                  <a:pt x="1514770" y="6337352"/>
                </a:lnTo>
                <a:cubicBezTo>
                  <a:pt x="1514770" y="6323993"/>
                  <a:pt x="1505635" y="6315996"/>
                  <a:pt x="1495169" y="6315996"/>
                </a:cubicBezTo>
                <a:lnTo>
                  <a:pt x="1424212" y="6315996"/>
                </a:lnTo>
                <a:lnTo>
                  <a:pt x="1424212" y="6290703"/>
                </a:lnTo>
                <a:lnTo>
                  <a:pt x="1485989" y="6290703"/>
                </a:lnTo>
                <a:lnTo>
                  <a:pt x="1485989" y="6301436"/>
                </a:lnTo>
                <a:lnTo>
                  <a:pt x="1514770" y="6301436"/>
                </a:lnTo>
                <a:lnTo>
                  <a:pt x="1514770" y="6286760"/>
                </a:lnTo>
                <a:cubicBezTo>
                  <a:pt x="1514770" y="6273406"/>
                  <a:pt x="1506921" y="6265409"/>
                  <a:pt x="1496455" y="6265409"/>
                </a:cubicBezTo>
                <a:close/>
                <a:moveTo>
                  <a:pt x="1248195" y="6265409"/>
                </a:moveTo>
                <a:lnTo>
                  <a:pt x="1248195" y="6393302"/>
                </a:lnTo>
                <a:lnTo>
                  <a:pt x="1278445" y="6393302"/>
                </a:lnTo>
                <a:lnTo>
                  <a:pt x="1278445" y="6349394"/>
                </a:lnTo>
                <a:lnTo>
                  <a:pt x="1311258" y="6349394"/>
                </a:lnTo>
                <a:lnTo>
                  <a:pt x="1338887" y="6393302"/>
                </a:lnTo>
                <a:lnTo>
                  <a:pt x="1371615" y="6393302"/>
                </a:lnTo>
                <a:lnTo>
                  <a:pt x="1342834" y="6349394"/>
                </a:lnTo>
                <a:lnTo>
                  <a:pt x="1345454" y="6349394"/>
                </a:lnTo>
                <a:cubicBezTo>
                  <a:pt x="1362440" y="6349394"/>
                  <a:pt x="1370334" y="6339977"/>
                  <a:pt x="1370334" y="6329355"/>
                </a:cubicBezTo>
                <a:lnTo>
                  <a:pt x="1370334" y="6286760"/>
                </a:lnTo>
                <a:cubicBezTo>
                  <a:pt x="1370334" y="6273406"/>
                  <a:pt x="1362440" y="6265409"/>
                  <a:pt x="1349353" y="6265409"/>
                </a:cubicBezTo>
                <a:close/>
                <a:moveTo>
                  <a:pt x="1105039" y="6265409"/>
                </a:moveTo>
                <a:lnTo>
                  <a:pt x="1105039" y="6393302"/>
                </a:lnTo>
                <a:lnTo>
                  <a:pt x="1225847" y="6393302"/>
                </a:lnTo>
                <a:lnTo>
                  <a:pt x="1225847" y="6368008"/>
                </a:lnTo>
                <a:lnTo>
                  <a:pt x="1133954" y="6368008"/>
                </a:lnTo>
                <a:lnTo>
                  <a:pt x="1133954" y="6341401"/>
                </a:lnTo>
                <a:lnTo>
                  <a:pt x="1212716" y="6341401"/>
                </a:lnTo>
                <a:lnTo>
                  <a:pt x="1212716" y="6315996"/>
                </a:lnTo>
                <a:lnTo>
                  <a:pt x="1133954" y="6315996"/>
                </a:lnTo>
                <a:lnTo>
                  <a:pt x="1133954" y="6290703"/>
                </a:lnTo>
                <a:lnTo>
                  <a:pt x="1224512" y="6290703"/>
                </a:lnTo>
                <a:lnTo>
                  <a:pt x="1224512" y="6265409"/>
                </a:lnTo>
                <a:close/>
                <a:moveTo>
                  <a:pt x="996032" y="6265409"/>
                </a:moveTo>
                <a:lnTo>
                  <a:pt x="939577" y="6393302"/>
                </a:lnTo>
                <a:lnTo>
                  <a:pt x="972350" y="6393302"/>
                </a:lnTo>
                <a:lnTo>
                  <a:pt x="982905" y="6368008"/>
                </a:lnTo>
                <a:lnTo>
                  <a:pt x="1048629" y="6368008"/>
                </a:lnTo>
                <a:lnTo>
                  <a:pt x="1060381" y="6393302"/>
                </a:lnTo>
                <a:lnTo>
                  <a:pt x="1091957" y="6393302"/>
                </a:lnTo>
                <a:lnTo>
                  <a:pt x="1035413" y="6265409"/>
                </a:lnTo>
                <a:close/>
                <a:moveTo>
                  <a:pt x="777989" y="6265409"/>
                </a:moveTo>
                <a:lnTo>
                  <a:pt x="777989" y="6393302"/>
                </a:lnTo>
                <a:lnTo>
                  <a:pt x="805596" y="6393302"/>
                </a:lnTo>
                <a:lnTo>
                  <a:pt x="805596" y="6320050"/>
                </a:lnTo>
                <a:lnTo>
                  <a:pt x="838420" y="6393302"/>
                </a:lnTo>
                <a:lnTo>
                  <a:pt x="867379" y="6393302"/>
                </a:lnTo>
                <a:lnTo>
                  <a:pt x="900108" y="6318738"/>
                </a:lnTo>
                <a:lnTo>
                  <a:pt x="900108" y="6393302"/>
                </a:lnTo>
                <a:lnTo>
                  <a:pt x="927692" y="6393302"/>
                </a:lnTo>
                <a:lnTo>
                  <a:pt x="927692" y="6265409"/>
                </a:lnTo>
                <a:lnTo>
                  <a:pt x="894875" y="6265409"/>
                </a:lnTo>
                <a:lnTo>
                  <a:pt x="852833" y="6361328"/>
                </a:lnTo>
                <a:lnTo>
                  <a:pt x="810833" y="6265409"/>
                </a:lnTo>
                <a:close/>
                <a:moveTo>
                  <a:pt x="418098" y="6169025"/>
                </a:moveTo>
                <a:cubicBezTo>
                  <a:pt x="392390" y="6169025"/>
                  <a:pt x="371476" y="6190749"/>
                  <a:pt x="371476" y="6217452"/>
                </a:cubicBezTo>
                <a:lnTo>
                  <a:pt x="371476" y="6441264"/>
                </a:lnTo>
                <a:cubicBezTo>
                  <a:pt x="371476" y="6467965"/>
                  <a:pt x="392390" y="6489688"/>
                  <a:pt x="418098" y="6489688"/>
                </a:cubicBezTo>
                <a:lnTo>
                  <a:pt x="624342" y="6489688"/>
                </a:lnTo>
                <a:cubicBezTo>
                  <a:pt x="651219" y="6489688"/>
                  <a:pt x="672274" y="6468418"/>
                  <a:pt x="672274" y="6441264"/>
                </a:cubicBezTo>
                <a:lnTo>
                  <a:pt x="672274" y="6217452"/>
                </a:lnTo>
                <a:cubicBezTo>
                  <a:pt x="672274" y="6190297"/>
                  <a:pt x="651219" y="6169025"/>
                  <a:pt x="624342" y="6169025"/>
                </a:cubicBezTo>
                <a:close/>
                <a:moveTo>
                  <a:pt x="0" y="0"/>
                </a:moveTo>
                <a:lnTo>
                  <a:pt x="12193200" y="0"/>
                </a:lnTo>
                <a:lnTo>
                  <a:pt x="12193200" y="6861600"/>
                </a:lnTo>
                <a:lnTo>
                  <a:pt x="0" y="6861600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tIns="72000" anchor="t" anchorCtr="0">
            <a:noAutofit/>
          </a:bodyPr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1200">
                <a:solidFill>
                  <a:schemeClr val="bg1"/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Click here and insert picture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371475" y="2732088"/>
            <a:ext cx="5602288" cy="1816100"/>
          </a:xfrm>
        </p:spPr>
        <p:txBody>
          <a:bodyPr anchor="t"/>
          <a:lstStyle>
            <a:lvl1pPr algn="l">
              <a:defRPr sz="4000">
                <a:solidFill>
                  <a:schemeClr val="bg1"/>
                </a:solidFill>
              </a:defRPr>
            </a:lvl1pPr>
          </a:lstStyle>
          <a:p>
            <a:r>
              <a:rPr lang="en-GB"/>
              <a:t>Click to add title</a:t>
            </a:r>
          </a:p>
        </p:txBody>
      </p:sp>
      <p:sp>
        <p:nvSpPr>
          <p:cNvPr id="19" name="Footer Placeholder 18" hidden="1">
            <a:extLst>
              <a:ext uri="{FF2B5EF4-FFF2-40B4-BE49-F238E27FC236}">
                <a16:creationId xmlns:a16="http://schemas.microsoft.com/office/drawing/2014/main" id="{EF117A4B-54AF-45DE-842B-8168C527210F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0" y="6858000"/>
            <a:ext cx="0" cy="0"/>
          </a:xfrm>
          <a:prstGeom prst="rect">
            <a:avLst/>
          </a:prstGeom>
        </p:spPr>
        <p:txBody>
          <a:bodyPr/>
          <a:lstStyle>
            <a:lvl1pPr>
              <a:defRPr sz="100">
                <a:noFill/>
              </a:defRPr>
            </a:lvl1pPr>
          </a:lstStyle>
          <a:p>
            <a:r>
              <a:rPr lang="en-GB"/>
              <a:t>Insert presentation title via Header &amp; Footer</a:t>
            </a:r>
          </a:p>
        </p:txBody>
      </p:sp>
      <p:sp>
        <p:nvSpPr>
          <p:cNvPr id="20" name="Slide Number Placeholder 19" hidden="1">
            <a:extLst>
              <a:ext uri="{FF2B5EF4-FFF2-40B4-BE49-F238E27FC236}">
                <a16:creationId xmlns:a16="http://schemas.microsoft.com/office/drawing/2014/main" id="{6BB5F837-CD41-4FEA-B45A-2B3A60DC7C20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0" y="6858000"/>
            <a:ext cx="0" cy="0"/>
          </a:xfrm>
          <a:prstGeom prst="rect">
            <a:avLst/>
          </a:prstGeom>
        </p:spPr>
        <p:txBody>
          <a:bodyPr/>
          <a:lstStyle>
            <a:lvl1pPr>
              <a:defRPr sz="100">
                <a:noFill/>
              </a:defRPr>
            </a:lvl1pPr>
          </a:lstStyle>
          <a:p>
            <a:r>
              <a:rPr lang="en-GB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582560725"/>
      </p:ext>
    </p:extLst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rge text and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/>
          <p:cNvSpPr>
            <a:spLocks noGrp="1"/>
          </p:cNvSpPr>
          <p:nvPr>
            <p:ph type="pic" sz="quarter" idx="13" hasCustomPrompt="1"/>
          </p:nvPr>
        </p:nvSpPr>
        <p:spPr>
          <a:xfrm>
            <a:off x="6203949" y="368300"/>
            <a:ext cx="5616575" cy="5157289"/>
          </a:xfrm>
        </p:spPr>
        <p:txBody>
          <a:bodyPr tIns="72000" anchor="t" anchorCtr="0"/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1200">
                <a:solidFill>
                  <a:schemeClr val="tx1"/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Click here and insert picture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71475" y="2735263"/>
            <a:ext cx="5616575" cy="2365375"/>
          </a:xfrm>
        </p:spPr>
        <p:txBody>
          <a:bodyPr/>
          <a:lstStyle>
            <a:lvl1pPr>
              <a:defRPr sz="4000" b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GB" noProof="0"/>
              <a:t>Click to add title</a:t>
            </a:r>
          </a:p>
        </p:txBody>
      </p:sp>
      <p:sp>
        <p:nvSpPr>
          <p:cNvPr id="9" name="Footer Placeholder 8" hidden="1">
            <a:extLst>
              <a:ext uri="{FF2B5EF4-FFF2-40B4-BE49-F238E27FC236}">
                <a16:creationId xmlns:a16="http://schemas.microsoft.com/office/drawing/2014/main" id="{A9A96F2B-17B8-409E-AEA9-1195DB57C00A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0" y="6858000"/>
            <a:ext cx="0" cy="0"/>
          </a:xfrm>
          <a:prstGeom prst="rect">
            <a:avLst/>
          </a:prstGeom>
        </p:spPr>
        <p:txBody>
          <a:bodyPr/>
          <a:lstStyle>
            <a:lvl1pPr>
              <a:defRPr sz="100">
                <a:noFill/>
              </a:defRPr>
            </a:lvl1pPr>
          </a:lstStyle>
          <a:p>
            <a:r>
              <a:rPr lang="en-GB"/>
              <a:t>Insert presentation title via Header &amp; Footer</a:t>
            </a:r>
          </a:p>
        </p:txBody>
      </p:sp>
      <p:sp>
        <p:nvSpPr>
          <p:cNvPr id="10" name="Slide Number Placeholder 9" hidden="1">
            <a:extLst>
              <a:ext uri="{FF2B5EF4-FFF2-40B4-BE49-F238E27FC236}">
                <a16:creationId xmlns:a16="http://schemas.microsoft.com/office/drawing/2014/main" id="{644E83C0-32E9-43EF-864A-C6C827731210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0" y="6858000"/>
            <a:ext cx="0" cy="0"/>
          </a:xfrm>
          <a:prstGeom prst="rect">
            <a:avLst/>
          </a:prstGeom>
        </p:spPr>
        <p:txBody>
          <a:bodyPr/>
          <a:lstStyle>
            <a:lvl1pPr>
              <a:defRPr sz="100">
                <a:noFill/>
              </a:defRPr>
            </a:lvl1pPr>
          </a:lstStyle>
          <a:p>
            <a:endParaRPr lang="en-GB"/>
          </a:p>
          <a:p>
            <a:r>
              <a:rPr lang="en-GB"/>
              <a:t>.</a:t>
            </a:r>
          </a:p>
        </p:txBody>
      </p:sp>
      <p:sp>
        <p:nvSpPr>
          <p:cNvPr id="6" name="Date Placeholder 5" hidden="1">
            <a:extLst>
              <a:ext uri="{FF2B5EF4-FFF2-40B4-BE49-F238E27FC236}">
                <a16:creationId xmlns:a16="http://schemas.microsoft.com/office/drawing/2014/main" id="{08F8CACC-6EC3-45E4-B2E4-A9916C3AA0BC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>
            <a:lvl1pPr>
              <a:defRPr>
                <a:noFill/>
              </a:defRPr>
            </a:lvl1pPr>
          </a:lstStyle>
          <a:p>
            <a:endParaRPr lang="en-GB"/>
          </a:p>
        </p:txBody>
      </p:sp>
      <p:pic>
        <p:nvPicPr>
          <p:cNvPr id="5" name="Picture 29">
            <a:extLst>
              <a:ext uri="{FF2B5EF4-FFF2-40B4-BE49-F238E27FC236}">
                <a16:creationId xmlns:a16="http://schemas.microsoft.com/office/drawing/2014/main" id="{793661C6-6C19-5B97-B9D3-53D479A3A69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371475" y="6169025"/>
            <a:ext cx="1299398" cy="3203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8836263"/>
      </p:ext>
    </p:extLst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grey 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6450D451-166A-DB50-93BB-F1B2DF01ACA0}"/>
              </a:ext>
            </a:extLst>
          </p:cNvPr>
          <p:cNvSpPr>
            <a:spLocks noGrp="1"/>
          </p:cNvSpPr>
          <p:nvPr>
            <p:ph sz="half" idx="17" hasCustomPrompt="1"/>
          </p:nvPr>
        </p:nvSpPr>
        <p:spPr>
          <a:xfrm>
            <a:off x="6203951" y="1944000"/>
            <a:ext cx="5616574" cy="3693600"/>
          </a:xfrm>
          <a:prstGeom prst="roundRect">
            <a:avLst>
              <a:gd name="adj" fmla="val 1980"/>
            </a:avLst>
          </a:prstGeom>
          <a:solidFill>
            <a:schemeClr val="bg2"/>
          </a:solidFill>
        </p:spPr>
        <p:txBody>
          <a:bodyPr lIns="237600" tIns="237600" rIns="237600" bIns="237600"/>
          <a:lstStyle>
            <a:lvl1pPr>
              <a:buClr>
                <a:schemeClr val="tx1"/>
              </a:buClr>
              <a:defRPr>
                <a:solidFill>
                  <a:schemeClr val="tx1"/>
                </a:solidFill>
              </a:defRPr>
            </a:lvl1pPr>
            <a:lvl2pPr>
              <a:buClr>
                <a:schemeClr val="tx1"/>
              </a:buClr>
              <a:defRPr>
                <a:solidFill>
                  <a:schemeClr val="tx1"/>
                </a:solidFill>
              </a:defRPr>
            </a:lvl2pPr>
            <a:lvl3pPr>
              <a:buClr>
                <a:schemeClr val="tx1"/>
              </a:buClr>
              <a:defRPr>
                <a:solidFill>
                  <a:schemeClr val="tx1"/>
                </a:solidFill>
              </a:defRPr>
            </a:lvl3pPr>
            <a:lvl4pPr>
              <a:buClr>
                <a:schemeClr val="tx1"/>
              </a:buClr>
              <a:defRPr>
                <a:solidFill>
                  <a:schemeClr val="tx1"/>
                </a:solidFill>
              </a:defRPr>
            </a:lvl4pPr>
            <a:lvl5pPr>
              <a:buClr>
                <a:schemeClr val="tx1"/>
              </a:buCl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add text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371476" y="1944000"/>
            <a:ext cx="5616574" cy="3693600"/>
          </a:xfrm>
          <a:prstGeom prst="roundRect">
            <a:avLst>
              <a:gd name="adj" fmla="val 1980"/>
            </a:avLst>
          </a:prstGeom>
          <a:solidFill>
            <a:schemeClr val="bg2"/>
          </a:solidFill>
        </p:spPr>
        <p:txBody>
          <a:bodyPr lIns="237600" tIns="237600" rIns="237600" bIns="237600"/>
          <a:lstStyle>
            <a:lvl1pPr>
              <a:buClr>
                <a:schemeClr val="tx1"/>
              </a:buClr>
              <a:defRPr>
                <a:solidFill>
                  <a:schemeClr val="tx1"/>
                </a:solidFill>
              </a:defRPr>
            </a:lvl1pPr>
            <a:lvl2pPr>
              <a:buClr>
                <a:schemeClr val="tx1"/>
              </a:buClr>
              <a:defRPr>
                <a:solidFill>
                  <a:schemeClr val="tx1"/>
                </a:solidFill>
              </a:defRPr>
            </a:lvl2pPr>
            <a:lvl3pPr>
              <a:buClr>
                <a:schemeClr val="tx1"/>
              </a:buClr>
              <a:defRPr>
                <a:solidFill>
                  <a:schemeClr val="tx1"/>
                </a:solidFill>
              </a:defRPr>
            </a:lvl3pPr>
            <a:lvl4pPr>
              <a:buClr>
                <a:schemeClr val="tx1"/>
              </a:buClr>
              <a:defRPr>
                <a:solidFill>
                  <a:schemeClr val="tx1"/>
                </a:solidFill>
              </a:defRPr>
            </a:lvl4pPr>
            <a:lvl5pPr>
              <a:buClr>
                <a:schemeClr val="tx1"/>
              </a:buCl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add text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71475" y="368300"/>
            <a:ext cx="11449050" cy="930275"/>
          </a:xfrm>
        </p:spPr>
        <p:txBody>
          <a:bodyPr/>
          <a:lstStyle>
            <a:lvl1pPr>
              <a:defRPr/>
            </a:lvl1pPr>
          </a:lstStyle>
          <a:p>
            <a:r>
              <a:rPr lang="en-GB"/>
              <a:t>Click to add title</a:t>
            </a:r>
          </a:p>
        </p:txBody>
      </p:sp>
      <p:sp>
        <p:nvSpPr>
          <p:cNvPr id="11" name="Date Placeholder 10" hidden="1">
            <a:extLst>
              <a:ext uri="{FF2B5EF4-FFF2-40B4-BE49-F238E27FC236}">
                <a16:creationId xmlns:a16="http://schemas.microsoft.com/office/drawing/2014/main" id="{C8F53383-3780-4626-A2BE-E67BBD0A1DFE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9" name="Picture 29">
            <a:extLst>
              <a:ext uri="{FF2B5EF4-FFF2-40B4-BE49-F238E27FC236}">
                <a16:creationId xmlns:a16="http://schemas.microsoft.com/office/drawing/2014/main" id="{06D7CFA5-B4CD-BC99-2280-42DB7731930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371475" y="6169025"/>
            <a:ext cx="1299398" cy="3203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8283834"/>
      </p:ext>
    </p:extLst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colour 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6450D451-166A-DB50-93BB-F1B2DF01ACA0}"/>
              </a:ext>
            </a:extLst>
          </p:cNvPr>
          <p:cNvSpPr>
            <a:spLocks noGrp="1"/>
          </p:cNvSpPr>
          <p:nvPr>
            <p:ph sz="half" idx="17" hasCustomPrompt="1"/>
          </p:nvPr>
        </p:nvSpPr>
        <p:spPr>
          <a:xfrm>
            <a:off x="6203951" y="1944000"/>
            <a:ext cx="5616574" cy="3693600"/>
          </a:xfrm>
          <a:prstGeom prst="roundRect">
            <a:avLst>
              <a:gd name="adj" fmla="val 1980"/>
            </a:avLst>
          </a:prstGeom>
          <a:solidFill>
            <a:schemeClr val="accent5"/>
          </a:solidFill>
        </p:spPr>
        <p:txBody>
          <a:bodyPr lIns="237600" tIns="237600" rIns="237600" bIns="237600"/>
          <a:lstStyle>
            <a:lvl1pPr>
              <a:buClr>
                <a:schemeClr val="tx1"/>
              </a:buClr>
              <a:defRPr>
                <a:solidFill>
                  <a:schemeClr val="tx1"/>
                </a:solidFill>
              </a:defRPr>
            </a:lvl1pPr>
            <a:lvl2pPr>
              <a:buClr>
                <a:schemeClr val="tx1"/>
              </a:buClr>
              <a:defRPr>
                <a:solidFill>
                  <a:schemeClr val="tx1"/>
                </a:solidFill>
              </a:defRPr>
            </a:lvl2pPr>
            <a:lvl3pPr>
              <a:buClr>
                <a:schemeClr val="tx1"/>
              </a:buClr>
              <a:defRPr>
                <a:solidFill>
                  <a:schemeClr val="tx1"/>
                </a:solidFill>
              </a:defRPr>
            </a:lvl3pPr>
            <a:lvl4pPr>
              <a:buClr>
                <a:schemeClr val="tx1"/>
              </a:buClr>
              <a:defRPr>
                <a:solidFill>
                  <a:schemeClr val="tx1"/>
                </a:solidFill>
              </a:defRPr>
            </a:lvl4pPr>
            <a:lvl5pPr>
              <a:buClr>
                <a:schemeClr val="tx1"/>
              </a:buCl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add text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371476" y="1944000"/>
            <a:ext cx="5616574" cy="3693600"/>
          </a:xfrm>
          <a:prstGeom prst="roundRect">
            <a:avLst>
              <a:gd name="adj" fmla="val 1980"/>
            </a:avLst>
          </a:prstGeom>
          <a:solidFill>
            <a:schemeClr val="bg2"/>
          </a:solidFill>
        </p:spPr>
        <p:txBody>
          <a:bodyPr lIns="237600" tIns="237600" rIns="237600" bIns="237600"/>
          <a:lstStyle>
            <a:lvl1pPr>
              <a:buClr>
                <a:schemeClr val="tx1"/>
              </a:buClr>
              <a:defRPr>
                <a:solidFill>
                  <a:schemeClr val="tx1"/>
                </a:solidFill>
              </a:defRPr>
            </a:lvl1pPr>
            <a:lvl2pPr>
              <a:buClr>
                <a:schemeClr val="tx1"/>
              </a:buClr>
              <a:defRPr>
                <a:solidFill>
                  <a:schemeClr val="tx1"/>
                </a:solidFill>
              </a:defRPr>
            </a:lvl2pPr>
            <a:lvl3pPr>
              <a:buClr>
                <a:schemeClr val="tx1"/>
              </a:buClr>
              <a:defRPr>
                <a:solidFill>
                  <a:schemeClr val="tx1"/>
                </a:solidFill>
              </a:defRPr>
            </a:lvl3pPr>
            <a:lvl4pPr>
              <a:buClr>
                <a:schemeClr val="tx1"/>
              </a:buClr>
              <a:defRPr>
                <a:solidFill>
                  <a:schemeClr val="tx1"/>
                </a:solidFill>
              </a:defRPr>
            </a:lvl4pPr>
            <a:lvl5pPr>
              <a:buClr>
                <a:schemeClr val="tx1"/>
              </a:buCl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add text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71475" y="368300"/>
            <a:ext cx="11449050" cy="930275"/>
          </a:xfrm>
        </p:spPr>
        <p:txBody>
          <a:bodyPr/>
          <a:lstStyle>
            <a:lvl1pPr>
              <a:defRPr/>
            </a:lvl1pPr>
          </a:lstStyle>
          <a:p>
            <a:r>
              <a:rPr lang="en-GB"/>
              <a:t>Click to add title</a:t>
            </a:r>
          </a:p>
        </p:txBody>
      </p:sp>
      <p:sp>
        <p:nvSpPr>
          <p:cNvPr id="11" name="Date Placeholder 10" hidden="1">
            <a:extLst>
              <a:ext uri="{FF2B5EF4-FFF2-40B4-BE49-F238E27FC236}">
                <a16:creationId xmlns:a16="http://schemas.microsoft.com/office/drawing/2014/main" id="{C8F53383-3780-4626-A2BE-E67BBD0A1DFE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9" name="Picture 29">
            <a:extLst>
              <a:ext uri="{FF2B5EF4-FFF2-40B4-BE49-F238E27FC236}">
                <a16:creationId xmlns:a16="http://schemas.microsoft.com/office/drawing/2014/main" id="{06D7CFA5-B4CD-BC99-2280-42DB7731930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371475" y="6169025"/>
            <a:ext cx="1299398" cy="3203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5181686"/>
      </p:ext>
    </p:extLst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grey 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2D5D55B9-CBF6-5220-4010-C5194D552D4E}"/>
              </a:ext>
            </a:extLst>
          </p:cNvPr>
          <p:cNvSpPr>
            <a:spLocks noGrp="1"/>
          </p:cNvSpPr>
          <p:nvPr>
            <p:ph sz="half" idx="17" hasCustomPrompt="1"/>
          </p:nvPr>
        </p:nvSpPr>
        <p:spPr>
          <a:xfrm>
            <a:off x="371476" y="1944000"/>
            <a:ext cx="3671887" cy="3693600"/>
          </a:xfrm>
          <a:prstGeom prst="roundRect">
            <a:avLst>
              <a:gd name="adj" fmla="val 1980"/>
            </a:avLst>
          </a:prstGeom>
          <a:solidFill>
            <a:schemeClr val="bg2"/>
          </a:solidFill>
        </p:spPr>
        <p:txBody>
          <a:bodyPr lIns="237600" tIns="237600" rIns="237600" bIns="237600"/>
          <a:lstStyle>
            <a:lvl1pPr>
              <a:buClr>
                <a:schemeClr val="tx1"/>
              </a:buClr>
              <a:defRPr>
                <a:solidFill>
                  <a:schemeClr val="tx1"/>
                </a:solidFill>
              </a:defRPr>
            </a:lvl1pPr>
            <a:lvl2pPr>
              <a:buClr>
                <a:schemeClr val="tx1"/>
              </a:buClr>
              <a:defRPr>
                <a:solidFill>
                  <a:schemeClr val="tx1"/>
                </a:solidFill>
              </a:defRPr>
            </a:lvl2pPr>
            <a:lvl3pPr>
              <a:buClr>
                <a:schemeClr val="tx1"/>
              </a:buClr>
              <a:defRPr>
                <a:solidFill>
                  <a:schemeClr val="tx1"/>
                </a:solidFill>
              </a:defRPr>
            </a:lvl3pPr>
            <a:lvl4pPr>
              <a:buClr>
                <a:schemeClr val="tx1"/>
              </a:buClr>
              <a:defRPr>
                <a:solidFill>
                  <a:schemeClr val="tx1"/>
                </a:solidFill>
              </a:defRPr>
            </a:lvl4pPr>
            <a:lvl5pPr>
              <a:buClr>
                <a:schemeClr val="tx1"/>
              </a:buCl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add text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11" name="Date Placeholder 10" hidden="1">
            <a:extLst>
              <a:ext uri="{FF2B5EF4-FFF2-40B4-BE49-F238E27FC236}">
                <a16:creationId xmlns:a16="http://schemas.microsoft.com/office/drawing/2014/main" id="{C8F53383-3780-4626-A2BE-E67BBD0A1DFE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CC0AB295-B1DB-4A8F-98EB-8D0294F0974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1475" y="368300"/>
            <a:ext cx="11449050" cy="930275"/>
          </a:xfrm>
        </p:spPr>
        <p:txBody>
          <a:bodyPr/>
          <a:lstStyle>
            <a:lvl1pPr>
              <a:defRPr/>
            </a:lvl1pPr>
          </a:lstStyle>
          <a:p>
            <a:r>
              <a:rPr lang="en-GB"/>
              <a:t>Click to add title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17B7027F-6F96-E788-ACC5-2FE04C67D55A}"/>
              </a:ext>
            </a:extLst>
          </p:cNvPr>
          <p:cNvSpPr>
            <a:spLocks noGrp="1"/>
          </p:cNvSpPr>
          <p:nvPr>
            <p:ph sz="half" idx="18" hasCustomPrompt="1"/>
          </p:nvPr>
        </p:nvSpPr>
        <p:spPr>
          <a:xfrm>
            <a:off x="4259263" y="1944000"/>
            <a:ext cx="7561261" cy="3693600"/>
          </a:xfrm>
          <a:prstGeom prst="roundRect">
            <a:avLst>
              <a:gd name="adj" fmla="val 1980"/>
            </a:avLst>
          </a:prstGeom>
          <a:solidFill>
            <a:schemeClr val="bg2"/>
          </a:solidFill>
        </p:spPr>
        <p:txBody>
          <a:bodyPr lIns="237600" tIns="237600" rIns="237600" bIns="237600"/>
          <a:lstStyle>
            <a:lvl1pPr>
              <a:buClr>
                <a:schemeClr val="tx1"/>
              </a:buClr>
              <a:defRPr>
                <a:solidFill>
                  <a:schemeClr val="tx1"/>
                </a:solidFill>
              </a:defRPr>
            </a:lvl1pPr>
            <a:lvl2pPr>
              <a:buClr>
                <a:schemeClr val="tx1"/>
              </a:buClr>
              <a:defRPr>
                <a:solidFill>
                  <a:schemeClr val="tx1"/>
                </a:solidFill>
              </a:defRPr>
            </a:lvl2pPr>
            <a:lvl3pPr>
              <a:buClr>
                <a:schemeClr val="tx1"/>
              </a:buClr>
              <a:defRPr>
                <a:solidFill>
                  <a:schemeClr val="tx1"/>
                </a:solidFill>
              </a:defRPr>
            </a:lvl3pPr>
            <a:lvl4pPr>
              <a:buClr>
                <a:schemeClr val="tx1"/>
              </a:buClr>
              <a:defRPr>
                <a:solidFill>
                  <a:schemeClr val="tx1"/>
                </a:solidFill>
              </a:defRPr>
            </a:lvl4pPr>
            <a:lvl5pPr>
              <a:buClr>
                <a:schemeClr val="tx1"/>
              </a:buCl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add text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pic>
        <p:nvPicPr>
          <p:cNvPr id="4" name="Picture 29">
            <a:extLst>
              <a:ext uri="{FF2B5EF4-FFF2-40B4-BE49-F238E27FC236}">
                <a16:creationId xmlns:a16="http://schemas.microsoft.com/office/drawing/2014/main" id="{01529D73-45CA-20DE-B314-D61FB92DE5C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371475" y="6169025"/>
            <a:ext cx="1299398" cy="3203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6692390"/>
      </p:ext>
    </p:extLst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colour 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2D5D55B9-CBF6-5220-4010-C5194D552D4E}"/>
              </a:ext>
            </a:extLst>
          </p:cNvPr>
          <p:cNvSpPr>
            <a:spLocks noGrp="1"/>
          </p:cNvSpPr>
          <p:nvPr>
            <p:ph sz="half" idx="17" hasCustomPrompt="1"/>
          </p:nvPr>
        </p:nvSpPr>
        <p:spPr>
          <a:xfrm>
            <a:off x="371476" y="1944000"/>
            <a:ext cx="3671887" cy="3693600"/>
          </a:xfrm>
          <a:prstGeom prst="roundRect">
            <a:avLst>
              <a:gd name="adj" fmla="val 1980"/>
            </a:avLst>
          </a:prstGeom>
          <a:solidFill>
            <a:schemeClr val="bg2"/>
          </a:solidFill>
        </p:spPr>
        <p:txBody>
          <a:bodyPr lIns="237600" tIns="237600" rIns="237600" bIns="237600"/>
          <a:lstStyle>
            <a:lvl1pPr>
              <a:buClr>
                <a:schemeClr val="tx1"/>
              </a:buClr>
              <a:defRPr>
                <a:solidFill>
                  <a:schemeClr val="tx1"/>
                </a:solidFill>
              </a:defRPr>
            </a:lvl1pPr>
            <a:lvl2pPr>
              <a:buClr>
                <a:schemeClr val="tx1"/>
              </a:buClr>
              <a:defRPr>
                <a:solidFill>
                  <a:schemeClr val="tx1"/>
                </a:solidFill>
              </a:defRPr>
            </a:lvl2pPr>
            <a:lvl3pPr>
              <a:buClr>
                <a:schemeClr val="tx1"/>
              </a:buClr>
              <a:defRPr>
                <a:solidFill>
                  <a:schemeClr val="tx1"/>
                </a:solidFill>
              </a:defRPr>
            </a:lvl3pPr>
            <a:lvl4pPr>
              <a:buClr>
                <a:schemeClr val="tx1"/>
              </a:buClr>
              <a:defRPr>
                <a:solidFill>
                  <a:schemeClr val="tx1"/>
                </a:solidFill>
              </a:defRPr>
            </a:lvl4pPr>
            <a:lvl5pPr>
              <a:buClr>
                <a:schemeClr val="tx1"/>
              </a:buCl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add text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11" name="Date Placeholder 10" hidden="1">
            <a:extLst>
              <a:ext uri="{FF2B5EF4-FFF2-40B4-BE49-F238E27FC236}">
                <a16:creationId xmlns:a16="http://schemas.microsoft.com/office/drawing/2014/main" id="{C8F53383-3780-4626-A2BE-E67BBD0A1DFE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CC0AB295-B1DB-4A8F-98EB-8D0294F0974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1475" y="368300"/>
            <a:ext cx="11449050" cy="930275"/>
          </a:xfrm>
        </p:spPr>
        <p:txBody>
          <a:bodyPr/>
          <a:lstStyle>
            <a:lvl1pPr>
              <a:defRPr/>
            </a:lvl1pPr>
          </a:lstStyle>
          <a:p>
            <a:r>
              <a:rPr lang="en-GB"/>
              <a:t>Click to add title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17B7027F-6F96-E788-ACC5-2FE04C67D55A}"/>
              </a:ext>
            </a:extLst>
          </p:cNvPr>
          <p:cNvSpPr>
            <a:spLocks noGrp="1"/>
          </p:cNvSpPr>
          <p:nvPr>
            <p:ph sz="half" idx="18" hasCustomPrompt="1"/>
          </p:nvPr>
        </p:nvSpPr>
        <p:spPr>
          <a:xfrm>
            <a:off x="4259263" y="1944000"/>
            <a:ext cx="7561261" cy="3693600"/>
          </a:xfrm>
          <a:prstGeom prst="roundRect">
            <a:avLst>
              <a:gd name="adj" fmla="val 1980"/>
            </a:avLst>
          </a:prstGeom>
          <a:solidFill>
            <a:schemeClr val="accent5"/>
          </a:solidFill>
        </p:spPr>
        <p:txBody>
          <a:bodyPr lIns="237600" tIns="237600" rIns="237600" bIns="237600"/>
          <a:lstStyle>
            <a:lvl1pPr>
              <a:buClr>
                <a:schemeClr val="tx1"/>
              </a:buClr>
              <a:defRPr>
                <a:solidFill>
                  <a:schemeClr val="tx1"/>
                </a:solidFill>
              </a:defRPr>
            </a:lvl1pPr>
            <a:lvl2pPr>
              <a:buClr>
                <a:schemeClr val="tx1"/>
              </a:buClr>
              <a:defRPr>
                <a:solidFill>
                  <a:schemeClr val="tx1"/>
                </a:solidFill>
              </a:defRPr>
            </a:lvl2pPr>
            <a:lvl3pPr>
              <a:buClr>
                <a:schemeClr val="tx1"/>
              </a:buClr>
              <a:defRPr>
                <a:solidFill>
                  <a:schemeClr val="tx1"/>
                </a:solidFill>
              </a:defRPr>
            </a:lvl3pPr>
            <a:lvl4pPr>
              <a:buClr>
                <a:schemeClr val="tx1"/>
              </a:buClr>
              <a:defRPr>
                <a:solidFill>
                  <a:schemeClr val="tx1"/>
                </a:solidFill>
              </a:defRPr>
            </a:lvl4pPr>
            <a:lvl5pPr>
              <a:buClr>
                <a:schemeClr val="tx1"/>
              </a:buCl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add text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pic>
        <p:nvPicPr>
          <p:cNvPr id="4" name="Picture 29">
            <a:extLst>
              <a:ext uri="{FF2B5EF4-FFF2-40B4-BE49-F238E27FC236}">
                <a16:creationId xmlns:a16="http://schemas.microsoft.com/office/drawing/2014/main" id="{01529D73-45CA-20DE-B314-D61FB92DE5C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371475" y="6169025"/>
            <a:ext cx="1299398" cy="3203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1733898"/>
      </p:ext>
    </p:extLst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ntent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71475" y="368300"/>
            <a:ext cx="11449050" cy="930275"/>
          </a:xfrm>
        </p:spPr>
        <p:txBody>
          <a:bodyPr/>
          <a:lstStyle>
            <a:lvl1pPr>
              <a:defRPr/>
            </a:lvl1pPr>
          </a:lstStyle>
          <a:p>
            <a:r>
              <a:rPr lang="en-GB"/>
              <a:t>Click to add title</a:t>
            </a:r>
          </a:p>
        </p:txBody>
      </p:sp>
      <p:sp>
        <p:nvSpPr>
          <p:cNvPr id="11" name="Date Placeholder 10" hidden="1">
            <a:extLst>
              <a:ext uri="{FF2B5EF4-FFF2-40B4-BE49-F238E27FC236}">
                <a16:creationId xmlns:a16="http://schemas.microsoft.com/office/drawing/2014/main" id="{C8F53383-3780-4626-A2BE-E67BBD0A1DFE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8BD9E86A-566D-96BC-C43F-C52100C10C26}"/>
              </a:ext>
            </a:extLst>
          </p:cNvPr>
          <p:cNvSpPr>
            <a:spLocks noGrp="1"/>
          </p:cNvSpPr>
          <p:nvPr>
            <p:ph sz="half" idx="17" hasCustomPrompt="1"/>
          </p:nvPr>
        </p:nvSpPr>
        <p:spPr>
          <a:xfrm>
            <a:off x="371476" y="1944000"/>
            <a:ext cx="3671887" cy="3693600"/>
          </a:xfrm>
          <a:prstGeom prst="roundRect">
            <a:avLst>
              <a:gd name="adj" fmla="val 1980"/>
            </a:avLst>
          </a:prstGeom>
          <a:solidFill>
            <a:schemeClr val="bg2"/>
          </a:solidFill>
        </p:spPr>
        <p:txBody>
          <a:bodyPr lIns="237600" tIns="237600" rIns="237600" bIns="237600"/>
          <a:lstStyle>
            <a:lvl1pPr>
              <a:buClr>
                <a:schemeClr val="tx1"/>
              </a:buClr>
              <a:defRPr>
                <a:solidFill>
                  <a:schemeClr val="tx1"/>
                </a:solidFill>
              </a:defRPr>
            </a:lvl1pPr>
            <a:lvl2pPr>
              <a:buClr>
                <a:schemeClr val="tx1"/>
              </a:buClr>
              <a:defRPr>
                <a:solidFill>
                  <a:schemeClr val="tx1"/>
                </a:solidFill>
              </a:defRPr>
            </a:lvl2pPr>
            <a:lvl3pPr>
              <a:buClr>
                <a:schemeClr val="tx1"/>
              </a:buClr>
              <a:defRPr>
                <a:solidFill>
                  <a:schemeClr val="tx1"/>
                </a:solidFill>
              </a:defRPr>
            </a:lvl3pPr>
            <a:lvl4pPr>
              <a:buClr>
                <a:schemeClr val="tx1"/>
              </a:buClr>
              <a:defRPr>
                <a:solidFill>
                  <a:schemeClr val="tx1"/>
                </a:solidFill>
              </a:defRPr>
            </a:lvl4pPr>
            <a:lvl5pPr>
              <a:buClr>
                <a:schemeClr val="tx1"/>
              </a:buCl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add text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2CF42059-250B-C626-EC80-B1495B4A7246}"/>
              </a:ext>
            </a:extLst>
          </p:cNvPr>
          <p:cNvSpPr>
            <a:spLocks noGrp="1"/>
          </p:cNvSpPr>
          <p:nvPr>
            <p:ph sz="half" idx="18" hasCustomPrompt="1"/>
          </p:nvPr>
        </p:nvSpPr>
        <p:spPr>
          <a:xfrm>
            <a:off x="4259263" y="1944000"/>
            <a:ext cx="3671887" cy="3693600"/>
          </a:xfrm>
          <a:prstGeom prst="roundRect">
            <a:avLst>
              <a:gd name="adj" fmla="val 1980"/>
            </a:avLst>
          </a:prstGeom>
          <a:solidFill>
            <a:schemeClr val="bg2"/>
          </a:solidFill>
        </p:spPr>
        <p:txBody>
          <a:bodyPr lIns="237600" tIns="237600" rIns="237600" bIns="237600"/>
          <a:lstStyle>
            <a:lvl1pPr>
              <a:buClr>
                <a:schemeClr val="tx1"/>
              </a:buClr>
              <a:defRPr>
                <a:solidFill>
                  <a:schemeClr val="tx1"/>
                </a:solidFill>
              </a:defRPr>
            </a:lvl1pPr>
            <a:lvl2pPr>
              <a:buClr>
                <a:schemeClr val="tx1"/>
              </a:buClr>
              <a:defRPr>
                <a:solidFill>
                  <a:schemeClr val="tx1"/>
                </a:solidFill>
              </a:defRPr>
            </a:lvl2pPr>
            <a:lvl3pPr>
              <a:buClr>
                <a:schemeClr val="tx1"/>
              </a:buClr>
              <a:defRPr>
                <a:solidFill>
                  <a:schemeClr val="tx1"/>
                </a:solidFill>
              </a:defRPr>
            </a:lvl3pPr>
            <a:lvl4pPr>
              <a:buClr>
                <a:schemeClr val="tx1"/>
              </a:buClr>
              <a:defRPr>
                <a:solidFill>
                  <a:schemeClr val="tx1"/>
                </a:solidFill>
              </a:defRPr>
            </a:lvl4pPr>
            <a:lvl5pPr>
              <a:buClr>
                <a:schemeClr val="tx1"/>
              </a:buCl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add text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F3B0D891-C34C-C701-8D3E-46A3F8DAC619}"/>
              </a:ext>
            </a:extLst>
          </p:cNvPr>
          <p:cNvSpPr>
            <a:spLocks noGrp="1"/>
          </p:cNvSpPr>
          <p:nvPr>
            <p:ph sz="half" idx="19" hasCustomPrompt="1"/>
          </p:nvPr>
        </p:nvSpPr>
        <p:spPr>
          <a:xfrm>
            <a:off x="8148638" y="1944000"/>
            <a:ext cx="3671887" cy="3693600"/>
          </a:xfrm>
          <a:prstGeom prst="roundRect">
            <a:avLst>
              <a:gd name="adj" fmla="val 1980"/>
            </a:avLst>
          </a:prstGeom>
          <a:solidFill>
            <a:schemeClr val="bg2"/>
          </a:solidFill>
        </p:spPr>
        <p:txBody>
          <a:bodyPr lIns="237600" tIns="237600" rIns="237600" bIns="237600"/>
          <a:lstStyle>
            <a:lvl1pPr>
              <a:buClr>
                <a:schemeClr val="tx1"/>
              </a:buClr>
              <a:defRPr>
                <a:solidFill>
                  <a:schemeClr val="tx1"/>
                </a:solidFill>
              </a:defRPr>
            </a:lvl1pPr>
            <a:lvl2pPr>
              <a:buClr>
                <a:schemeClr val="tx1"/>
              </a:buClr>
              <a:defRPr>
                <a:solidFill>
                  <a:schemeClr val="tx1"/>
                </a:solidFill>
              </a:defRPr>
            </a:lvl2pPr>
            <a:lvl3pPr>
              <a:buClr>
                <a:schemeClr val="tx1"/>
              </a:buClr>
              <a:defRPr>
                <a:solidFill>
                  <a:schemeClr val="tx1"/>
                </a:solidFill>
              </a:defRPr>
            </a:lvl3pPr>
            <a:lvl4pPr>
              <a:buClr>
                <a:schemeClr val="tx1"/>
              </a:buClr>
              <a:defRPr>
                <a:solidFill>
                  <a:schemeClr val="tx1"/>
                </a:solidFill>
              </a:defRPr>
            </a:lvl4pPr>
            <a:lvl5pPr>
              <a:buClr>
                <a:schemeClr val="tx1"/>
              </a:buCl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add text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pic>
        <p:nvPicPr>
          <p:cNvPr id="8" name="Picture 29">
            <a:extLst>
              <a:ext uri="{FF2B5EF4-FFF2-40B4-BE49-F238E27FC236}">
                <a16:creationId xmlns:a16="http://schemas.microsoft.com/office/drawing/2014/main" id="{5A272954-9AB0-4B93-F8F8-DE508D3C4EC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371475" y="6169025"/>
            <a:ext cx="1299398" cy="3203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1219069"/>
      </p:ext>
    </p:extLst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ntent colou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71475" y="368300"/>
            <a:ext cx="11449050" cy="930275"/>
          </a:xfrm>
        </p:spPr>
        <p:txBody>
          <a:bodyPr/>
          <a:lstStyle>
            <a:lvl1pPr>
              <a:defRPr/>
            </a:lvl1pPr>
          </a:lstStyle>
          <a:p>
            <a:r>
              <a:rPr lang="en-GB"/>
              <a:t>Click to add title</a:t>
            </a:r>
          </a:p>
        </p:txBody>
      </p:sp>
      <p:sp>
        <p:nvSpPr>
          <p:cNvPr id="11" name="Date Placeholder 10" hidden="1">
            <a:extLst>
              <a:ext uri="{FF2B5EF4-FFF2-40B4-BE49-F238E27FC236}">
                <a16:creationId xmlns:a16="http://schemas.microsoft.com/office/drawing/2014/main" id="{C8F53383-3780-4626-A2BE-E67BBD0A1DFE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8BD9E86A-566D-96BC-C43F-C52100C10C26}"/>
              </a:ext>
            </a:extLst>
          </p:cNvPr>
          <p:cNvSpPr>
            <a:spLocks noGrp="1"/>
          </p:cNvSpPr>
          <p:nvPr>
            <p:ph sz="half" idx="17" hasCustomPrompt="1"/>
          </p:nvPr>
        </p:nvSpPr>
        <p:spPr>
          <a:xfrm>
            <a:off x="371476" y="1944000"/>
            <a:ext cx="3671887" cy="3693600"/>
          </a:xfrm>
          <a:prstGeom prst="roundRect">
            <a:avLst>
              <a:gd name="adj" fmla="val 1980"/>
            </a:avLst>
          </a:prstGeom>
          <a:solidFill>
            <a:schemeClr val="bg2"/>
          </a:solidFill>
        </p:spPr>
        <p:txBody>
          <a:bodyPr lIns="237600" tIns="237600" rIns="237600" bIns="237600"/>
          <a:lstStyle>
            <a:lvl1pPr>
              <a:buClr>
                <a:schemeClr val="tx1"/>
              </a:buClr>
              <a:defRPr>
                <a:solidFill>
                  <a:schemeClr val="tx1"/>
                </a:solidFill>
              </a:defRPr>
            </a:lvl1pPr>
            <a:lvl2pPr>
              <a:buClr>
                <a:schemeClr val="tx1"/>
              </a:buClr>
              <a:defRPr>
                <a:solidFill>
                  <a:schemeClr val="tx1"/>
                </a:solidFill>
              </a:defRPr>
            </a:lvl2pPr>
            <a:lvl3pPr>
              <a:buClr>
                <a:schemeClr val="tx1"/>
              </a:buClr>
              <a:defRPr>
                <a:solidFill>
                  <a:schemeClr val="tx1"/>
                </a:solidFill>
              </a:defRPr>
            </a:lvl3pPr>
            <a:lvl4pPr>
              <a:buClr>
                <a:schemeClr val="tx1"/>
              </a:buClr>
              <a:defRPr>
                <a:solidFill>
                  <a:schemeClr val="tx1"/>
                </a:solidFill>
              </a:defRPr>
            </a:lvl4pPr>
            <a:lvl5pPr>
              <a:buClr>
                <a:schemeClr val="tx1"/>
              </a:buCl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add text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2CF42059-250B-C626-EC80-B1495B4A7246}"/>
              </a:ext>
            </a:extLst>
          </p:cNvPr>
          <p:cNvSpPr>
            <a:spLocks noGrp="1"/>
          </p:cNvSpPr>
          <p:nvPr>
            <p:ph sz="half" idx="18" hasCustomPrompt="1"/>
          </p:nvPr>
        </p:nvSpPr>
        <p:spPr>
          <a:xfrm>
            <a:off x="4259263" y="1944000"/>
            <a:ext cx="3671887" cy="3693600"/>
          </a:xfrm>
          <a:prstGeom prst="roundRect">
            <a:avLst>
              <a:gd name="adj" fmla="val 1980"/>
            </a:avLst>
          </a:prstGeom>
          <a:solidFill>
            <a:schemeClr val="accent5"/>
          </a:solidFill>
        </p:spPr>
        <p:txBody>
          <a:bodyPr lIns="237600" tIns="237600" rIns="237600" bIns="237600"/>
          <a:lstStyle>
            <a:lvl1pPr>
              <a:buClr>
                <a:schemeClr val="tx1"/>
              </a:buClr>
              <a:defRPr>
                <a:solidFill>
                  <a:schemeClr val="tx1"/>
                </a:solidFill>
              </a:defRPr>
            </a:lvl1pPr>
            <a:lvl2pPr>
              <a:buClr>
                <a:schemeClr val="tx1"/>
              </a:buClr>
              <a:defRPr>
                <a:solidFill>
                  <a:schemeClr val="tx1"/>
                </a:solidFill>
              </a:defRPr>
            </a:lvl2pPr>
            <a:lvl3pPr>
              <a:buClr>
                <a:schemeClr val="tx1"/>
              </a:buClr>
              <a:defRPr>
                <a:solidFill>
                  <a:schemeClr val="tx1"/>
                </a:solidFill>
              </a:defRPr>
            </a:lvl3pPr>
            <a:lvl4pPr>
              <a:buClr>
                <a:schemeClr val="tx1"/>
              </a:buClr>
              <a:defRPr>
                <a:solidFill>
                  <a:schemeClr val="tx1"/>
                </a:solidFill>
              </a:defRPr>
            </a:lvl4pPr>
            <a:lvl5pPr>
              <a:buClr>
                <a:schemeClr val="tx1"/>
              </a:buCl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add text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F3B0D891-C34C-C701-8D3E-46A3F8DAC619}"/>
              </a:ext>
            </a:extLst>
          </p:cNvPr>
          <p:cNvSpPr>
            <a:spLocks noGrp="1"/>
          </p:cNvSpPr>
          <p:nvPr>
            <p:ph sz="half" idx="19" hasCustomPrompt="1"/>
          </p:nvPr>
        </p:nvSpPr>
        <p:spPr>
          <a:xfrm>
            <a:off x="8148638" y="1944000"/>
            <a:ext cx="3671887" cy="3693600"/>
          </a:xfrm>
          <a:prstGeom prst="roundRect">
            <a:avLst>
              <a:gd name="adj" fmla="val 1980"/>
            </a:avLst>
          </a:prstGeom>
          <a:solidFill>
            <a:schemeClr val="accent1"/>
          </a:solidFill>
        </p:spPr>
        <p:txBody>
          <a:bodyPr lIns="237600" tIns="237600" rIns="237600" bIns="237600"/>
          <a:lstStyle>
            <a:lvl1pPr>
              <a:buClr>
                <a:schemeClr val="bg1"/>
              </a:buClr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/>
              <a:t>Click to add text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pic>
        <p:nvPicPr>
          <p:cNvPr id="8" name="Picture 29">
            <a:extLst>
              <a:ext uri="{FF2B5EF4-FFF2-40B4-BE49-F238E27FC236}">
                <a16:creationId xmlns:a16="http://schemas.microsoft.com/office/drawing/2014/main" id="{5A272954-9AB0-4B93-F8F8-DE508D3C4EC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371475" y="6169025"/>
            <a:ext cx="1299398" cy="3203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8648401"/>
      </p:ext>
    </p:extLst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content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71475" y="368300"/>
            <a:ext cx="11449050" cy="930275"/>
          </a:xfrm>
        </p:spPr>
        <p:txBody>
          <a:bodyPr/>
          <a:lstStyle>
            <a:lvl1pPr>
              <a:defRPr/>
            </a:lvl1pPr>
          </a:lstStyle>
          <a:p>
            <a:r>
              <a:rPr lang="en-GB"/>
              <a:t>Click to add title</a:t>
            </a:r>
          </a:p>
        </p:txBody>
      </p:sp>
      <p:sp>
        <p:nvSpPr>
          <p:cNvPr id="11" name="Date Placeholder 10" hidden="1">
            <a:extLst>
              <a:ext uri="{FF2B5EF4-FFF2-40B4-BE49-F238E27FC236}">
                <a16:creationId xmlns:a16="http://schemas.microsoft.com/office/drawing/2014/main" id="{C8F53383-3780-4626-A2BE-E67BBD0A1DFE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8BD9E86A-566D-96BC-C43F-C52100C10C26}"/>
              </a:ext>
            </a:extLst>
          </p:cNvPr>
          <p:cNvSpPr>
            <a:spLocks noGrp="1"/>
          </p:cNvSpPr>
          <p:nvPr>
            <p:ph sz="half" idx="17" hasCustomPrompt="1"/>
          </p:nvPr>
        </p:nvSpPr>
        <p:spPr>
          <a:xfrm>
            <a:off x="371476" y="1944000"/>
            <a:ext cx="2700337" cy="3693600"/>
          </a:xfrm>
          <a:prstGeom prst="roundRect">
            <a:avLst>
              <a:gd name="adj" fmla="val 2417"/>
            </a:avLst>
          </a:prstGeom>
          <a:solidFill>
            <a:schemeClr val="bg2"/>
          </a:solidFill>
        </p:spPr>
        <p:txBody>
          <a:bodyPr lIns="237600" tIns="237600" rIns="237600" bIns="237600"/>
          <a:lstStyle>
            <a:lvl1pPr>
              <a:buClr>
                <a:schemeClr val="tx1"/>
              </a:buClr>
              <a:defRPr>
                <a:solidFill>
                  <a:schemeClr val="tx1"/>
                </a:solidFill>
              </a:defRPr>
            </a:lvl1pPr>
            <a:lvl2pPr>
              <a:buClr>
                <a:schemeClr val="tx1"/>
              </a:buClr>
              <a:defRPr>
                <a:solidFill>
                  <a:schemeClr val="tx1"/>
                </a:solidFill>
              </a:defRPr>
            </a:lvl2pPr>
            <a:lvl3pPr>
              <a:buClr>
                <a:schemeClr val="tx1"/>
              </a:buClr>
              <a:defRPr>
                <a:solidFill>
                  <a:schemeClr val="tx1"/>
                </a:solidFill>
              </a:defRPr>
            </a:lvl3pPr>
            <a:lvl4pPr>
              <a:buClr>
                <a:schemeClr val="tx1"/>
              </a:buClr>
              <a:defRPr>
                <a:solidFill>
                  <a:schemeClr val="tx1"/>
                </a:solidFill>
              </a:defRPr>
            </a:lvl4pPr>
            <a:lvl5pPr>
              <a:buClr>
                <a:schemeClr val="tx1"/>
              </a:buCl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add text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pic>
        <p:nvPicPr>
          <p:cNvPr id="8" name="Picture 29">
            <a:extLst>
              <a:ext uri="{FF2B5EF4-FFF2-40B4-BE49-F238E27FC236}">
                <a16:creationId xmlns:a16="http://schemas.microsoft.com/office/drawing/2014/main" id="{5A272954-9AB0-4B93-F8F8-DE508D3C4EC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371475" y="6169025"/>
            <a:ext cx="1299398" cy="320399"/>
          </a:xfrm>
          <a:prstGeom prst="rect">
            <a:avLst/>
          </a:prstGeom>
        </p:spPr>
      </p:pic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8C34D318-1F20-E625-1A1B-CE897828848D}"/>
              </a:ext>
            </a:extLst>
          </p:cNvPr>
          <p:cNvSpPr>
            <a:spLocks noGrp="1"/>
          </p:cNvSpPr>
          <p:nvPr>
            <p:ph sz="half" idx="18" hasCustomPrompt="1"/>
          </p:nvPr>
        </p:nvSpPr>
        <p:spPr>
          <a:xfrm>
            <a:off x="3287713" y="1944000"/>
            <a:ext cx="2700337" cy="3693600"/>
          </a:xfrm>
          <a:prstGeom prst="roundRect">
            <a:avLst>
              <a:gd name="adj" fmla="val 2417"/>
            </a:avLst>
          </a:prstGeom>
          <a:solidFill>
            <a:schemeClr val="bg2"/>
          </a:solidFill>
        </p:spPr>
        <p:txBody>
          <a:bodyPr lIns="237600" tIns="237600" rIns="237600" bIns="237600"/>
          <a:lstStyle>
            <a:lvl1pPr>
              <a:buClr>
                <a:schemeClr val="tx1"/>
              </a:buClr>
              <a:defRPr>
                <a:solidFill>
                  <a:schemeClr val="tx1"/>
                </a:solidFill>
              </a:defRPr>
            </a:lvl1pPr>
            <a:lvl2pPr>
              <a:buClr>
                <a:schemeClr val="tx1"/>
              </a:buClr>
              <a:defRPr>
                <a:solidFill>
                  <a:schemeClr val="tx1"/>
                </a:solidFill>
              </a:defRPr>
            </a:lvl2pPr>
            <a:lvl3pPr>
              <a:buClr>
                <a:schemeClr val="tx1"/>
              </a:buClr>
              <a:defRPr>
                <a:solidFill>
                  <a:schemeClr val="tx1"/>
                </a:solidFill>
              </a:defRPr>
            </a:lvl3pPr>
            <a:lvl4pPr>
              <a:buClr>
                <a:schemeClr val="tx1"/>
              </a:buClr>
              <a:defRPr>
                <a:solidFill>
                  <a:schemeClr val="tx1"/>
                </a:solidFill>
              </a:defRPr>
            </a:lvl4pPr>
            <a:lvl5pPr>
              <a:buClr>
                <a:schemeClr val="tx1"/>
              </a:buCl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add text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AEF1A033-1317-8E8A-1C25-6343B8170D08}"/>
              </a:ext>
            </a:extLst>
          </p:cNvPr>
          <p:cNvSpPr>
            <a:spLocks noGrp="1"/>
          </p:cNvSpPr>
          <p:nvPr>
            <p:ph sz="half" idx="19" hasCustomPrompt="1"/>
          </p:nvPr>
        </p:nvSpPr>
        <p:spPr>
          <a:xfrm>
            <a:off x="9120188" y="1944000"/>
            <a:ext cx="2700337" cy="3693600"/>
          </a:xfrm>
          <a:prstGeom prst="roundRect">
            <a:avLst>
              <a:gd name="adj" fmla="val 2417"/>
            </a:avLst>
          </a:prstGeom>
          <a:solidFill>
            <a:schemeClr val="bg2"/>
          </a:solidFill>
        </p:spPr>
        <p:txBody>
          <a:bodyPr lIns="237600" tIns="237600" rIns="237600" bIns="237600"/>
          <a:lstStyle>
            <a:lvl1pPr>
              <a:buClr>
                <a:schemeClr val="tx1"/>
              </a:buClr>
              <a:defRPr>
                <a:solidFill>
                  <a:schemeClr val="tx1"/>
                </a:solidFill>
              </a:defRPr>
            </a:lvl1pPr>
            <a:lvl2pPr>
              <a:buClr>
                <a:schemeClr val="tx1"/>
              </a:buClr>
              <a:defRPr>
                <a:solidFill>
                  <a:schemeClr val="tx1"/>
                </a:solidFill>
              </a:defRPr>
            </a:lvl2pPr>
            <a:lvl3pPr>
              <a:buClr>
                <a:schemeClr val="tx1"/>
              </a:buClr>
              <a:defRPr>
                <a:solidFill>
                  <a:schemeClr val="tx1"/>
                </a:solidFill>
              </a:defRPr>
            </a:lvl3pPr>
            <a:lvl4pPr>
              <a:buClr>
                <a:schemeClr val="tx1"/>
              </a:buClr>
              <a:defRPr>
                <a:solidFill>
                  <a:schemeClr val="tx1"/>
                </a:solidFill>
              </a:defRPr>
            </a:lvl4pPr>
            <a:lvl5pPr>
              <a:buClr>
                <a:schemeClr val="tx1"/>
              </a:buCl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add text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5EE6D3DA-AD4C-D672-0575-5FB978F024C1}"/>
              </a:ext>
            </a:extLst>
          </p:cNvPr>
          <p:cNvSpPr>
            <a:spLocks noGrp="1"/>
          </p:cNvSpPr>
          <p:nvPr>
            <p:ph sz="half" idx="20" hasCustomPrompt="1"/>
          </p:nvPr>
        </p:nvSpPr>
        <p:spPr>
          <a:xfrm>
            <a:off x="6203950" y="1944000"/>
            <a:ext cx="2700337" cy="3693600"/>
          </a:xfrm>
          <a:prstGeom prst="roundRect">
            <a:avLst>
              <a:gd name="adj" fmla="val 2417"/>
            </a:avLst>
          </a:prstGeom>
          <a:solidFill>
            <a:schemeClr val="bg2"/>
          </a:solidFill>
        </p:spPr>
        <p:txBody>
          <a:bodyPr lIns="237600" tIns="237600" rIns="237600" bIns="237600"/>
          <a:lstStyle>
            <a:lvl1pPr>
              <a:buClr>
                <a:schemeClr val="tx1"/>
              </a:buClr>
              <a:defRPr>
                <a:solidFill>
                  <a:schemeClr val="tx1"/>
                </a:solidFill>
              </a:defRPr>
            </a:lvl1pPr>
            <a:lvl2pPr>
              <a:buClr>
                <a:schemeClr val="tx1"/>
              </a:buClr>
              <a:defRPr>
                <a:solidFill>
                  <a:schemeClr val="tx1"/>
                </a:solidFill>
              </a:defRPr>
            </a:lvl2pPr>
            <a:lvl3pPr>
              <a:buClr>
                <a:schemeClr val="tx1"/>
              </a:buClr>
              <a:defRPr>
                <a:solidFill>
                  <a:schemeClr val="tx1"/>
                </a:solidFill>
              </a:defRPr>
            </a:lvl3pPr>
            <a:lvl4pPr>
              <a:buClr>
                <a:schemeClr val="tx1"/>
              </a:buClr>
              <a:defRPr>
                <a:solidFill>
                  <a:schemeClr val="tx1"/>
                </a:solidFill>
              </a:defRPr>
            </a:lvl4pPr>
            <a:lvl5pPr>
              <a:buClr>
                <a:schemeClr val="tx1"/>
              </a:buCl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add text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458096689"/>
      </p:ext>
    </p:extLst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content colou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71475" y="368300"/>
            <a:ext cx="11449050" cy="930275"/>
          </a:xfrm>
        </p:spPr>
        <p:txBody>
          <a:bodyPr/>
          <a:lstStyle>
            <a:lvl1pPr>
              <a:defRPr/>
            </a:lvl1pPr>
          </a:lstStyle>
          <a:p>
            <a:r>
              <a:rPr lang="en-GB"/>
              <a:t>Click to add title</a:t>
            </a:r>
          </a:p>
        </p:txBody>
      </p:sp>
      <p:sp>
        <p:nvSpPr>
          <p:cNvPr id="11" name="Date Placeholder 10" hidden="1">
            <a:extLst>
              <a:ext uri="{FF2B5EF4-FFF2-40B4-BE49-F238E27FC236}">
                <a16:creationId xmlns:a16="http://schemas.microsoft.com/office/drawing/2014/main" id="{C8F53383-3780-4626-A2BE-E67BBD0A1DFE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8" name="Picture 29">
            <a:extLst>
              <a:ext uri="{FF2B5EF4-FFF2-40B4-BE49-F238E27FC236}">
                <a16:creationId xmlns:a16="http://schemas.microsoft.com/office/drawing/2014/main" id="{5A272954-9AB0-4B93-F8F8-DE508D3C4EC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371475" y="6169025"/>
            <a:ext cx="1299398" cy="320399"/>
          </a:xfrm>
          <a:prstGeom prst="rect">
            <a:avLst/>
          </a:prstGeom>
        </p:spPr>
      </p:pic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F2A8BE1E-01A9-261E-17E4-5916A200C9C8}"/>
              </a:ext>
            </a:extLst>
          </p:cNvPr>
          <p:cNvSpPr>
            <a:spLocks noGrp="1"/>
          </p:cNvSpPr>
          <p:nvPr>
            <p:ph sz="half" idx="17" hasCustomPrompt="1"/>
          </p:nvPr>
        </p:nvSpPr>
        <p:spPr>
          <a:xfrm>
            <a:off x="371476" y="1944000"/>
            <a:ext cx="2700337" cy="3693600"/>
          </a:xfrm>
          <a:prstGeom prst="roundRect">
            <a:avLst>
              <a:gd name="adj" fmla="val 2417"/>
            </a:avLst>
          </a:prstGeom>
          <a:solidFill>
            <a:schemeClr val="bg2"/>
          </a:solidFill>
        </p:spPr>
        <p:txBody>
          <a:bodyPr lIns="237600" tIns="237600" rIns="237600" bIns="237600"/>
          <a:lstStyle>
            <a:lvl1pPr>
              <a:buClr>
                <a:schemeClr val="tx1"/>
              </a:buClr>
              <a:defRPr>
                <a:solidFill>
                  <a:schemeClr val="tx1"/>
                </a:solidFill>
              </a:defRPr>
            </a:lvl1pPr>
            <a:lvl2pPr>
              <a:buClr>
                <a:schemeClr val="tx1"/>
              </a:buClr>
              <a:defRPr>
                <a:solidFill>
                  <a:schemeClr val="tx1"/>
                </a:solidFill>
              </a:defRPr>
            </a:lvl2pPr>
            <a:lvl3pPr>
              <a:buClr>
                <a:schemeClr val="tx1"/>
              </a:buClr>
              <a:defRPr>
                <a:solidFill>
                  <a:schemeClr val="tx1"/>
                </a:solidFill>
              </a:defRPr>
            </a:lvl3pPr>
            <a:lvl4pPr>
              <a:buClr>
                <a:schemeClr val="tx1"/>
              </a:buClr>
              <a:defRPr>
                <a:solidFill>
                  <a:schemeClr val="tx1"/>
                </a:solidFill>
              </a:defRPr>
            </a:lvl4pPr>
            <a:lvl5pPr>
              <a:buClr>
                <a:schemeClr val="tx1"/>
              </a:buCl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add text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35119CAF-1949-A2B9-1EFA-CE36BE0D2F58}"/>
              </a:ext>
            </a:extLst>
          </p:cNvPr>
          <p:cNvSpPr>
            <a:spLocks noGrp="1"/>
          </p:cNvSpPr>
          <p:nvPr>
            <p:ph sz="half" idx="21" hasCustomPrompt="1"/>
          </p:nvPr>
        </p:nvSpPr>
        <p:spPr>
          <a:xfrm>
            <a:off x="3287713" y="1944000"/>
            <a:ext cx="2700337" cy="3693600"/>
          </a:xfrm>
          <a:prstGeom prst="roundRect">
            <a:avLst>
              <a:gd name="adj" fmla="val 2417"/>
            </a:avLst>
          </a:prstGeom>
          <a:solidFill>
            <a:schemeClr val="accent5"/>
          </a:solidFill>
        </p:spPr>
        <p:txBody>
          <a:bodyPr lIns="237600" tIns="237600" rIns="237600" bIns="237600"/>
          <a:lstStyle>
            <a:lvl1pPr>
              <a:buClr>
                <a:schemeClr val="tx1"/>
              </a:buClr>
              <a:defRPr>
                <a:solidFill>
                  <a:schemeClr val="tx1"/>
                </a:solidFill>
              </a:defRPr>
            </a:lvl1pPr>
            <a:lvl2pPr>
              <a:buClr>
                <a:schemeClr val="tx1"/>
              </a:buClr>
              <a:defRPr>
                <a:solidFill>
                  <a:schemeClr val="tx1"/>
                </a:solidFill>
              </a:defRPr>
            </a:lvl2pPr>
            <a:lvl3pPr>
              <a:buClr>
                <a:schemeClr val="tx1"/>
              </a:buClr>
              <a:defRPr>
                <a:solidFill>
                  <a:schemeClr val="tx1"/>
                </a:solidFill>
              </a:defRPr>
            </a:lvl3pPr>
            <a:lvl4pPr>
              <a:buClr>
                <a:schemeClr val="tx1"/>
              </a:buClr>
              <a:defRPr>
                <a:solidFill>
                  <a:schemeClr val="tx1"/>
                </a:solidFill>
              </a:defRPr>
            </a:lvl4pPr>
            <a:lvl5pPr>
              <a:buClr>
                <a:schemeClr val="tx1"/>
              </a:buCl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add text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3FFE4071-60A8-12CD-2B46-9A6180ECC4F0}"/>
              </a:ext>
            </a:extLst>
          </p:cNvPr>
          <p:cNvSpPr>
            <a:spLocks noGrp="1"/>
          </p:cNvSpPr>
          <p:nvPr>
            <p:ph sz="half" idx="22" hasCustomPrompt="1"/>
          </p:nvPr>
        </p:nvSpPr>
        <p:spPr>
          <a:xfrm>
            <a:off x="9120188" y="1944000"/>
            <a:ext cx="2700337" cy="3693600"/>
          </a:xfrm>
          <a:prstGeom prst="roundRect">
            <a:avLst>
              <a:gd name="adj" fmla="val 2417"/>
            </a:avLst>
          </a:prstGeom>
          <a:solidFill>
            <a:schemeClr val="accent1"/>
          </a:solidFill>
        </p:spPr>
        <p:txBody>
          <a:bodyPr lIns="237600" tIns="237600" rIns="237600" bIns="237600"/>
          <a:lstStyle>
            <a:lvl1pPr>
              <a:buClr>
                <a:schemeClr val="bg1"/>
              </a:buClr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/>
              <a:t>Click to add text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C05CCAF1-817C-8C7D-CF98-2AD066339D06}"/>
              </a:ext>
            </a:extLst>
          </p:cNvPr>
          <p:cNvSpPr>
            <a:spLocks noGrp="1"/>
          </p:cNvSpPr>
          <p:nvPr>
            <p:ph sz="half" idx="23" hasCustomPrompt="1"/>
          </p:nvPr>
        </p:nvSpPr>
        <p:spPr>
          <a:xfrm>
            <a:off x="6203950" y="1944000"/>
            <a:ext cx="2700337" cy="3693600"/>
          </a:xfrm>
          <a:prstGeom prst="roundRect">
            <a:avLst>
              <a:gd name="adj" fmla="val 2417"/>
            </a:avLst>
          </a:prstGeom>
          <a:solidFill>
            <a:schemeClr val="accent4"/>
          </a:solidFill>
        </p:spPr>
        <p:txBody>
          <a:bodyPr lIns="237600" tIns="237600" rIns="237600" bIns="237600"/>
          <a:lstStyle>
            <a:lvl1pPr>
              <a:buClr>
                <a:schemeClr val="tx1"/>
              </a:buClr>
              <a:defRPr>
                <a:solidFill>
                  <a:schemeClr val="tx1"/>
                </a:solidFill>
              </a:defRPr>
            </a:lvl1pPr>
            <a:lvl2pPr>
              <a:buClr>
                <a:schemeClr val="tx1"/>
              </a:buClr>
              <a:defRPr>
                <a:solidFill>
                  <a:schemeClr val="tx1"/>
                </a:solidFill>
              </a:defRPr>
            </a:lvl2pPr>
            <a:lvl3pPr>
              <a:buClr>
                <a:schemeClr val="tx1"/>
              </a:buClr>
              <a:defRPr>
                <a:solidFill>
                  <a:schemeClr val="tx1"/>
                </a:solidFill>
              </a:defRPr>
            </a:lvl3pPr>
            <a:lvl4pPr>
              <a:buClr>
                <a:schemeClr val="tx1"/>
              </a:buClr>
              <a:defRPr>
                <a:solidFill>
                  <a:schemeClr val="tx1"/>
                </a:solidFill>
              </a:defRPr>
            </a:lvl4pPr>
            <a:lvl5pPr>
              <a:buClr>
                <a:schemeClr val="tx1"/>
              </a:buCl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add text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93446859"/>
      </p:ext>
    </p:extLst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ive content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71475" y="368300"/>
            <a:ext cx="11449050" cy="930275"/>
          </a:xfrm>
        </p:spPr>
        <p:txBody>
          <a:bodyPr/>
          <a:lstStyle>
            <a:lvl1pPr>
              <a:defRPr/>
            </a:lvl1pPr>
          </a:lstStyle>
          <a:p>
            <a:r>
              <a:rPr lang="en-GB"/>
              <a:t>Click to add title</a:t>
            </a:r>
          </a:p>
        </p:txBody>
      </p:sp>
      <p:sp>
        <p:nvSpPr>
          <p:cNvPr id="11" name="Date Placeholder 10" hidden="1">
            <a:extLst>
              <a:ext uri="{FF2B5EF4-FFF2-40B4-BE49-F238E27FC236}">
                <a16:creationId xmlns:a16="http://schemas.microsoft.com/office/drawing/2014/main" id="{C8F53383-3780-4626-A2BE-E67BBD0A1DFE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8BD9E86A-566D-96BC-C43F-C52100C10C26}"/>
              </a:ext>
            </a:extLst>
          </p:cNvPr>
          <p:cNvSpPr>
            <a:spLocks noGrp="1"/>
          </p:cNvSpPr>
          <p:nvPr>
            <p:ph sz="half" idx="17" hasCustomPrompt="1"/>
          </p:nvPr>
        </p:nvSpPr>
        <p:spPr>
          <a:xfrm>
            <a:off x="371476" y="1944000"/>
            <a:ext cx="2124000" cy="3693600"/>
          </a:xfrm>
          <a:prstGeom prst="roundRect">
            <a:avLst>
              <a:gd name="adj" fmla="val 3325"/>
            </a:avLst>
          </a:prstGeom>
          <a:solidFill>
            <a:schemeClr val="bg2"/>
          </a:solidFill>
        </p:spPr>
        <p:txBody>
          <a:bodyPr lIns="237600" tIns="237600" rIns="237600" bIns="237600"/>
          <a:lstStyle>
            <a:lvl1pPr>
              <a:buClr>
                <a:schemeClr val="tx1"/>
              </a:buClr>
              <a:defRPr>
                <a:solidFill>
                  <a:schemeClr val="tx1"/>
                </a:solidFill>
              </a:defRPr>
            </a:lvl1pPr>
            <a:lvl2pPr>
              <a:buClr>
                <a:schemeClr val="tx1"/>
              </a:buClr>
              <a:defRPr>
                <a:solidFill>
                  <a:schemeClr val="tx1"/>
                </a:solidFill>
              </a:defRPr>
            </a:lvl2pPr>
            <a:lvl3pPr>
              <a:buClr>
                <a:schemeClr val="tx1"/>
              </a:buClr>
              <a:defRPr>
                <a:solidFill>
                  <a:schemeClr val="tx1"/>
                </a:solidFill>
              </a:defRPr>
            </a:lvl3pPr>
            <a:lvl4pPr>
              <a:buClr>
                <a:schemeClr val="tx1"/>
              </a:buClr>
              <a:defRPr>
                <a:solidFill>
                  <a:schemeClr val="tx1"/>
                </a:solidFill>
              </a:defRPr>
            </a:lvl4pPr>
            <a:lvl5pPr>
              <a:buClr>
                <a:schemeClr val="tx1"/>
              </a:buCl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add text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pic>
        <p:nvPicPr>
          <p:cNvPr id="8" name="Picture 29">
            <a:extLst>
              <a:ext uri="{FF2B5EF4-FFF2-40B4-BE49-F238E27FC236}">
                <a16:creationId xmlns:a16="http://schemas.microsoft.com/office/drawing/2014/main" id="{5A272954-9AB0-4B93-F8F8-DE508D3C4EC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371475" y="6169025"/>
            <a:ext cx="1299398" cy="320399"/>
          </a:xfrm>
          <a:prstGeom prst="rect">
            <a:avLst/>
          </a:prstGeom>
        </p:spPr>
      </p:pic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058EA7ED-9CB2-0EAA-DC4A-681C6294E267}"/>
              </a:ext>
            </a:extLst>
          </p:cNvPr>
          <p:cNvSpPr>
            <a:spLocks noGrp="1"/>
          </p:cNvSpPr>
          <p:nvPr>
            <p:ph sz="half" idx="18" hasCustomPrompt="1"/>
          </p:nvPr>
        </p:nvSpPr>
        <p:spPr>
          <a:xfrm>
            <a:off x="2702738" y="1944000"/>
            <a:ext cx="2124000" cy="3693600"/>
          </a:xfrm>
          <a:prstGeom prst="roundRect">
            <a:avLst>
              <a:gd name="adj" fmla="val 3325"/>
            </a:avLst>
          </a:prstGeom>
          <a:solidFill>
            <a:schemeClr val="bg2"/>
          </a:solidFill>
        </p:spPr>
        <p:txBody>
          <a:bodyPr lIns="237600" tIns="237600" rIns="237600" bIns="237600"/>
          <a:lstStyle>
            <a:lvl1pPr>
              <a:buClr>
                <a:schemeClr val="tx1"/>
              </a:buClr>
              <a:defRPr>
                <a:solidFill>
                  <a:schemeClr val="tx1"/>
                </a:solidFill>
              </a:defRPr>
            </a:lvl1pPr>
            <a:lvl2pPr>
              <a:buClr>
                <a:schemeClr val="tx1"/>
              </a:buClr>
              <a:defRPr>
                <a:solidFill>
                  <a:schemeClr val="tx1"/>
                </a:solidFill>
              </a:defRPr>
            </a:lvl2pPr>
            <a:lvl3pPr>
              <a:buClr>
                <a:schemeClr val="tx1"/>
              </a:buClr>
              <a:defRPr>
                <a:solidFill>
                  <a:schemeClr val="tx1"/>
                </a:solidFill>
              </a:defRPr>
            </a:lvl3pPr>
            <a:lvl4pPr>
              <a:buClr>
                <a:schemeClr val="tx1"/>
              </a:buClr>
              <a:defRPr>
                <a:solidFill>
                  <a:schemeClr val="tx1"/>
                </a:solidFill>
              </a:defRPr>
            </a:lvl4pPr>
            <a:lvl5pPr>
              <a:buClr>
                <a:schemeClr val="tx1"/>
              </a:buCl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add text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A63176DC-6498-BAD7-D8DC-87B4DD4FF5D2}"/>
              </a:ext>
            </a:extLst>
          </p:cNvPr>
          <p:cNvSpPr>
            <a:spLocks noGrp="1"/>
          </p:cNvSpPr>
          <p:nvPr>
            <p:ph sz="half" idx="19" hasCustomPrompt="1"/>
          </p:nvPr>
        </p:nvSpPr>
        <p:spPr>
          <a:xfrm>
            <a:off x="5034000" y="1944000"/>
            <a:ext cx="2124000" cy="3693600"/>
          </a:xfrm>
          <a:prstGeom prst="roundRect">
            <a:avLst>
              <a:gd name="adj" fmla="val 3325"/>
            </a:avLst>
          </a:prstGeom>
          <a:solidFill>
            <a:schemeClr val="bg2"/>
          </a:solidFill>
        </p:spPr>
        <p:txBody>
          <a:bodyPr lIns="237600" tIns="237600" rIns="237600" bIns="237600"/>
          <a:lstStyle>
            <a:lvl1pPr>
              <a:buClr>
                <a:schemeClr val="tx1"/>
              </a:buClr>
              <a:defRPr>
                <a:solidFill>
                  <a:schemeClr val="tx1"/>
                </a:solidFill>
              </a:defRPr>
            </a:lvl1pPr>
            <a:lvl2pPr>
              <a:buClr>
                <a:schemeClr val="tx1"/>
              </a:buClr>
              <a:defRPr>
                <a:solidFill>
                  <a:schemeClr val="tx1"/>
                </a:solidFill>
              </a:defRPr>
            </a:lvl2pPr>
            <a:lvl3pPr>
              <a:buClr>
                <a:schemeClr val="tx1"/>
              </a:buClr>
              <a:defRPr>
                <a:solidFill>
                  <a:schemeClr val="tx1"/>
                </a:solidFill>
              </a:defRPr>
            </a:lvl3pPr>
            <a:lvl4pPr>
              <a:buClr>
                <a:schemeClr val="tx1"/>
              </a:buClr>
              <a:defRPr>
                <a:solidFill>
                  <a:schemeClr val="tx1"/>
                </a:solidFill>
              </a:defRPr>
            </a:lvl4pPr>
            <a:lvl5pPr>
              <a:buClr>
                <a:schemeClr val="tx1"/>
              </a:buCl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add text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784EE7DD-7E78-8C24-4172-F9299178B59C}"/>
              </a:ext>
            </a:extLst>
          </p:cNvPr>
          <p:cNvSpPr>
            <a:spLocks noGrp="1"/>
          </p:cNvSpPr>
          <p:nvPr>
            <p:ph sz="half" idx="20" hasCustomPrompt="1"/>
          </p:nvPr>
        </p:nvSpPr>
        <p:spPr>
          <a:xfrm>
            <a:off x="7365262" y="1944000"/>
            <a:ext cx="2124000" cy="3693600"/>
          </a:xfrm>
          <a:prstGeom prst="roundRect">
            <a:avLst>
              <a:gd name="adj" fmla="val 3325"/>
            </a:avLst>
          </a:prstGeom>
          <a:solidFill>
            <a:schemeClr val="bg2"/>
          </a:solidFill>
        </p:spPr>
        <p:txBody>
          <a:bodyPr lIns="237600" tIns="237600" rIns="237600" bIns="237600"/>
          <a:lstStyle>
            <a:lvl1pPr>
              <a:buClr>
                <a:schemeClr val="tx1"/>
              </a:buClr>
              <a:defRPr>
                <a:solidFill>
                  <a:schemeClr val="tx1"/>
                </a:solidFill>
              </a:defRPr>
            </a:lvl1pPr>
            <a:lvl2pPr>
              <a:buClr>
                <a:schemeClr val="tx1"/>
              </a:buClr>
              <a:defRPr>
                <a:solidFill>
                  <a:schemeClr val="tx1"/>
                </a:solidFill>
              </a:defRPr>
            </a:lvl2pPr>
            <a:lvl3pPr>
              <a:buClr>
                <a:schemeClr val="tx1"/>
              </a:buClr>
              <a:defRPr>
                <a:solidFill>
                  <a:schemeClr val="tx1"/>
                </a:solidFill>
              </a:defRPr>
            </a:lvl3pPr>
            <a:lvl4pPr>
              <a:buClr>
                <a:schemeClr val="tx1"/>
              </a:buClr>
              <a:defRPr>
                <a:solidFill>
                  <a:schemeClr val="tx1"/>
                </a:solidFill>
              </a:defRPr>
            </a:lvl4pPr>
            <a:lvl5pPr>
              <a:buClr>
                <a:schemeClr val="tx1"/>
              </a:buCl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add text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54EB7B39-185E-EBB0-274D-25CD6BFE9924}"/>
              </a:ext>
            </a:extLst>
          </p:cNvPr>
          <p:cNvSpPr>
            <a:spLocks noGrp="1"/>
          </p:cNvSpPr>
          <p:nvPr>
            <p:ph sz="half" idx="21" hasCustomPrompt="1"/>
          </p:nvPr>
        </p:nvSpPr>
        <p:spPr>
          <a:xfrm>
            <a:off x="9696525" y="1944000"/>
            <a:ext cx="2124000" cy="3693600"/>
          </a:xfrm>
          <a:prstGeom prst="roundRect">
            <a:avLst>
              <a:gd name="adj" fmla="val 3325"/>
            </a:avLst>
          </a:prstGeom>
          <a:solidFill>
            <a:schemeClr val="bg2"/>
          </a:solidFill>
        </p:spPr>
        <p:txBody>
          <a:bodyPr lIns="237600" tIns="237600" rIns="237600" bIns="237600"/>
          <a:lstStyle>
            <a:lvl1pPr>
              <a:buClr>
                <a:schemeClr val="tx1"/>
              </a:buClr>
              <a:defRPr>
                <a:solidFill>
                  <a:schemeClr val="tx1"/>
                </a:solidFill>
              </a:defRPr>
            </a:lvl1pPr>
            <a:lvl2pPr>
              <a:buClr>
                <a:schemeClr val="tx1"/>
              </a:buClr>
              <a:defRPr>
                <a:solidFill>
                  <a:schemeClr val="tx1"/>
                </a:solidFill>
              </a:defRPr>
            </a:lvl2pPr>
            <a:lvl3pPr>
              <a:buClr>
                <a:schemeClr val="tx1"/>
              </a:buClr>
              <a:defRPr>
                <a:solidFill>
                  <a:schemeClr val="tx1"/>
                </a:solidFill>
              </a:defRPr>
            </a:lvl3pPr>
            <a:lvl4pPr>
              <a:buClr>
                <a:schemeClr val="tx1"/>
              </a:buClr>
              <a:defRPr>
                <a:solidFill>
                  <a:schemeClr val="tx1"/>
                </a:solidFill>
              </a:defRPr>
            </a:lvl4pPr>
            <a:lvl5pPr>
              <a:buClr>
                <a:schemeClr val="tx1"/>
              </a:buCl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add text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127890413"/>
      </p:ext>
    </p:extLst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ive content colou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71475" y="368300"/>
            <a:ext cx="11449050" cy="930275"/>
          </a:xfrm>
        </p:spPr>
        <p:txBody>
          <a:bodyPr/>
          <a:lstStyle>
            <a:lvl1pPr>
              <a:defRPr/>
            </a:lvl1pPr>
          </a:lstStyle>
          <a:p>
            <a:r>
              <a:rPr lang="en-GB"/>
              <a:t>Click to add title</a:t>
            </a:r>
          </a:p>
        </p:txBody>
      </p:sp>
      <p:sp>
        <p:nvSpPr>
          <p:cNvPr id="11" name="Date Placeholder 10" hidden="1">
            <a:extLst>
              <a:ext uri="{FF2B5EF4-FFF2-40B4-BE49-F238E27FC236}">
                <a16:creationId xmlns:a16="http://schemas.microsoft.com/office/drawing/2014/main" id="{C8F53383-3780-4626-A2BE-E67BBD0A1DFE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8" name="Picture 29">
            <a:extLst>
              <a:ext uri="{FF2B5EF4-FFF2-40B4-BE49-F238E27FC236}">
                <a16:creationId xmlns:a16="http://schemas.microsoft.com/office/drawing/2014/main" id="{5A272954-9AB0-4B93-F8F8-DE508D3C4EC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371475" y="6169025"/>
            <a:ext cx="1299398" cy="320399"/>
          </a:xfrm>
          <a:prstGeom prst="rect">
            <a:avLst/>
          </a:prstGeom>
        </p:spPr>
      </p:pic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C9905CD1-2289-BC8E-7167-9431CB287AD6}"/>
              </a:ext>
            </a:extLst>
          </p:cNvPr>
          <p:cNvSpPr>
            <a:spLocks noGrp="1"/>
          </p:cNvSpPr>
          <p:nvPr>
            <p:ph sz="half" idx="17" hasCustomPrompt="1"/>
          </p:nvPr>
        </p:nvSpPr>
        <p:spPr>
          <a:xfrm>
            <a:off x="371476" y="1944000"/>
            <a:ext cx="2124000" cy="3693600"/>
          </a:xfrm>
          <a:prstGeom prst="roundRect">
            <a:avLst>
              <a:gd name="adj" fmla="val 3325"/>
            </a:avLst>
          </a:prstGeom>
          <a:solidFill>
            <a:schemeClr val="bg2"/>
          </a:solidFill>
        </p:spPr>
        <p:txBody>
          <a:bodyPr lIns="237600" tIns="237600" rIns="237600" bIns="237600"/>
          <a:lstStyle>
            <a:lvl1pPr>
              <a:buClr>
                <a:schemeClr val="tx1"/>
              </a:buClr>
              <a:defRPr>
                <a:solidFill>
                  <a:schemeClr val="tx1"/>
                </a:solidFill>
              </a:defRPr>
            </a:lvl1pPr>
            <a:lvl2pPr>
              <a:buClr>
                <a:schemeClr val="tx1"/>
              </a:buClr>
              <a:defRPr>
                <a:solidFill>
                  <a:schemeClr val="tx1"/>
                </a:solidFill>
              </a:defRPr>
            </a:lvl2pPr>
            <a:lvl3pPr>
              <a:buClr>
                <a:schemeClr val="tx1"/>
              </a:buClr>
              <a:defRPr>
                <a:solidFill>
                  <a:schemeClr val="tx1"/>
                </a:solidFill>
              </a:defRPr>
            </a:lvl3pPr>
            <a:lvl4pPr>
              <a:buClr>
                <a:schemeClr val="tx1"/>
              </a:buClr>
              <a:defRPr>
                <a:solidFill>
                  <a:schemeClr val="tx1"/>
                </a:solidFill>
              </a:defRPr>
            </a:lvl4pPr>
            <a:lvl5pPr>
              <a:buClr>
                <a:schemeClr val="tx1"/>
              </a:buCl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add text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A07B574F-C504-CC34-1289-A25F2C77388A}"/>
              </a:ext>
            </a:extLst>
          </p:cNvPr>
          <p:cNvSpPr>
            <a:spLocks noGrp="1"/>
          </p:cNvSpPr>
          <p:nvPr>
            <p:ph sz="half" idx="22" hasCustomPrompt="1"/>
          </p:nvPr>
        </p:nvSpPr>
        <p:spPr>
          <a:xfrm>
            <a:off x="2702738" y="1944000"/>
            <a:ext cx="2124000" cy="3693600"/>
          </a:xfrm>
          <a:prstGeom prst="roundRect">
            <a:avLst>
              <a:gd name="adj" fmla="val 3325"/>
            </a:avLst>
          </a:prstGeom>
          <a:solidFill>
            <a:schemeClr val="accent5"/>
          </a:solidFill>
        </p:spPr>
        <p:txBody>
          <a:bodyPr lIns="237600" tIns="237600" rIns="237600" bIns="237600"/>
          <a:lstStyle>
            <a:lvl1pPr>
              <a:buClr>
                <a:schemeClr val="tx1"/>
              </a:buClr>
              <a:defRPr>
                <a:solidFill>
                  <a:schemeClr val="tx1"/>
                </a:solidFill>
              </a:defRPr>
            </a:lvl1pPr>
            <a:lvl2pPr>
              <a:buClr>
                <a:schemeClr val="tx1"/>
              </a:buClr>
              <a:defRPr>
                <a:solidFill>
                  <a:schemeClr val="tx1"/>
                </a:solidFill>
              </a:defRPr>
            </a:lvl2pPr>
            <a:lvl3pPr>
              <a:buClr>
                <a:schemeClr val="tx1"/>
              </a:buClr>
              <a:defRPr>
                <a:solidFill>
                  <a:schemeClr val="tx1"/>
                </a:solidFill>
              </a:defRPr>
            </a:lvl3pPr>
            <a:lvl4pPr>
              <a:buClr>
                <a:schemeClr val="tx1"/>
              </a:buClr>
              <a:defRPr>
                <a:solidFill>
                  <a:schemeClr val="tx1"/>
                </a:solidFill>
              </a:defRPr>
            </a:lvl4pPr>
            <a:lvl5pPr>
              <a:buClr>
                <a:schemeClr val="tx1"/>
              </a:buCl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add text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1500C2E4-F956-B44E-B0DA-9523C63A745D}"/>
              </a:ext>
            </a:extLst>
          </p:cNvPr>
          <p:cNvSpPr>
            <a:spLocks noGrp="1"/>
          </p:cNvSpPr>
          <p:nvPr>
            <p:ph sz="half" idx="23" hasCustomPrompt="1"/>
          </p:nvPr>
        </p:nvSpPr>
        <p:spPr>
          <a:xfrm>
            <a:off x="5034000" y="1944000"/>
            <a:ext cx="2124000" cy="3693600"/>
          </a:xfrm>
          <a:prstGeom prst="roundRect">
            <a:avLst>
              <a:gd name="adj" fmla="val 3325"/>
            </a:avLst>
          </a:prstGeom>
          <a:solidFill>
            <a:schemeClr val="accent4"/>
          </a:solidFill>
        </p:spPr>
        <p:txBody>
          <a:bodyPr lIns="237600" tIns="237600" rIns="237600" bIns="237600"/>
          <a:lstStyle>
            <a:lvl1pPr>
              <a:buClr>
                <a:schemeClr val="tx1"/>
              </a:buClr>
              <a:defRPr>
                <a:solidFill>
                  <a:schemeClr val="tx1"/>
                </a:solidFill>
              </a:defRPr>
            </a:lvl1pPr>
            <a:lvl2pPr>
              <a:buClr>
                <a:schemeClr val="tx1"/>
              </a:buClr>
              <a:defRPr>
                <a:solidFill>
                  <a:schemeClr val="tx1"/>
                </a:solidFill>
              </a:defRPr>
            </a:lvl2pPr>
            <a:lvl3pPr>
              <a:buClr>
                <a:schemeClr val="tx1"/>
              </a:buClr>
              <a:defRPr>
                <a:solidFill>
                  <a:schemeClr val="tx1"/>
                </a:solidFill>
              </a:defRPr>
            </a:lvl3pPr>
            <a:lvl4pPr>
              <a:buClr>
                <a:schemeClr val="tx1"/>
              </a:buClr>
              <a:defRPr>
                <a:solidFill>
                  <a:schemeClr val="tx1"/>
                </a:solidFill>
              </a:defRPr>
            </a:lvl4pPr>
            <a:lvl5pPr>
              <a:buClr>
                <a:schemeClr val="tx1"/>
              </a:buCl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add text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F5C379F4-79DE-99E0-3E9C-B7809BC02005}"/>
              </a:ext>
            </a:extLst>
          </p:cNvPr>
          <p:cNvSpPr>
            <a:spLocks noGrp="1"/>
          </p:cNvSpPr>
          <p:nvPr>
            <p:ph sz="half" idx="24" hasCustomPrompt="1"/>
          </p:nvPr>
        </p:nvSpPr>
        <p:spPr>
          <a:xfrm>
            <a:off x="7365262" y="1944000"/>
            <a:ext cx="2124000" cy="3693600"/>
          </a:xfrm>
          <a:prstGeom prst="roundRect">
            <a:avLst>
              <a:gd name="adj" fmla="val 3325"/>
            </a:avLst>
          </a:prstGeom>
          <a:solidFill>
            <a:schemeClr val="accent1"/>
          </a:solidFill>
        </p:spPr>
        <p:txBody>
          <a:bodyPr lIns="237600" tIns="237600" rIns="237600" bIns="237600"/>
          <a:lstStyle>
            <a:lvl1pPr>
              <a:buClr>
                <a:schemeClr val="bg1"/>
              </a:buClr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/>
              <a:t>Click to add text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B0050AC2-985D-85FA-C022-CDD1E61B1B89}"/>
              </a:ext>
            </a:extLst>
          </p:cNvPr>
          <p:cNvSpPr>
            <a:spLocks noGrp="1"/>
          </p:cNvSpPr>
          <p:nvPr>
            <p:ph sz="half" idx="25" hasCustomPrompt="1"/>
          </p:nvPr>
        </p:nvSpPr>
        <p:spPr>
          <a:xfrm>
            <a:off x="9696525" y="1944000"/>
            <a:ext cx="2124000" cy="3693600"/>
          </a:xfrm>
          <a:prstGeom prst="roundRect">
            <a:avLst>
              <a:gd name="adj" fmla="val 3325"/>
            </a:avLst>
          </a:prstGeom>
          <a:solidFill>
            <a:schemeClr val="accent3"/>
          </a:solidFill>
        </p:spPr>
        <p:txBody>
          <a:bodyPr lIns="237600" tIns="237600" rIns="237600" bIns="237600"/>
          <a:lstStyle>
            <a:lvl1pPr>
              <a:buClr>
                <a:schemeClr val="bg1"/>
              </a:buClr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/>
              <a:t>Click to add text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978556380"/>
      </p:ext>
    </p:extLst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content 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371474" y="1501255"/>
            <a:ext cx="5616575" cy="1940400"/>
          </a:xfrm>
          <a:solidFill>
            <a:schemeClr val="bg1"/>
          </a:solidFill>
        </p:spPr>
        <p:txBody>
          <a:bodyPr/>
          <a:lstStyle>
            <a:lvl1pPr>
              <a:defRPr/>
            </a:lvl1pPr>
          </a:lstStyle>
          <a:p>
            <a:pPr lvl="0"/>
            <a:r>
              <a:rPr lang="en-GB"/>
              <a:t>Click to add text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6203949" y="1501255"/>
            <a:ext cx="5616575" cy="1940400"/>
          </a:xfrm>
          <a:solidFill>
            <a:schemeClr val="bg1"/>
          </a:solidFill>
        </p:spPr>
        <p:txBody>
          <a:bodyPr/>
          <a:lstStyle>
            <a:lvl1pPr>
              <a:defRPr/>
            </a:lvl1pPr>
          </a:lstStyle>
          <a:p>
            <a:pPr lvl="0"/>
            <a:r>
              <a:rPr lang="en-GB"/>
              <a:t>Click to add text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43327ACD-F89A-484C-8B15-F2161D2D5BCB}"/>
              </a:ext>
            </a:extLst>
          </p:cNvPr>
          <p:cNvSpPr>
            <a:spLocks noGrp="1"/>
          </p:cNvSpPr>
          <p:nvPr>
            <p:ph sz="half" idx="13" hasCustomPrompt="1"/>
          </p:nvPr>
        </p:nvSpPr>
        <p:spPr>
          <a:xfrm>
            <a:off x="371474" y="3678175"/>
            <a:ext cx="5616575" cy="1940400"/>
          </a:xfrm>
          <a:solidFill>
            <a:schemeClr val="bg1"/>
          </a:solidFill>
        </p:spPr>
        <p:txBody>
          <a:bodyPr/>
          <a:lstStyle>
            <a:lvl1pPr>
              <a:defRPr/>
            </a:lvl1pPr>
          </a:lstStyle>
          <a:p>
            <a:pPr lvl="0"/>
            <a:r>
              <a:rPr lang="en-GB"/>
              <a:t>Click to add text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11" name="Date Placeholder 10" hidden="1">
            <a:extLst>
              <a:ext uri="{FF2B5EF4-FFF2-40B4-BE49-F238E27FC236}">
                <a16:creationId xmlns:a16="http://schemas.microsoft.com/office/drawing/2014/main" id="{C8F53383-3780-4626-A2BE-E67BBD0A1DFE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4F9FA52E-E6B6-497B-8CDF-4291B6C70B9B}"/>
              </a:ext>
            </a:extLst>
          </p:cNvPr>
          <p:cNvSpPr>
            <a:spLocks noGrp="1"/>
          </p:cNvSpPr>
          <p:nvPr>
            <p:ph sz="half" idx="17" hasCustomPrompt="1"/>
          </p:nvPr>
        </p:nvSpPr>
        <p:spPr>
          <a:xfrm>
            <a:off x="6203949" y="3678175"/>
            <a:ext cx="5616575" cy="1940400"/>
          </a:xfrm>
          <a:solidFill>
            <a:schemeClr val="bg1"/>
          </a:solidFill>
        </p:spPr>
        <p:txBody>
          <a:bodyPr/>
          <a:lstStyle>
            <a:lvl1pPr>
              <a:defRPr/>
            </a:lvl1pPr>
          </a:lstStyle>
          <a:p>
            <a:pPr lvl="0"/>
            <a:r>
              <a:rPr lang="en-GB"/>
              <a:t>Click to add text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0535A655-0007-42B8-9AAE-D572D30C69E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1475" y="368300"/>
            <a:ext cx="11449050" cy="930275"/>
          </a:xfrm>
        </p:spPr>
        <p:txBody>
          <a:bodyPr/>
          <a:lstStyle>
            <a:lvl1pPr>
              <a:defRPr/>
            </a:lvl1pPr>
          </a:lstStyle>
          <a:p>
            <a:r>
              <a:rPr lang="en-GB"/>
              <a:t>Click to add title</a:t>
            </a:r>
          </a:p>
        </p:txBody>
      </p:sp>
      <p:pic>
        <p:nvPicPr>
          <p:cNvPr id="12" name="Picture 29">
            <a:extLst>
              <a:ext uri="{FF2B5EF4-FFF2-40B4-BE49-F238E27FC236}">
                <a16:creationId xmlns:a16="http://schemas.microsoft.com/office/drawing/2014/main" id="{A77C2106-8C21-6148-3B18-40EF51733DE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371475" y="6169025"/>
            <a:ext cx="1299398" cy="3203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8790000"/>
      </p:ext>
    </p:extLst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On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71475" y="368300"/>
            <a:ext cx="11449050" cy="930275"/>
          </a:xfrm>
        </p:spPr>
        <p:txBody>
          <a:bodyPr/>
          <a:lstStyle>
            <a:lvl1pPr>
              <a:defRPr/>
            </a:lvl1pPr>
          </a:lstStyle>
          <a:p>
            <a:r>
              <a:rPr lang="en-GB" noProof="0"/>
              <a:t>Click to add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371475" y="1944000"/>
            <a:ext cx="11449049" cy="3693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GB" noProof="0"/>
              <a:t>Click to add text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</a:p>
        </p:txBody>
      </p:sp>
      <p:sp>
        <p:nvSpPr>
          <p:cNvPr id="7" name="Date Placeholder 6" hidden="1">
            <a:extLst>
              <a:ext uri="{FF2B5EF4-FFF2-40B4-BE49-F238E27FC236}">
                <a16:creationId xmlns:a16="http://schemas.microsoft.com/office/drawing/2014/main" id="{C0878BA1-CFB4-4349-B120-1867D280A4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9" name="Picture 29">
            <a:extLst>
              <a:ext uri="{FF2B5EF4-FFF2-40B4-BE49-F238E27FC236}">
                <a16:creationId xmlns:a16="http://schemas.microsoft.com/office/drawing/2014/main" id="{A3CE622E-E06A-841D-06AC-9109FF66897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371475" y="6169025"/>
            <a:ext cx="1299398" cy="3203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7705302"/>
      </p:ext>
    </p:extLst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71475" y="368300"/>
            <a:ext cx="11449049" cy="930275"/>
          </a:xfrm>
        </p:spPr>
        <p:txBody>
          <a:bodyPr/>
          <a:lstStyle>
            <a:lvl1pPr>
              <a:defRPr/>
            </a:lvl1pPr>
          </a:lstStyle>
          <a:p>
            <a:r>
              <a:rPr lang="en-GB"/>
              <a:t>Click to add title</a:t>
            </a:r>
          </a:p>
        </p:txBody>
      </p:sp>
      <p:sp>
        <p:nvSpPr>
          <p:cNvPr id="6" name="Date Placeholder 5" hidden="1">
            <a:extLst>
              <a:ext uri="{FF2B5EF4-FFF2-40B4-BE49-F238E27FC236}">
                <a16:creationId xmlns:a16="http://schemas.microsoft.com/office/drawing/2014/main" id="{C3750702-865E-424E-BDAE-F6B87694C5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3" name="Picture 29">
            <a:extLst>
              <a:ext uri="{FF2B5EF4-FFF2-40B4-BE49-F238E27FC236}">
                <a16:creationId xmlns:a16="http://schemas.microsoft.com/office/drawing/2014/main" id="{9D0A0F73-0A09-3F0F-CDE1-E6689518F54F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371475" y="6169025"/>
            <a:ext cx="1299398" cy="3203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9514136"/>
      </p:ext>
    </p:extLst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 hidden="1">
            <a:extLst>
              <a:ext uri="{FF2B5EF4-FFF2-40B4-BE49-F238E27FC236}">
                <a16:creationId xmlns:a16="http://schemas.microsoft.com/office/drawing/2014/main" id="{CF0E3E31-9EAD-4ECD-A589-4F158B739B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4" name="Picture 29">
            <a:extLst>
              <a:ext uri="{FF2B5EF4-FFF2-40B4-BE49-F238E27FC236}">
                <a16:creationId xmlns:a16="http://schemas.microsoft.com/office/drawing/2014/main" id="{DE5828A2-B47C-267D-D7C3-E051EF0B36FC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371475" y="6169025"/>
            <a:ext cx="1299398" cy="3203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2688876"/>
      </p:ext>
    </p:extLst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nd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57187" y="4308475"/>
            <a:ext cx="11463338" cy="1318735"/>
          </a:xfrm>
        </p:spPr>
        <p:txBody>
          <a:bodyPr/>
          <a:lstStyle>
            <a:lvl1pPr>
              <a:defRPr sz="4000" b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GB" noProof="0"/>
              <a:t>Click to add title</a:t>
            </a:r>
          </a:p>
        </p:txBody>
      </p:sp>
      <p:sp>
        <p:nvSpPr>
          <p:cNvPr id="6" name="Date Placeholder 5" hidden="1">
            <a:extLst>
              <a:ext uri="{FF2B5EF4-FFF2-40B4-BE49-F238E27FC236}">
                <a16:creationId xmlns:a16="http://schemas.microsoft.com/office/drawing/2014/main" id="{08F8CACC-6EC3-45E4-B2E4-A9916C3AA0BC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>
            <a:lvl1pPr>
              <a:defRPr>
                <a:noFill/>
              </a:defRPr>
            </a:lvl1pPr>
          </a:lstStyle>
          <a:p>
            <a:endParaRPr lang="en-GB"/>
          </a:p>
        </p:txBody>
      </p:sp>
      <p:sp>
        <p:nvSpPr>
          <p:cNvPr id="5" name="Footer Placeholder 7">
            <a:extLst>
              <a:ext uri="{FF2B5EF4-FFF2-40B4-BE49-F238E27FC236}">
                <a16:creationId xmlns:a16="http://schemas.microsoft.com/office/drawing/2014/main" id="{480CB8BD-D0AA-1528-E9B4-58D52D8C3AF4}"/>
              </a:ext>
            </a:extLst>
          </p:cNvPr>
          <p:cNvSpPr txBox="1">
            <a:spLocks/>
          </p:cNvSpPr>
          <p:nvPr userDrawn="1"/>
        </p:nvSpPr>
        <p:spPr>
          <a:xfrm>
            <a:off x="7563606" y="6404481"/>
            <a:ext cx="3285369" cy="185427"/>
          </a:xfrm>
          <a:prstGeom prst="rect">
            <a:avLst/>
          </a:prstGeom>
        </p:spPr>
        <p:txBody>
          <a:bodyPr vert="horz" wrap="none" lIns="0" tIns="0" rIns="0" bIns="0" rtlCol="0" anchor="t"/>
          <a:lstStyle>
            <a:defPPr>
              <a:defRPr lang="en-US"/>
            </a:defPPr>
            <a:lvl1pPr marL="0" algn="r" defTabSz="914400" rtl="0" eaLnBrk="1" latinLnBrk="0" hangingPunct="1">
              <a:defRPr sz="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>
                <a:solidFill>
                  <a:schemeClr val="bg1"/>
                </a:solidFill>
              </a:rPr>
              <a:t>Insert presentation title via Header &amp; Footer</a:t>
            </a:r>
          </a:p>
        </p:txBody>
      </p:sp>
      <p:sp>
        <p:nvSpPr>
          <p:cNvPr id="7" name="Slide Number Placeholder 8">
            <a:extLst>
              <a:ext uri="{FF2B5EF4-FFF2-40B4-BE49-F238E27FC236}">
                <a16:creationId xmlns:a16="http://schemas.microsoft.com/office/drawing/2014/main" id="{A023E4A0-CC5F-2BD8-6C4E-35C57DD5602D}"/>
              </a:ext>
            </a:extLst>
          </p:cNvPr>
          <p:cNvSpPr txBox="1">
            <a:spLocks/>
          </p:cNvSpPr>
          <p:nvPr userDrawn="1"/>
        </p:nvSpPr>
        <p:spPr>
          <a:xfrm>
            <a:off x="11408486" y="6404482"/>
            <a:ext cx="412039" cy="185426"/>
          </a:xfrm>
          <a:prstGeom prst="rect">
            <a:avLst/>
          </a:prstGeom>
        </p:spPr>
        <p:txBody>
          <a:bodyPr vert="horz" wrap="none" lIns="0" tIns="0" rIns="0" bIns="0" rtlCol="0" anchor="t"/>
          <a:lstStyle>
            <a:defPPr>
              <a:defRPr lang="en-US"/>
            </a:defPPr>
            <a:lvl1pPr marL="0" algn="r" defTabSz="914400" rtl="0" eaLnBrk="1" latinLnBrk="0" hangingPunct="1">
              <a:defRPr sz="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43A204BC-C5BA-4EF4-ABC8-D45123A0C528}" type="slidenum">
              <a:rPr lang="en-GB" smtClean="0">
                <a:solidFill>
                  <a:schemeClr val="bg1"/>
                </a:solidFill>
              </a:rPr>
              <a:pPr/>
              <a:t>‹#›</a:t>
            </a:fld>
            <a:endParaRPr lang="en-GB">
              <a:solidFill>
                <a:schemeClr val="bg1"/>
              </a:solidFill>
            </a:endParaRPr>
          </a:p>
        </p:txBody>
      </p:sp>
      <p:pic>
        <p:nvPicPr>
          <p:cNvPr id="8" name="Picture 29">
            <a:extLst>
              <a:ext uri="{FF2B5EF4-FFF2-40B4-BE49-F238E27FC236}">
                <a16:creationId xmlns:a16="http://schemas.microsoft.com/office/drawing/2014/main" id="{B56D96C1-A121-5DD2-9108-A31580A838E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371475" y="6165850"/>
            <a:ext cx="1299398" cy="320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9090773"/>
      </p:ext>
    </p:extLst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User gu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ext Box 3"/>
          <p:cNvSpPr txBox="1">
            <a:spLocks noChangeArrowheads="1"/>
          </p:cNvSpPr>
          <p:nvPr userDrawn="1"/>
        </p:nvSpPr>
        <p:spPr bwMode="auto">
          <a:xfrm>
            <a:off x="4325290" y="1439372"/>
            <a:ext cx="2917403" cy="4867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144000" bIns="0" anchor="t" anchorCtr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ts val="1200"/>
              </a:spcBef>
              <a:spcAft>
                <a:spcPts val="600"/>
              </a:spcAft>
              <a:defRPr/>
            </a:pPr>
            <a:r>
              <a:rPr lang="en-GB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A. Insert corporate picture</a:t>
            </a:r>
            <a:endParaRPr lang="en-GB" altLang="da-DK" sz="900" b="0" noProof="1">
              <a:solidFill>
                <a:schemeClr val="tx1"/>
              </a:solidFill>
              <a:latin typeface="+mn-lt"/>
              <a:cs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GB" altLang="da-DK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1.</a:t>
            </a:r>
            <a:r>
              <a:rPr lang="en-GB" altLang="da-DK" sz="900" b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 Click the </a:t>
            </a:r>
            <a:r>
              <a:rPr lang="en-GB" altLang="da-DK" sz="900" b="1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Brand Central App</a:t>
            </a:r>
            <a:r>
              <a:rPr lang="en-GB" altLang="da-DK" sz="900" b="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 in your PC/Mac icon menu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GB" altLang="da-DK" sz="900" b="1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2. </a:t>
            </a:r>
            <a:r>
              <a:rPr lang="en-GB" altLang="da-DK" sz="900" b="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Chose brand, click </a:t>
            </a:r>
            <a:r>
              <a:rPr lang="en-GB" altLang="da-DK" sz="900" b="1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Images</a:t>
            </a:r>
            <a:r>
              <a:rPr lang="en-GB" altLang="da-DK" sz="900" b="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, </a:t>
            </a:r>
            <a:br>
              <a:rPr lang="en-GB" altLang="da-DK" sz="900" b="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</a:br>
            <a:r>
              <a:rPr lang="en-GB" altLang="da-DK" sz="900" b="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select an </a:t>
            </a:r>
            <a:r>
              <a:rPr lang="en-GB" altLang="da-DK" sz="900" b="1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Images </a:t>
            </a:r>
            <a:r>
              <a:rPr lang="en-GB" altLang="da-DK" sz="900" b="0" i="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and drag it into your slide</a:t>
            </a:r>
            <a:endParaRPr lang="en-GB" altLang="da-DK" sz="900" noProof="1">
              <a:solidFill>
                <a:schemeClr val="tx1"/>
              </a:solidFill>
              <a:latin typeface="+mn-lt"/>
              <a:cs typeface="Arial" panose="020B0604020202020204" pitchFamily="34" charset="0"/>
            </a:endParaRPr>
          </a:p>
          <a:p>
            <a:pPr eaLnBrk="1" hangingPunct="1">
              <a:spcBef>
                <a:spcPts val="1200"/>
              </a:spcBef>
              <a:spcAft>
                <a:spcPts val="600"/>
              </a:spcAft>
              <a:defRPr/>
            </a:pPr>
            <a:r>
              <a:rPr lang="en-GB" altLang="da-DK" sz="900" b="1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B. Browse for other pictures</a:t>
            </a:r>
          </a:p>
          <a:p>
            <a:pPr eaLnBrk="1" hangingPunct="1">
              <a:spcAft>
                <a:spcPts val="600"/>
              </a:spcAft>
              <a:defRPr/>
            </a:pPr>
            <a:r>
              <a:rPr lang="en-GB" altLang="da-DK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1. </a:t>
            </a:r>
            <a:r>
              <a:rPr lang="en-GB" altLang="da-DK" sz="900" b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Click</a:t>
            </a:r>
            <a:r>
              <a:rPr lang="en-GB" altLang="da-DK" sz="900" b="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 on </a:t>
            </a:r>
            <a:r>
              <a:rPr lang="en-GB" altLang="da-DK" sz="900" b="1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Image Tools </a:t>
            </a:r>
            <a:r>
              <a:rPr lang="en-GB" altLang="da-DK" sz="900" b="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under company tab </a:t>
            </a:r>
          </a:p>
          <a:p>
            <a:pPr eaLnBrk="1" hangingPunct="1">
              <a:spcAft>
                <a:spcPts val="600"/>
              </a:spcAft>
              <a:defRPr/>
            </a:pPr>
            <a:r>
              <a:rPr lang="en-GB" altLang="da-DK" sz="900" b="1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2. </a:t>
            </a:r>
            <a:r>
              <a:rPr lang="en-GB" altLang="da-DK" sz="900" b="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Click on </a:t>
            </a:r>
            <a:r>
              <a:rPr lang="en-GB" altLang="da-DK" sz="900" b="1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Insert</a:t>
            </a:r>
            <a:r>
              <a:rPr lang="en-GB" altLang="da-DK" sz="900" b="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 to browse for </a:t>
            </a:r>
            <a:br>
              <a:rPr lang="en-GB" altLang="da-DK" sz="900" b="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</a:br>
            <a:r>
              <a:rPr lang="en-GB" altLang="da-DK" sz="900" b="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a picture</a:t>
            </a:r>
            <a:endParaRPr lang="en-GB" altLang="da-DK" sz="900" noProof="1">
              <a:solidFill>
                <a:schemeClr val="tx1"/>
              </a:solidFill>
              <a:latin typeface="+mn-lt"/>
              <a:cs typeface="Arial" panose="020B0604020202020204" pitchFamily="34" charset="0"/>
            </a:endParaRPr>
          </a:p>
          <a:p>
            <a:pPr eaLnBrk="1" hangingPunct="1">
              <a:spcBef>
                <a:spcPts val="1200"/>
              </a:spcBef>
              <a:spcAft>
                <a:spcPts val="600"/>
              </a:spcAft>
              <a:defRPr/>
            </a:pPr>
            <a:r>
              <a:rPr lang="en-GB" sz="900" b="1">
                <a:solidFill>
                  <a:srgbClr val="000000"/>
                </a:solidFill>
                <a:latin typeface="+mn-lt"/>
                <a:ea typeface="Times New Roman" panose="02020603050405020304" pitchFamily="18" charset="0"/>
              </a:rPr>
              <a:t>C. </a:t>
            </a:r>
            <a:r>
              <a:rPr lang="en-GB" sz="900" b="1" noProof="0">
                <a:solidFill>
                  <a:srgbClr val="000000"/>
                </a:solidFill>
                <a:latin typeface="+mn-lt"/>
                <a:ea typeface="Times New Roman" panose="02020603050405020304" pitchFamily="18" charset="0"/>
              </a:rPr>
              <a:t>Insert copied picture</a:t>
            </a:r>
            <a:endParaRPr lang="en-GB" altLang="da-DK" sz="900" noProof="0">
              <a:solidFill>
                <a:schemeClr val="tx1"/>
              </a:solidFill>
              <a:latin typeface="+mn-lt"/>
              <a:cs typeface="Arial" panose="020B0604020202020204" pitchFamily="34" charset="0"/>
            </a:endParaRPr>
          </a:p>
          <a:p>
            <a:pPr eaLnBrk="1" hangingPunct="1">
              <a:spcAft>
                <a:spcPts val="600"/>
              </a:spcAft>
              <a:defRPr/>
            </a:pPr>
            <a:r>
              <a:rPr lang="en-GB" altLang="da-DK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1. </a:t>
            </a:r>
            <a:r>
              <a:rPr lang="en-GB" altLang="da-DK" sz="900" b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Click</a:t>
            </a:r>
            <a:r>
              <a:rPr lang="en-GB" altLang="da-DK" sz="900" b="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 on </a:t>
            </a:r>
            <a:r>
              <a:rPr lang="en-GB" altLang="da-DK" sz="900" b="1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Image Tools </a:t>
            </a:r>
            <a:r>
              <a:rPr lang="en-GB" altLang="da-DK" sz="900" b="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under company tab </a:t>
            </a:r>
          </a:p>
          <a:p>
            <a:pPr eaLnBrk="1" hangingPunct="1">
              <a:spcAft>
                <a:spcPts val="600"/>
              </a:spcAft>
              <a:defRPr/>
            </a:pPr>
            <a:r>
              <a:rPr lang="en-GB" altLang="da-DK" sz="900" b="1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2. </a:t>
            </a:r>
            <a:r>
              <a:rPr lang="en-GB" altLang="da-DK" sz="900" b="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Click on </a:t>
            </a:r>
            <a:r>
              <a:rPr lang="en-GB" altLang="da-DK" sz="900" b="1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paste</a:t>
            </a:r>
            <a:r>
              <a:rPr lang="en-GB" altLang="da-DK" sz="900" b="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 to browse for a picture</a:t>
            </a:r>
          </a:p>
          <a:p>
            <a:pPr eaLnBrk="1" hangingPunct="1">
              <a:spcBef>
                <a:spcPts val="1000"/>
              </a:spcBef>
              <a:spcAft>
                <a:spcPts val="600"/>
              </a:spcAft>
              <a:defRPr/>
            </a:pPr>
            <a:r>
              <a:rPr lang="en-GB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Guides</a:t>
            </a:r>
          </a:p>
          <a:p>
            <a:pPr eaLnBrk="1" hangingPunct="1">
              <a:spcAft>
                <a:spcPts val="600"/>
              </a:spcAft>
              <a:defRPr/>
            </a:pPr>
            <a:r>
              <a:rPr lang="en-GB" altLang="da-DK" sz="900" b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To view drawing guides</a:t>
            </a:r>
          </a:p>
          <a:p>
            <a:pPr eaLnBrk="1" hangingPunct="1">
              <a:spcAft>
                <a:spcPts val="600"/>
              </a:spcAft>
              <a:defRPr/>
            </a:pPr>
            <a:r>
              <a:rPr lang="en-GB" altLang="da-DK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1. </a:t>
            </a:r>
            <a:r>
              <a:rPr lang="en-GB" altLang="da-DK" sz="900" b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Click the </a:t>
            </a:r>
            <a:r>
              <a:rPr lang="en-GB" altLang="da-DK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View</a:t>
            </a:r>
            <a:r>
              <a:rPr lang="en-GB" altLang="da-DK" sz="900" b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 tab, set tick mark next to </a:t>
            </a:r>
            <a:r>
              <a:rPr lang="en-GB" altLang="da-DK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Guides</a:t>
            </a:r>
            <a:endParaRPr lang="en-GB" altLang="da-DK" sz="900" b="0" noProof="1">
              <a:solidFill>
                <a:schemeClr val="tx1"/>
              </a:solidFill>
              <a:latin typeface="+mn-lt"/>
              <a:cs typeface="Arial" panose="020B0604020202020204" pitchFamily="34" charset="0"/>
            </a:endParaRPr>
          </a:p>
          <a:p>
            <a:pPr eaLnBrk="1" hangingPunct="1">
              <a:spcAft>
                <a:spcPts val="600"/>
              </a:spcAft>
              <a:defRPr/>
            </a:pPr>
            <a:r>
              <a:rPr lang="en-GB" altLang="da-DK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Hint: Alt + F9 </a:t>
            </a:r>
            <a:r>
              <a:rPr lang="en-GB" altLang="da-DK" sz="900" b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for quick viewing of guides</a:t>
            </a:r>
          </a:p>
          <a:p>
            <a:pPr fontAlgn="auto">
              <a:spcBef>
                <a:spcPts val="1200"/>
              </a:spcBef>
              <a:spcAft>
                <a:spcPts val="600"/>
              </a:spcAft>
              <a:buFont typeface="+mj-lt"/>
              <a:buNone/>
              <a:defRPr/>
            </a:pPr>
            <a:r>
              <a:rPr lang="en-GB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Reset slide</a:t>
            </a: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+mj-lt"/>
              <a:buNone/>
              <a:tabLst/>
              <a:defRPr/>
            </a:pPr>
            <a:r>
              <a:rPr lang="en-GB" altLang="da-DK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1.</a:t>
            </a:r>
            <a:r>
              <a:rPr lang="en-GB" altLang="da-DK" sz="90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 Click the </a:t>
            </a:r>
            <a:r>
              <a:rPr lang="en-GB" altLang="da-DK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Home </a:t>
            </a:r>
            <a:r>
              <a:rPr lang="en-GB" altLang="da-DK" sz="900" b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tab</a:t>
            </a:r>
            <a:endParaRPr lang="en-GB" altLang="da-DK" sz="900" b="0" strike="sngStrike" noProof="1">
              <a:solidFill>
                <a:schemeClr val="tx1"/>
              </a:solidFill>
              <a:latin typeface="+mn-lt"/>
              <a:cs typeface="Arial" panose="020B0604020202020204" pitchFamily="34" charset="0"/>
            </a:endParaRP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+mj-lt"/>
              <a:buNone/>
              <a:tabLst/>
              <a:defRPr/>
            </a:pPr>
            <a:r>
              <a:rPr lang="en-GB" altLang="da-DK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2.</a:t>
            </a:r>
            <a:r>
              <a:rPr lang="en-GB" altLang="da-DK" sz="90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 Click the </a:t>
            </a:r>
            <a:r>
              <a:rPr lang="en-GB" altLang="da-DK" sz="900" b="1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Reset </a:t>
            </a:r>
            <a:r>
              <a:rPr lang="en-GB" altLang="da-DK" sz="90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menu to reset position,</a:t>
            </a:r>
            <a:br>
              <a:rPr lang="en-GB" altLang="da-DK" sz="90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</a:br>
            <a:r>
              <a:rPr lang="en-GB" altLang="da-DK" sz="90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size</a:t>
            </a:r>
            <a:r>
              <a:rPr lang="en-GB" altLang="da-DK" sz="90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 and formatting of the slide placeholders</a:t>
            </a:r>
            <a:br>
              <a:rPr lang="en-GB" altLang="da-DK" sz="90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</a:br>
            <a:r>
              <a:rPr lang="en-GB" altLang="da-DK" sz="90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to their default settings</a:t>
            </a:r>
            <a:endParaRPr lang="en-GB" sz="900" noProof="1">
              <a:solidFill>
                <a:schemeClr val="tx1"/>
              </a:solidFill>
              <a:latin typeface="+mn-lt"/>
              <a:cs typeface="Arial" panose="020B0604020202020204" pitchFamily="34" charset="0"/>
            </a:endParaRPr>
          </a:p>
          <a:p>
            <a:pPr eaLnBrk="1" hangingPunct="1">
              <a:spcAft>
                <a:spcPts val="600"/>
              </a:spcAft>
              <a:defRPr/>
            </a:pPr>
            <a:endParaRPr lang="en-GB" altLang="da-DK" sz="900" b="1" noProof="1">
              <a:solidFill>
                <a:schemeClr val="tx1"/>
              </a:solidFill>
              <a:latin typeface="+mn-lt"/>
              <a:cs typeface="Arial" panose="020B0604020202020204" pitchFamily="34" charset="0"/>
            </a:endParaRPr>
          </a:p>
        </p:txBody>
      </p:sp>
      <p:sp>
        <p:nvSpPr>
          <p:cNvPr id="9" name="Header"/>
          <p:cNvSpPr txBox="1"/>
          <p:nvPr userDrawn="1"/>
        </p:nvSpPr>
        <p:spPr>
          <a:xfrm>
            <a:off x="481014" y="464888"/>
            <a:ext cx="11072810" cy="629149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r>
              <a:rPr kumimoji="0" lang="en-GB" sz="3200" b="0" i="0" u="none" strike="noStrike" kern="1200" cap="none" spc="0" normalizeH="0" baseline="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+mj-lt"/>
                <a:ea typeface="+mj-ea"/>
                <a:cs typeface="Arial" panose="020B0604020202020204" pitchFamily="34" charset="0"/>
              </a:rPr>
              <a:t>User guide – delete before use</a:t>
            </a:r>
            <a:endParaRPr lang="en-GB" sz="1800" noProof="0">
              <a:solidFill>
                <a:schemeClr val="accent1"/>
              </a:solidFill>
              <a:latin typeface="+mj-lt"/>
            </a:endParaRPr>
          </a:p>
        </p:txBody>
      </p:sp>
      <p:sp>
        <p:nvSpPr>
          <p:cNvPr id="29" name="Text Box 2"/>
          <p:cNvSpPr txBox="1">
            <a:spLocks noChangeArrowheads="1"/>
          </p:cNvSpPr>
          <p:nvPr userDrawn="1"/>
        </p:nvSpPr>
        <p:spPr bwMode="auto">
          <a:xfrm>
            <a:off x="507139" y="1439372"/>
            <a:ext cx="2412000" cy="42780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144000" bIns="0" anchor="t" anchorCtr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Aft>
                <a:spcPts val="600"/>
              </a:spcAft>
              <a:defRPr/>
            </a:pPr>
            <a:r>
              <a:rPr lang="en-GB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Use text</a:t>
            </a:r>
            <a:r>
              <a:rPr lang="en-GB" sz="900" b="1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 styles</a:t>
            </a:r>
            <a:endParaRPr lang="en-GB" sz="900" b="1" noProof="1">
              <a:solidFill>
                <a:schemeClr val="tx1"/>
              </a:solidFill>
              <a:latin typeface="+mn-lt"/>
              <a:cs typeface="Arial" panose="020B0604020202020204" pitchFamily="34" charset="0"/>
            </a:endParaRPr>
          </a:p>
          <a:p>
            <a:pPr eaLnBrk="1" hangingPunct="1">
              <a:spcAft>
                <a:spcPts val="600"/>
              </a:spcAft>
              <a:defRPr/>
            </a:pPr>
            <a:r>
              <a:rPr lang="en-GB" altLang="da-DK" sz="900" b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Use the </a:t>
            </a:r>
            <a:r>
              <a:rPr lang="en-GB" altLang="da-DK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TAB</a:t>
            </a:r>
            <a:r>
              <a:rPr lang="en-GB" altLang="da-DK" sz="900" b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-key</a:t>
            </a:r>
            <a:r>
              <a:rPr lang="en-GB" altLang="da-DK" sz="900" b="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 to jump through levels. Click </a:t>
            </a:r>
            <a:r>
              <a:rPr lang="en-GB" altLang="da-DK" sz="900" b="1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ENTER</a:t>
            </a:r>
            <a:r>
              <a:rPr lang="en-GB" altLang="da-DK" sz="900" b="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, then </a:t>
            </a:r>
            <a:r>
              <a:rPr lang="en-GB" altLang="da-DK" sz="900" b="1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TAB</a:t>
            </a:r>
            <a:r>
              <a:rPr lang="en-GB" altLang="da-DK" sz="900" b="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 to switch from one level to the next level</a:t>
            </a:r>
          </a:p>
          <a:p>
            <a:pPr eaLnBrk="1" hangingPunct="1">
              <a:spcAft>
                <a:spcPts val="600"/>
              </a:spcAft>
              <a:defRPr/>
            </a:pPr>
            <a:r>
              <a:rPr lang="en-GB" altLang="da-DK" sz="900" b="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To go back in levels use </a:t>
            </a:r>
            <a:r>
              <a:rPr lang="en-GB" altLang="da-DK" sz="900" b="1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SHIFT-TAB</a:t>
            </a:r>
            <a:endParaRPr lang="en-GB" sz="900" b="1" noProof="1">
              <a:solidFill>
                <a:schemeClr val="tx1"/>
              </a:solidFill>
              <a:latin typeface="+mn-lt"/>
              <a:cs typeface="Arial" panose="020B0604020202020204" pitchFamily="34" charset="0"/>
            </a:endParaRPr>
          </a:p>
          <a:p>
            <a:pPr eaLnBrk="1" hangingPunct="1">
              <a:spcAft>
                <a:spcPts val="600"/>
              </a:spcAft>
              <a:defRPr/>
            </a:pPr>
            <a:r>
              <a:rPr lang="en-GB" sz="90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Alternatively, </a:t>
            </a:r>
            <a:r>
              <a:rPr lang="en-GB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Increase</a:t>
            </a:r>
            <a:r>
              <a:rPr lang="en-GB" sz="90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 and </a:t>
            </a:r>
            <a:r>
              <a:rPr lang="en-GB" sz="900" b="1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Decrease</a:t>
            </a:r>
            <a:br>
              <a:rPr lang="en-GB" sz="900" b="1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</a:br>
            <a:r>
              <a:rPr lang="en-GB" sz="90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list level can be used</a:t>
            </a:r>
          </a:p>
          <a:p>
            <a:pPr eaLnBrk="1" hangingPunct="1">
              <a:spcAft>
                <a:spcPts val="600"/>
              </a:spcAft>
              <a:defRPr/>
            </a:pPr>
            <a:endParaRPr lang="en-GB" sz="900" baseline="0" noProof="1">
              <a:solidFill>
                <a:schemeClr val="tx1"/>
              </a:solidFill>
              <a:latin typeface="+mn-lt"/>
              <a:cs typeface="Arial" panose="020B0604020202020204" pitchFamily="34" charset="0"/>
            </a:endParaRPr>
          </a:p>
          <a:p>
            <a:pPr eaLnBrk="1" hangingPunct="1">
              <a:spcAft>
                <a:spcPts val="600"/>
              </a:spcAft>
              <a:defRPr/>
            </a:pPr>
            <a:r>
              <a:rPr lang="en-GB" altLang="da-DK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Hint: </a:t>
            </a:r>
            <a:r>
              <a:rPr lang="en-GB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Use bullet button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GB" altLang="da-DK" sz="900" b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Delete bullet for regular text.</a:t>
            </a:r>
            <a:br>
              <a:rPr lang="en-GB" altLang="da-DK" sz="900" b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</a:br>
            <a:r>
              <a:rPr lang="en-GB" altLang="da-DK" sz="900" b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Click on the bullet button to reaply the correct bullet again.</a:t>
            </a:r>
          </a:p>
          <a:p>
            <a:pPr eaLnBrk="1" hangingPunct="1">
              <a:spcBef>
                <a:spcPts val="1200"/>
              </a:spcBef>
              <a:spcAft>
                <a:spcPts val="600"/>
              </a:spcAft>
              <a:defRPr/>
            </a:pPr>
            <a:r>
              <a:rPr lang="en-GB" sz="900" b="1" noProof="0">
                <a:solidFill>
                  <a:srgbClr val="000000"/>
                </a:solidFill>
                <a:latin typeface="+mn-lt"/>
                <a:ea typeface="Times New Roman" panose="02020603050405020304" pitchFamily="18" charset="0"/>
              </a:rPr>
              <a:t>Insert</a:t>
            </a:r>
            <a:r>
              <a:rPr lang="en-GB" sz="900" b="1">
                <a:solidFill>
                  <a:srgbClr val="000000"/>
                </a:solidFill>
                <a:latin typeface="+mn-lt"/>
                <a:ea typeface="Times New Roman" panose="02020603050405020304" pitchFamily="18" charset="0"/>
              </a:rPr>
              <a:t> a New Slide</a:t>
            </a:r>
            <a:endParaRPr lang="en-GB" sz="900" b="1" noProof="1">
              <a:solidFill>
                <a:schemeClr val="tx1"/>
              </a:solidFill>
              <a:latin typeface="+mn-lt"/>
              <a:cs typeface="Arial" panose="020B0604020202020204" pitchFamily="34" charset="0"/>
            </a:endParaRPr>
          </a:p>
          <a:p>
            <a:pPr eaLnBrk="1" hangingPunct="1">
              <a:spcAft>
                <a:spcPts val="600"/>
              </a:spcAft>
              <a:defRPr/>
            </a:pPr>
            <a:r>
              <a:rPr lang="en-GB" altLang="da-DK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1. </a:t>
            </a:r>
            <a:r>
              <a:rPr lang="en-GB" altLang="da-DK" sz="90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Click on the </a:t>
            </a:r>
            <a:r>
              <a:rPr lang="en-GB" altLang="da-DK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Home </a:t>
            </a:r>
            <a:r>
              <a:rPr lang="en-GB" altLang="da-DK" sz="900" b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tab</a:t>
            </a:r>
            <a:endParaRPr lang="en-GB" altLang="da-DK" sz="900" b="0" strike="sngStrike" noProof="1">
              <a:solidFill>
                <a:schemeClr val="tx1"/>
              </a:solidFill>
              <a:latin typeface="+mn-lt"/>
              <a:cs typeface="Arial" panose="020B0604020202020204" pitchFamily="34" charset="0"/>
            </a:endParaRPr>
          </a:p>
          <a:p>
            <a:pPr eaLnBrk="1" hangingPunct="1">
              <a:spcAft>
                <a:spcPts val="600"/>
              </a:spcAft>
              <a:defRPr/>
            </a:pPr>
            <a:r>
              <a:rPr lang="en-GB" altLang="da-DK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2. </a:t>
            </a:r>
            <a:r>
              <a:rPr lang="en-GB" altLang="da-DK" sz="90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Click on the </a:t>
            </a:r>
            <a:r>
              <a:rPr lang="en-GB" altLang="da-DK" sz="900" b="1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New Slide </a:t>
            </a:r>
            <a:r>
              <a:rPr lang="en-GB" altLang="da-DK" sz="90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to insert </a:t>
            </a:r>
            <a:br>
              <a:rPr lang="en-GB" altLang="da-DK" sz="90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</a:br>
            <a:r>
              <a:rPr lang="en-GB" altLang="da-DK" sz="90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new slide</a:t>
            </a:r>
          </a:p>
          <a:p>
            <a:pPr eaLnBrk="1" hangingPunct="1">
              <a:spcBef>
                <a:spcPts val="1200"/>
              </a:spcBef>
              <a:spcAft>
                <a:spcPts val="600"/>
              </a:spcAft>
              <a:defRPr/>
            </a:pPr>
            <a:r>
              <a:rPr lang="en-GB" sz="900" b="1">
                <a:solidFill>
                  <a:srgbClr val="000000"/>
                </a:solidFill>
                <a:latin typeface="+mn-lt"/>
                <a:ea typeface="Times New Roman" panose="02020603050405020304" pitchFamily="18" charset="0"/>
              </a:rPr>
              <a:t>Change Slide Layout</a:t>
            </a:r>
            <a:endParaRPr lang="en-GB" altLang="da-DK" sz="900" noProof="1">
              <a:solidFill>
                <a:schemeClr val="tx1"/>
              </a:solidFill>
              <a:latin typeface="+mn-lt"/>
              <a:cs typeface="Arial" panose="020B0604020202020204" pitchFamily="34" charset="0"/>
            </a:endParaRPr>
          </a:p>
          <a:p>
            <a:pPr marL="0" indent="0">
              <a:spcAft>
                <a:spcPts val="600"/>
              </a:spcAft>
              <a:buFont typeface="+mj-lt"/>
              <a:buNone/>
            </a:pPr>
            <a:r>
              <a:rPr lang="en-GB" sz="900" b="1">
                <a:solidFill>
                  <a:srgbClr val="000000"/>
                </a:solidFill>
                <a:latin typeface="+mn-lt"/>
                <a:ea typeface="Times New Roman" panose="02020603050405020304" pitchFamily="18" charset="0"/>
              </a:rPr>
              <a:t>1</a:t>
            </a:r>
            <a:r>
              <a:rPr lang="en-GB" sz="900" b="1" noProof="0">
                <a:solidFill>
                  <a:srgbClr val="000000"/>
                </a:solidFill>
                <a:latin typeface="+mn-lt"/>
                <a:ea typeface="Times New Roman" panose="02020603050405020304" pitchFamily="18" charset="0"/>
              </a:rPr>
              <a:t>. </a:t>
            </a:r>
            <a:r>
              <a:rPr lang="en-GB" sz="900" noProof="0">
                <a:solidFill>
                  <a:srgbClr val="000000"/>
                </a:solidFill>
                <a:latin typeface="+mn-lt"/>
                <a:ea typeface="Times New Roman" panose="02020603050405020304" pitchFamily="18" charset="0"/>
              </a:rPr>
              <a:t>Click on the arrow next to </a:t>
            </a:r>
            <a:r>
              <a:rPr lang="en-GB" sz="900" b="1" noProof="0">
                <a:solidFill>
                  <a:srgbClr val="000000"/>
                </a:solidFill>
                <a:latin typeface="+mn-lt"/>
                <a:ea typeface="Times New Roman" panose="02020603050405020304" pitchFamily="18" charset="0"/>
              </a:rPr>
              <a:t>Layout</a:t>
            </a:r>
            <a:br>
              <a:rPr lang="en-GB" sz="900" b="1" noProof="0">
                <a:solidFill>
                  <a:srgbClr val="000000"/>
                </a:solidFill>
                <a:latin typeface="+mn-lt"/>
                <a:ea typeface="Times New Roman" panose="02020603050405020304" pitchFamily="18" charset="0"/>
              </a:rPr>
            </a:br>
            <a:r>
              <a:rPr lang="en-GB" sz="900" noProof="0">
                <a:solidFill>
                  <a:srgbClr val="000000"/>
                </a:solidFill>
                <a:latin typeface="+mn-lt"/>
                <a:ea typeface="Times New Roman" panose="02020603050405020304" pitchFamily="18" charset="0"/>
              </a:rPr>
              <a:t>to view a dropdown menu of possible  layouts</a:t>
            </a:r>
            <a:endParaRPr lang="en-GB" sz="900" noProof="0">
              <a:latin typeface="+mn-lt"/>
              <a:ea typeface="Times New Roman" panose="02020603050405020304" pitchFamily="18" charset="0"/>
            </a:endParaRPr>
          </a:p>
          <a:p>
            <a:pPr marL="0" indent="0">
              <a:spcAft>
                <a:spcPts val="0"/>
              </a:spcAft>
              <a:buFont typeface="+mj-lt"/>
              <a:buNone/>
            </a:pPr>
            <a:r>
              <a:rPr lang="en-GB" sz="900" b="1" noProof="0">
                <a:solidFill>
                  <a:srgbClr val="000000"/>
                </a:solidFill>
                <a:latin typeface="+mn-lt"/>
                <a:ea typeface="Times New Roman" panose="02020603050405020304" pitchFamily="18" charset="0"/>
              </a:rPr>
              <a:t>2. </a:t>
            </a:r>
            <a:r>
              <a:rPr lang="en-GB" sz="900" noProof="0">
                <a:solidFill>
                  <a:srgbClr val="000000"/>
                </a:solidFill>
                <a:latin typeface="+mn-lt"/>
                <a:ea typeface="Times New Roman" panose="02020603050405020304" pitchFamily="18" charset="0"/>
              </a:rPr>
              <a:t>Click on the layout you prefer and it</a:t>
            </a:r>
            <a:br>
              <a:rPr lang="en-GB" sz="900" noProof="0">
                <a:solidFill>
                  <a:srgbClr val="000000"/>
                </a:solidFill>
                <a:latin typeface="+mn-lt"/>
                <a:ea typeface="Times New Roman" panose="02020603050405020304" pitchFamily="18" charset="0"/>
              </a:rPr>
            </a:br>
            <a:r>
              <a:rPr lang="en-GB" sz="900" noProof="0">
                <a:solidFill>
                  <a:srgbClr val="000000"/>
                </a:solidFill>
                <a:latin typeface="+mn-lt"/>
                <a:ea typeface="Times New Roman" panose="02020603050405020304" pitchFamily="18" charset="0"/>
              </a:rPr>
              <a:t>will be applied to the new slide</a:t>
            </a:r>
          </a:p>
        </p:txBody>
      </p:sp>
      <p:sp>
        <p:nvSpPr>
          <p:cNvPr id="25" name="Text Box 4"/>
          <p:cNvSpPr txBox="1">
            <a:spLocks noChangeArrowheads="1"/>
          </p:cNvSpPr>
          <p:nvPr userDrawn="1"/>
        </p:nvSpPr>
        <p:spPr bwMode="auto">
          <a:xfrm>
            <a:off x="8849935" y="1439372"/>
            <a:ext cx="2412000" cy="43755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144000" bIns="0" anchor="t" anchorCtr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Aft>
                <a:spcPts val="600"/>
              </a:spcAft>
              <a:defRPr/>
            </a:pPr>
            <a:r>
              <a:rPr lang="en-GB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Insert picture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GB" altLang="da-DK" sz="900" b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On slides with picture placeholder or any other placeholder, click on the placeholder.</a:t>
            </a:r>
            <a:br>
              <a:rPr lang="en-GB" altLang="da-DK" sz="900" b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</a:br>
            <a:r>
              <a:rPr lang="en-GB" altLang="da-DK" sz="900" b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Hint: hold down the Shift button and click on the placeholder</a:t>
            </a:r>
            <a:endParaRPr lang="en-GB" altLang="da-DK" sz="900" noProof="1">
              <a:solidFill>
                <a:schemeClr val="tx1"/>
              </a:solidFill>
              <a:latin typeface="+mn-lt"/>
              <a:cs typeface="Arial" panose="020B0604020202020204" pitchFamily="34" charset="0"/>
            </a:endParaRPr>
          </a:p>
          <a:p>
            <a:pPr eaLnBrk="1" hangingPunct="1">
              <a:spcBef>
                <a:spcPts val="1200"/>
              </a:spcBef>
              <a:spcAft>
                <a:spcPts val="600"/>
              </a:spcAft>
              <a:defRPr/>
            </a:pPr>
            <a:r>
              <a:rPr lang="en-GB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Change picture</a:t>
            </a:r>
          </a:p>
          <a:p>
            <a:pPr eaLnBrk="1" hangingPunct="1">
              <a:spcAft>
                <a:spcPts val="600"/>
              </a:spcAft>
              <a:defRPr/>
            </a:pPr>
            <a:r>
              <a:rPr lang="en-GB" altLang="da-DK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1. </a:t>
            </a:r>
            <a:r>
              <a:rPr lang="en-GB" altLang="da-DK" sz="900" b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Click </a:t>
            </a:r>
            <a:r>
              <a:rPr lang="en-GB" altLang="da-DK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Crop</a:t>
            </a:r>
            <a:r>
              <a:rPr lang="en-GB" altLang="da-DK" sz="900" b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 to change size or focus of the picture</a:t>
            </a:r>
          </a:p>
          <a:p>
            <a:pPr eaLnBrk="1" hangingPunct="1">
              <a:spcAft>
                <a:spcPts val="600"/>
              </a:spcAft>
              <a:defRPr/>
            </a:pPr>
            <a:r>
              <a:rPr lang="en-GB" altLang="da-DK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2. </a:t>
            </a:r>
            <a:r>
              <a:rPr lang="en-GB" altLang="da-DK" sz="900" b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If you want to scale the picture, hold </a:t>
            </a:r>
            <a:r>
              <a:rPr lang="en-GB" altLang="da-DK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SHIFT</a:t>
            </a:r>
            <a:r>
              <a:rPr lang="en-GB" altLang="da-DK" sz="900" b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-key down while dragging the corners of the picture</a:t>
            </a:r>
          </a:p>
          <a:p>
            <a:pPr eaLnBrk="1" hangingPunct="1">
              <a:spcAft>
                <a:spcPts val="600"/>
              </a:spcAft>
              <a:defRPr/>
            </a:pPr>
            <a:r>
              <a:rPr lang="en-GB" altLang="da-DK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Hint: </a:t>
            </a:r>
            <a:r>
              <a:rPr lang="en-GB" altLang="da-DK" sz="900" b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If you delete the picture and insert a new one, the picture may lie in front of the text or graphic.</a:t>
            </a:r>
            <a:br>
              <a:rPr lang="en-GB" altLang="da-DK" sz="900" b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</a:br>
            <a:r>
              <a:rPr lang="en-GB" altLang="da-DK" sz="900" b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If this happens, select the picture, right-click and choose </a:t>
            </a:r>
            <a:r>
              <a:rPr lang="en-GB" altLang="da-DK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Send to Back</a:t>
            </a:r>
            <a:endParaRPr lang="en-GB" sz="900" b="1" noProof="1">
              <a:solidFill>
                <a:schemeClr val="tx1"/>
              </a:solidFill>
              <a:latin typeface="+mn-lt"/>
              <a:cs typeface="Arial" panose="020B0604020202020204" pitchFamily="34" charset="0"/>
            </a:endParaRPr>
          </a:p>
          <a:p>
            <a:pPr eaLnBrk="1" hangingPunct="1">
              <a:spcBef>
                <a:spcPts val="1000"/>
              </a:spcBef>
              <a:spcAft>
                <a:spcPts val="600"/>
              </a:spcAft>
              <a:defRPr/>
            </a:pPr>
            <a:r>
              <a:rPr lang="en-GB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Change slide number, date and footer</a:t>
            </a:r>
          </a:p>
          <a:p>
            <a:pPr eaLnBrk="1" hangingPunct="1">
              <a:spcAft>
                <a:spcPts val="600"/>
              </a:spcAft>
              <a:defRPr/>
            </a:pPr>
            <a:r>
              <a:rPr lang="en-GB" altLang="da-DK" sz="900" b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Do this at the very end, so you get all the corrections on all slides</a:t>
            </a:r>
          </a:p>
          <a:p>
            <a:pPr eaLnBrk="1" hangingPunct="1">
              <a:spcAft>
                <a:spcPts val="600"/>
              </a:spcAft>
              <a:defRPr/>
            </a:pPr>
            <a:r>
              <a:rPr lang="en-GB" altLang="da-DK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1. </a:t>
            </a:r>
            <a:r>
              <a:rPr lang="en-GB" altLang="da-DK" sz="900" b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Click the </a:t>
            </a:r>
            <a:r>
              <a:rPr lang="en-GB" altLang="da-DK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Insert </a:t>
            </a:r>
            <a:r>
              <a:rPr lang="en-GB" altLang="da-DK" sz="900" b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tab</a:t>
            </a:r>
          </a:p>
          <a:p>
            <a:pPr eaLnBrk="1" hangingPunct="1">
              <a:spcAft>
                <a:spcPts val="600"/>
              </a:spcAft>
              <a:defRPr/>
            </a:pPr>
            <a:r>
              <a:rPr lang="en-GB" altLang="da-DK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2. </a:t>
            </a:r>
            <a:r>
              <a:rPr lang="en-GB" altLang="da-DK" sz="900" b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Click on </a:t>
            </a:r>
            <a:r>
              <a:rPr lang="en-GB" altLang="da-DK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Header and Footer </a:t>
            </a:r>
            <a:br>
              <a:rPr lang="en-GB" altLang="da-DK" sz="900" b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</a:br>
            <a:r>
              <a:rPr lang="en-GB" altLang="da-DK" sz="900" b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(write the desired text)</a:t>
            </a:r>
          </a:p>
          <a:p>
            <a:pPr eaLnBrk="1" hangingPunct="1">
              <a:spcAft>
                <a:spcPts val="600"/>
              </a:spcAft>
              <a:defRPr/>
            </a:pPr>
            <a:r>
              <a:rPr lang="en-GB" altLang="da-DK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3. </a:t>
            </a:r>
            <a:r>
              <a:rPr lang="en-GB" altLang="da-DK" sz="900" b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Click </a:t>
            </a:r>
            <a:r>
              <a:rPr lang="en-GB" altLang="da-DK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Apply to All </a:t>
            </a:r>
            <a:r>
              <a:rPr lang="en-GB" altLang="da-DK" sz="900" b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or </a:t>
            </a:r>
            <a:r>
              <a:rPr lang="en-GB" altLang="da-DK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Apply</a:t>
            </a:r>
            <a:r>
              <a:rPr lang="en-GB" altLang="da-DK" sz="900" b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 if </a:t>
            </a:r>
            <a:br>
              <a:rPr lang="en-GB" altLang="da-DK" sz="900" b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</a:br>
            <a:r>
              <a:rPr lang="en-GB" altLang="da-DK" sz="900" b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only used on one slide</a:t>
            </a:r>
          </a:p>
        </p:txBody>
      </p:sp>
      <p:pic>
        <p:nvPicPr>
          <p:cNvPr id="28" name="1 Increase decrease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757291" y="2308484"/>
            <a:ext cx="549328" cy="285228"/>
          </a:xfrm>
          <a:prstGeom prst="rect">
            <a:avLst/>
          </a:prstGeom>
        </p:spPr>
      </p:pic>
      <p:pic>
        <p:nvPicPr>
          <p:cNvPr id="13" name="2 New picture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757291" y="4038223"/>
            <a:ext cx="324764" cy="578237"/>
          </a:xfrm>
          <a:prstGeom prst="rect">
            <a:avLst/>
          </a:prstGeom>
        </p:spPr>
      </p:pic>
      <p:pic>
        <p:nvPicPr>
          <p:cNvPr id="16" name="3 Layout"/>
          <p:cNvPicPr>
            <a:picLocks noChangeAspect="1"/>
          </p:cNvPicPr>
          <p:nvPr userDrawn="1"/>
        </p:nvPicPr>
        <p:blipFill rotWithShape="1">
          <a:blip r:embed="rId4"/>
          <a:srcRect l="36944" r="2272" b="69429"/>
          <a:stretch/>
        </p:blipFill>
        <p:spPr>
          <a:xfrm>
            <a:off x="2757291" y="4861989"/>
            <a:ext cx="593368" cy="192211"/>
          </a:xfrm>
          <a:prstGeom prst="rect">
            <a:avLst/>
          </a:prstGeom>
        </p:spPr>
      </p:pic>
      <p:pic>
        <p:nvPicPr>
          <p:cNvPr id="19" name="4 Reset"/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7116372" y="5282559"/>
            <a:ext cx="492452" cy="200416"/>
          </a:xfrm>
          <a:prstGeom prst="rect">
            <a:avLst/>
          </a:prstGeom>
        </p:spPr>
      </p:pic>
      <p:grpSp>
        <p:nvGrpSpPr>
          <p:cNvPr id="24" name="Gruppe 23">
            <a:extLst>
              <a:ext uri="{FF2B5EF4-FFF2-40B4-BE49-F238E27FC236}">
                <a16:creationId xmlns:a16="http://schemas.microsoft.com/office/drawing/2014/main" id="{48EAA219-FFE7-4387-A385-4D3D0AF728CE}"/>
              </a:ext>
            </a:extLst>
          </p:cNvPr>
          <p:cNvGrpSpPr/>
          <p:nvPr userDrawn="1"/>
        </p:nvGrpSpPr>
        <p:grpSpPr>
          <a:xfrm>
            <a:off x="7028244" y="2583743"/>
            <a:ext cx="740398" cy="734626"/>
            <a:chOff x="6398620" y="3815586"/>
            <a:chExt cx="740398" cy="734626"/>
          </a:xfrm>
        </p:grpSpPr>
        <p:pic>
          <p:nvPicPr>
            <p:cNvPr id="30" name="6 Crop">
              <a:extLst>
                <a:ext uri="{FF2B5EF4-FFF2-40B4-BE49-F238E27FC236}">
                  <a16:creationId xmlns:a16="http://schemas.microsoft.com/office/drawing/2014/main" id="{EC854AD3-9DFC-4A83-BDF0-A7E2B01F9B0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6"/>
            <a:stretch>
              <a:fillRect/>
            </a:stretch>
          </p:blipFill>
          <p:spPr>
            <a:xfrm>
              <a:off x="6398620" y="3815586"/>
              <a:ext cx="337400" cy="321707"/>
            </a:xfrm>
            <a:prstGeom prst="rect">
              <a:avLst/>
            </a:prstGeom>
          </p:spPr>
        </p:pic>
        <p:pic>
          <p:nvPicPr>
            <p:cNvPr id="31" name="Billede 30">
              <a:extLst>
                <a:ext uri="{FF2B5EF4-FFF2-40B4-BE49-F238E27FC236}">
                  <a16:creationId xmlns:a16="http://schemas.microsoft.com/office/drawing/2014/main" id="{E2414F06-53F0-4323-A4A9-91728B89EE83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7"/>
            <a:srcRect l="1304" t="11451" r="30180" b="46035"/>
            <a:stretch/>
          </p:blipFill>
          <p:spPr>
            <a:xfrm>
              <a:off x="6442770" y="4118189"/>
              <a:ext cx="696248" cy="432023"/>
            </a:xfrm>
            <a:prstGeom prst="rect">
              <a:avLst/>
            </a:prstGeom>
            <a:ln w="3175">
              <a:solidFill>
                <a:schemeClr val="bg1">
                  <a:lumMod val="95000"/>
                </a:schemeClr>
              </a:solidFill>
            </a:ln>
          </p:spPr>
        </p:pic>
      </p:grpSp>
      <p:grpSp>
        <p:nvGrpSpPr>
          <p:cNvPr id="32" name="Gruppe 31">
            <a:extLst>
              <a:ext uri="{FF2B5EF4-FFF2-40B4-BE49-F238E27FC236}">
                <a16:creationId xmlns:a16="http://schemas.microsoft.com/office/drawing/2014/main" id="{78224CA6-7D55-40AF-AF08-7CC6E7C4B3C8}"/>
              </a:ext>
            </a:extLst>
          </p:cNvPr>
          <p:cNvGrpSpPr/>
          <p:nvPr userDrawn="1"/>
        </p:nvGrpSpPr>
        <p:grpSpPr>
          <a:xfrm>
            <a:off x="7072982" y="3558164"/>
            <a:ext cx="740397" cy="929593"/>
            <a:chOff x="6391652" y="4854581"/>
            <a:chExt cx="740397" cy="929593"/>
          </a:xfrm>
        </p:grpSpPr>
        <p:pic>
          <p:nvPicPr>
            <p:cNvPr id="33" name="6 Crop">
              <a:extLst>
                <a:ext uri="{FF2B5EF4-FFF2-40B4-BE49-F238E27FC236}">
                  <a16:creationId xmlns:a16="http://schemas.microsoft.com/office/drawing/2014/main" id="{B89DF8E6-B7F7-4857-A1D8-15B39D7AF804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6"/>
            <a:stretch>
              <a:fillRect/>
            </a:stretch>
          </p:blipFill>
          <p:spPr>
            <a:xfrm>
              <a:off x="6391652" y="4854581"/>
              <a:ext cx="337400" cy="321707"/>
            </a:xfrm>
            <a:prstGeom prst="rect">
              <a:avLst/>
            </a:prstGeom>
          </p:spPr>
        </p:pic>
        <p:pic>
          <p:nvPicPr>
            <p:cNvPr id="34" name="Billede 33">
              <a:extLst>
                <a:ext uri="{FF2B5EF4-FFF2-40B4-BE49-F238E27FC236}">
                  <a16:creationId xmlns:a16="http://schemas.microsoft.com/office/drawing/2014/main" id="{39AFA131-B5A7-4AB6-889F-69CF39F4C881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8"/>
            <a:srcRect l="1152" t="11676" r="31017" b="26411"/>
            <a:stretch/>
          </p:blipFill>
          <p:spPr>
            <a:xfrm>
              <a:off x="6442770" y="5155024"/>
              <a:ext cx="689279" cy="629150"/>
            </a:xfrm>
            <a:prstGeom prst="rect">
              <a:avLst/>
            </a:prstGeom>
            <a:ln w="3175">
              <a:solidFill>
                <a:schemeClr val="bg1">
                  <a:lumMod val="95000"/>
                </a:schemeClr>
              </a:solidFill>
            </a:ln>
          </p:spPr>
        </p:pic>
      </p:grpSp>
      <p:pic>
        <p:nvPicPr>
          <p:cNvPr id="39" name="6 Beskær">
            <a:extLst>
              <a:ext uri="{FF2B5EF4-FFF2-40B4-BE49-F238E27FC236}">
                <a16:creationId xmlns:a16="http://schemas.microsoft.com/office/drawing/2014/main" id="{F1E5DB47-CE9C-4A68-BA80-97FFD80C5CAE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11186326" y="2593712"/>
            <a:ext cx="337400" cy="321707"/>
          </a:xfrm>
          <a:prstGeom prst="rect">
            <a:avLst/>
          </a:prstGeom>
        </p:spPr>
      </p:pic>
      <p:pic>
        <p:nvPicPr>
          <p:cNvPr id="40" name="7 Skalér billede">
            <a:extLst>
              <a:ext uri="{FF2B5EF4-FFF2-40B4-BE49-F238E27FC236}">
                <a16:creationId xmlns:a16="http://schemas.microsoft.com/office/drawing/2014/main" id="{472C50C0-81D4-4FF8-9774-95FB88A3DB59}"/>
              </a:ext>
            </a:extLst>
          </p:cNvPr>
          <p:cNvPicPr>
            <a:picLocks noChangeAspect="1"/>
          </p:cNvPicPr>
          <p:nvPr userDrawn="1"/>
        </p:nvPicPr>
        <p:blipFill>
          <a:blip r:embed="rId9"/>
          <a:stretch>
            <a:fillRect/>
          </a:stretch>
        </p:blipFill>
        <p:spPr>
          <a:xfrm>
            <a:off x="11186326" y="3510628"/>
            <a:ext cx="359695" cy="335309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3C4EB944-268B-4588-9575-20967FF1FDE8}"/>
              </a:ext>
            </a:extLst>
          </p:cNvPr>
          <p:cNvPicPr>
            <a:picLocks noChangeAspect="1"/>
          </p:cNvPicPr>
          <p:nvPr userDrawn="1"/>
        </p:nvPicPr>
        <p:blipFill>
          <a:blip r:embed="rId10"/>
          <a:stretch>
            <a:fillRect/>
          </a:stretch>
        </p:blipFill>
        <p:spPr>
          <a:xfrm>
            <a:off x="2757291" y="3179601"/>
            <a:ext cx="257143" cy="285714"/>
          </a:xfrm>
          <a:prstGeom prst="rect">
            <a:avLst/>
          </a:prstGeom>
        </p:spPr>
      </p:pic>
      <p:sp>
        <p:nvSpPr>
          <p:cNvPr id="23" name="Date Placeholder 2">
            <a:extLst>
              <a:ext uri="{FF2B5EF4-FFF2-40B4-BE49-F238E27FC236}">
                <a16:creationId xmlns:a16="http://schemas.microsoft.com/office/drawing/2014/main" id="{C47240A8-F4C6-438F-B627-9F10AF7702F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0" y="6912000"/>
            <a:ext cx="0" cy="0"/>
          </a:xfrm>
          <a:prstGeom prst="rect">
            <a:avLst/>
          </a:prstGeom>
        </p:spPr>
        <p:txBody>
          <a:bodyPr/>
          <a:lstStyle>
            <a:lvl1pPr>
              <a:defRPr>
                <a:noFill/>
              </a:defRPr>
            </a:lvl1pPr>
          </a:lstStyle>
          <a:p>
            <a:endParaRPr lang="en-GB"/>
          </a:p>
        </p:txBody>
      </p:sp>
      <p:sp>
        <p:nvSpPr>
          <p:cNvPr id="26" name="Footer Placeholder 3">
            <a:extLst>
              <a:ext uri="{FF2B5EF4-FFF2-40B4-BE49-F238E27FC236}">
                <a16:creationId xmlns:a16="http://schemas.microsoft.com/office/drawing/2014/main" id="{CE7E8215-C535-47A6-A19E-191CCD6226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6912000"/>
            <a:ext cx="0" cy="0"/>
          </a:xfrm>
          <a:prstGeom prst="rect">
            <a:avLst/>
          </a:prstGeom>
        </p:spPr>
        <p:txBody>
          <a:bodyPr/>
          <a:lstStyle>
            <a:lvl1pPr>
              <a:defRPr>
                <a:noFill/>
              </a:defRPr>
            </a:lvl1pPr>
          </a:lstStyle>
          <a:p>
            <a:r>
              <a:rPr lang="en-GB"/>
              <a:t>Insert presentation title via Header &amp; Footer</a:t>
            </a:r>
          </a:p>
        </p:txBody>
      </p:sp>
      <p:sp>
        <p:nvSpPr>
          <p:cNvPr id="27" name="Slide Number Placeholder 4">
            <a:extLst>
              <a:ext uri="{FF2B5EF4-FFF2-40B4-BE49-F238E27FC236}">
                <a16:creationId xmlns:a16="http://schemas.microsoft.com/office/drawing/2014/main" id="{B1580671-F9A8-48F5-99CE-4A5C157528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 flipV="1">
            <a:off x="0" y="6912000"/>
            <a:ext cx="0" cy="0"/>
          </a:xfrm>
          <a:prstGeom prst="rect">
            <a:avLst/>
          </a:prstGeom>
        </p:spPr>
        <p:txBody>
          <a:bodyPr/>
          <a:lstStyle>
            <a:lvl1pPr>
              <a:defRPr>
                <a:noFill/>
              </a:defRPr>
            </a:lvl1pPr>
          </a:lstStyle>
          <a:p>
            <a:fld id="{24C8C45C-947F-4981-8B3F-4F32E973C901}" type="slidenum">
              <a:rPr lang="en-GB" smtClean="0"/>
              <a:pPr/>
              <a:t>‹#›</a:t>
            </a:fld>
            <a:endParaRPr lang="en-GB"/>
          </a:p>
        </p:txBody>
      </p:sp>
      <p:pic>
        <p:nvPicPr>
          <p:cNvPr id="3" name="Picture 2" descr="Icon&#10;&#10;Description automatically generated">
            <a:extLst>
              <a:ext uri="{FF2B5EF4-FFF2-40B4-BE49-F238E27FC236}">
                <a16:creationId xmlns:a16="http://schemas.microsoft.com/office/drawing/2014/main" id="{9314EC4D-2DD2-50D2-D68F-69DEFAC3361F}"/>
              </a:ext>
            </a:extLst>
          </p:cNvPr>
          <p:cNvPicPr>
            <a:picLocks noChangeAspect="1"/>
          </p:cNvPicPr>
          <p:nvPr userDrawn="1"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65683" y="1411940"/>
            <a:ext cx="502771" cy="502771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14561FFF-3644-6FEA-FBAC-D605ABD9BDAF}"/>
              </a:ext>
            </a:extLst>
          </p:cNvPr>
          <p:cNvSpPr txBox="1"/>
          <p:nvPr userDrawn="1"/>
        </p:nvSpPr>
        <p:spPr>
          <a:xfrm>
            <a:off x="6831106" y="1734671"/>
            <a:ext cx="1553135" cy="618340"/>
          </a:xfrm>
          <a:prstGeom prst="rect">
            <a:avLst/>
          </a:prstGeom>
          <a:noFill/>
        </p:spPr>
        <p:txBody>
          <a:bodyPr wrap="square" lIns="237600" tIns="237600" rIns="237600" bIns="237600" rtlCol="0">
            <a:spAutoFit/>
          </a:bodyPr>
          <a:lstStyle/>
          <a:p>
            <a:pPr algn="l"/>
            <a:r>
              <a:rPr lang="en-DK" sz="900" b="1"/>
              <a:t>Brand Central App</a:t>
            </a:r>
          </a:p>
        </p:txBody>
      </p:sp>
    </p:spTree>
    <p:extLst>
      <p:ext uri="{BB962C8B-B14F-4D97-AF65-F5344CB8AC3E}">
        <p14:creationId xmlns:p14="http://schemas.microsoft.com/office/powerpoint/2010/main" val="303578772"/>
      </p:ext>
    </p:extLst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&gt;Do not use layouts after this &gt;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F124504-36FD-4753-851D-5B7D02D4A2D1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 w="6350" cap="rnd">
            <a:noFill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600"/>
              </a:spcBef>
              <a:buClr>
                <a:srgbClr val="003755"/>
              </a:buClr>
            </a:pPr>
            <a:endParaRPr lang="en-GB" sz="1400" err="1">
              <a:solidFill>
                <a:schemeClr val="tx1"/>
              </a:solidFill>
            </a:endParaRPr>
          </a:p>
        </p:txBody>
      </p:sp>
      <p:sp>
        <p:nvSpPr>
          <p:cNvPr id="5" name="Do not use"/>
          <p:cNvSpPr txBox="1"/>
          <p:nvPr userDrawn="1"/>
        </p:nvSpPr>
        <p:spPr>
          <a:xfrm>
            <a:off x="430213" y="656823"/>
            <a:ext cx="11356977" cy="289310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indent="0" algn="ctr" fontAlgn="auto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3755"/>
              </a:buClr>
              <a:buSzTx/>
              <a:buFontTx/>
              <a:buNone/>
              <a:tabLst/>
            </a:pPr>
            <a:r>
              <a:rPr lang="en-GB" sz="4400" b="0" i="0" noProof="0">
                <a:solidFill>
                  <a:schemeClr val="bg1"/>
                </a:solidFill>
              </a:rPr>
              <a:t>If you see any </a:t>
            </a:r>
            <a:r>
              <a:rPr lang="en-GB" sz="4400" b="1" i="0" noProof="0">
                <a:solidFill>
                  <a:schemeClr val="bg1"/>
                </a:solidFill>
              </a:rPr>
              <a:t>layouts after this </a:t>
            </a:r>
            <a:r>
              <a:rPr lang="en-GB" sz="4400" b="0" i="0" noProof="0">
                <a:solidFill>
                  <a:schemeClr val="bg1"/>
                </a:solidFill>
              </a:rPr>
              <a:t>one</a:t>
            </a:r>
            <a:r>
              <a:rPr lang="en-GB" sz="4400" b="1" i="0" noProof="0">
                <a:solidFill>
                  <a:schemeClr val="bg1"/>
                </a:solidFill>
              </a:rPr>
              <a:t>,</a:t>
            </a:r>
            <a:br>
              <a:rPr lang="en-GB" sz="4400" b="0" i="0" noProof="0">
                <a:solidFill>
                  <a:schemeClr val="bg1"/>
                </a:solidFill>
              </a:rPr>
            </a:br>
            <a:r>
              <a:rPr lang="en-GB" sz="4400" b="0" i="0" noProof="0">
                <a:solidFill>
                  <a:schemeClr val="bg1"/>
                </a:solidFill>
              </a:rPr>
              <a:t>do not use them. These layouts </a:t>
            </a:r>
            <a:r>
              <a:rPr lang="en-GB" sz="4400" b="1" i="0" u="none" noProof="0">
                <a:solidFill>
                  <a:schemeClr val="bg1"/>
                </a:solidFill>
              </a:rPr>
              <a:t>are not </a:t>
            </a:r>
            <a:r>
              <a:rPr lang="en-GB" sz="4400" b="0" i="0" noProof="0">
                <a:solidFill>
                  <a:schemeClr val="bg1"/>
                </a:solidFill>
              </a:rPr>
              <a:t>part of our corporate template.</a:t>
            </a:r>
            <a:br>
              <a:rPr lang="en-GB" sz="2800" b="0" i="0" noProof="0">
                <a:solidFill>
                  <a:schemeClr val="bg1"/>
                </a:solidFill>
              </a:rPr>
            </a:br>
            <a:br>
              <a:rPr lang="en-GB" sz="2800" b="0" i="0" noProof="0">
                <a:solidFill>
                  <a:schemeClr val="bg1"/>
                </a:solidFill>
              </a:rPr>
            </a:br>
            <a:endParaRPr lang="en-GB" sz="2800" b="0" i="0" noProof="0">
              <a:solidFill>
                <a:schemeClr val="bg1"/>
              </a:solidFill>
            </a:endParaRP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2BEB5E5A-DA85-4D5B-80B9-F94482F55D76}"/>
              </a:ext>
            </a:extLst>
          </p:cNvPr>
          <p:cNvGrpSpPr/>
          <p:nvPr userDrawn="1"/>
        </p:nvGrpSpPr>
        <p:grpSpPr>
          <a:xfrm rot="8100000">
            <a:off x="10404874" y="3325226"/>
            <a:ext cx="1036788" cy="1036788"/>
            <a:chOff x="6096000" y="4963130"/>
            <a:chExt cx="1456719" cy="1456719"/>
          </a:xfrm>
          <a:solidFill>
            <a:schemeClr val="bg1"/>
          </a:solidFill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C823227E-A862-4A7F-BC20-0D107430AB2C}"/>
                </a:ext>
              </a:extLst>
            </p:cNvPr>
            <p:cNvSpPr/>
            <p:nvPr userDrawn="1"/>
          </p:nvSpPr>
          <p:spPr>
            <a:xfrm rot="5400000">
              <a:off x="5534135" y="5524995"/>
              <a:ext cx="1456719" cy="332990"/>
            </a:xfrm>
            <a:prstGeom prst="rect">
              <a:avLst/>
            </a:prstGeom>
            <a:grpFill/>
            <a:ln w="6350" cap="rnd">
              <a:noFill/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600"/>
                </a:spcBef>
                <a:buClr>
                  <a:srgbClr val="003755"/>
                </a:buClr>
              </a:pPr>
              <a:endParaRPr lang="en-GB" sz="1400" err="1">
                <a:solidFill>
                  <a:schemeClr val="tx1"/>
                </a:solidFill>
              </a:endParaRP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08501AE6-6504-4184-9443-E89AFACF769D}"/>
                </a:ext>
              </a:extLst>
            </p:cNvPr>
            <p:cNvSpPr/>
            <p:nvPr userDrawn="1"/>
          </p:nvSpPr>
          <p:spPr>
            <a:xfrm rot="10800000">
              <a:off x="6096000" y="4963130"/>
              <a:ext cx="1456719" cy="332990"/>
            </a:xfrm>
            <a:prstGeom prst="rect">
              <a:avLst/>
            </a:prstGeom>
            <a:grpFill/>
            <a:ln w="6350" cap="rnd">
              <a:noFill/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600"/>
                </a:spcBef>
                <a:buClr>
                  <a:srgbClr val="003755"/>
                </a:buClr>
              </a:pPr>
              <a:endParaRPr lang="en-GB" sz="1400" err="1">
                <a:solidFill>
                  <a:schemeClr val="tx1"/>
                </a:solidFill>
              </a:endParaRPr>
            </a:p>
          </p:txBody>
        </p:sp>
      </p:grpSp>
      <p:sp>
        <p:nvSpPr>
          <p:cNvPr id="12" name="Rectangle 11">
            <a:extLst>
              <a:ext uri="{FF2B5EF4-FFF2-40B4-BE49-F238E27FC236}">
                <a16:creationId xmlns:a16="http://schemas.microsoft.com/office/drawing/2014/main" id="{67CEE09B-6EE1-4BF2-85A3-DE69E91BC4C6}"/>
              </a:ext>
            </a:extLst>
          </p:cNvPr>
          <p:cNvSpPr/>
          <p:nvPr userDrawn="1"/>
        </p:nvSpPr>
        <p:spPr>
          <a:xfrm>
            <a:off x="430213" y="2588374"/>
            <a:ext cx="10152346" cy="221599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GB" sz="13800" b="1" i="0" noProof="0">
                <a:solidFill>
                  <a:schemeClr val="bg1"/>
                </a:solidFill>
              </a:rPr>
              <a:t>Do not use </a:t>
            </a:r>
            <a:endParaRPr lang="en-GB" sz="2400" b="1" i="0"/>
          </a:p>
        </p:txBody>
      </p:sp>
      <p:sp>
        <p:nvSpPr>
          <p:cNvPr id="16" name="Do not use">
            <a:extLst>
              <a:ext uri="{FF2B5EF4-FFF2-40B4-BE49-F238E27FC236}">
                <a16:creationId xmlns:a16="http://schemas.microsoft.com/office/drawing/2014/main" id="{A8FA78FA-4D94-4717-B7C6-6F86378D6B01}"/>
              </a:ext>
            </a:extLst>
          </p:cNvPr>
          <p:cNvSpPr txBox="1"/>
          <p:nvPr userDrawn="1"/>
        </p:nvSpPr>
        <p:spPr>
          <a:xfrm>
            <a:off x="430214" y="5186455"/>
            <a:ext cx="11356974" cy="96949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indent="0" algn="ctr" fontAlgn="auto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3755"/>
              </a:buClr>
              <a:buSzTx/>
              <a:buFontTx/>
              <a:buNone/>
              <a:tabLst/>
            </a:pPr>
            <a:r>
              <a:rPr lang="en-GB" sz="2000" b="0" noProof="0">
                <a:solidFill>
                  <a:schemeClr val="bg1"/>
                </a:solidFill>
              </a:rPr>
              <a:t>Due to PowerPoint’s standard Copy/Paste functionality extra undesirable layouts can appear.</a:t>
            </a:r>
          </a:p>
          <a:p>
            <a:pPr marL="0" marR="0" indent="0" algn="ctr" fontAlgn="auto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3755"/>
              </a:buClr>
              <a:buSzTx/>
              <a:buFontTx/>
              <a:buNone/>
              <a:tabLst/>
            </a:pPr>
            <a:r>
              <a:rPr lang="en-GB" sz="2000" b="0" noProof="0">
                <a:solidFill>
                  <a:schemeClr val="bg1"/>
                </a:solidFill>
              </a:rPr>
              <a:t>Also notice: Layouts after this might contain potential confidential information.</a:t>
            </a:r>
            <a:br>
              <a:rPr lang="en-GB" sz="1800" b="0" noProof="0">
                <a:solidFill>
                  <a:schemeClr val="bg1"/>
                </a:solidFill>
              </a:rPr>
            </a:br>
            <a:endParaRPr lang="en-GB" sz="1800" b="0" noProof="0">
              <a:solidFill>
                <a:schemeClr val="bg1"/>
              </a:solidFill>
            </a:endParaRPr>
          </a:p>
        </p:txBody>
      </p:sp>
      <p:sp>
        <p:nvSpPr>
          <p:cNvPr id="9" name="Date Placeholder 2">
            <a:extLst>
              <a:ext uri="{FF2B5EF4-FFF2-40B4-BE49-F238E27FC236}">
                <a16:creationId xmlns:a16="http://schemas.microsoft.com/office/drawing/2014/main" id="{B12B154D-76F1-409D-A798-AA5203EE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0" y="6912000"/>
            <a:ext cx="0" cy="0"/>
          </a:xfrm>
          <a:prstGeom prst="rect">
            <a:avLst/>
          </a:prstGeom>
        </p:spPr>
        <p:txBody>
          <a:bodyPr/>
          <a:lstStyle>
            <a:lvl1pPr>
              <a:defRPr>
                <a:noFill/>
              </a:defRPr>
            </a:lvl1pPr>
          </a:lstStyle>
          <a:p>
            <a:endParaRPr lang="en-GB"/>
          </a:p>
        </p:txBody>
      </p:sp>
      <p:sp>
        <p:nvSpPr>
          <p:cNvPr id="10" name="Footer Placeholder 3">
            <a:extLst>
              <a:ext uri="{FF2B5EF4-FFF2-40B4-BE49-F238E27FC236}">
                <a16:creationId xmlns:a16="http://schemas.microsoft.com/office/drawing/2014/main" id="{7D212C3A-1726-4BC5-8AF1-72D08F6358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6912000"/>
            <a:ext cx="0" cy="0"/>
          </a:xfrm>
          <a:prstGeom prst="rect">
            <a:avLst/>
          </a:prstGeom>
        </p:spPr>
        <p:txBody>
          <a:bodyPr/>
          <a:lstStyle>
            <a:lvl1pPr>
              <a:defRPr>
                <a:noFill/>
              </a:defRPr>
            </a:lvl1pPr>
          </a:lstStyle>
          <a:p>
            <a:r>
              <a:rPr lang="en-GB"/>
              <a:t>Insert presentation title via Header &amp; Footer</a:t>
            </a:r>
          </a:p>
        </p:txBody>
      </p:sp>
      <p:sp>
        <p:nvSpPr>
          <p:cNvPr id="11" name="Slide Number Placeholder 4">
            <a:extLst>
              <a:ext uri="{FF2B5EF4-FFF2-40B4-BE49-F238E27FC236}">
                <a16:creationId xmlns:a16="http://schemas.microsoft.com/office/drawing/2014/main" id="{989D5CFC-5012-4F36-B4E7-CE36F67CD2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 flipV="1">
            <a:off x="0" y="6912000"/>
            <a:ext cx="0" cy="0"/>
          </a:xfrm>
          <a:prstGeom prst="rect">
            <a:avLst/>
          </a:prstGeom>
        </p:spPr>
        <p:txBody>
          <a:bodyPr/>
          <a:lstStyle>
            <a:lvl1pPr>
              <a:defRPr>
                <a:noFill/>
              </a:defRPr>
            </a:lvl1pPr>
          </a:lstStyle>
          <a:p>
            <a:fld id="{24C8C45C-947F-4981-8B3F-4F32E973C901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35050431"/>
      </p:ext>
    </p:extLst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Picture A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4A9A4675-1EEC-0D60-EBBE-6630A2306B5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3200" cy="6861600"/>
          </a:xfrm>
          <a:custGeom>
            <a:avLst/>
            <a:gdLst>
              <a:gd name="connsiteX0" fmla="*/ 12192000 w 12193200"/>
              <a:gd name="connsiteY0" fmla="*/ 0 h 6861600"/>
              <a:gd name="connsiteX1" fmla="*/ 12193200 w 12193200"/>
              <a:gd name="connsiteY1" fmla="*/ 0 h 6861600"/>
              <a:gd name="connsiteX2" fmla="*/ 12193200 w 12193200"/>
              <a:gd name="connsiteY2" fmla="*/ 6861600 h 6861600"/>
              <a:gd name="connsiteX3" fmla="*/ 0 w 12193200"/>
              <a:gd name="connsiteY3" fmla="*/ 6861600 h 6861600"/>
              <a:gd name="connsiteX4" fmla="*/ 0 w 12193200"/>
              <a:gd name="connsiteY4" fmla="*/ 6858000 h 6861600"/>
              <a:gd name="connsiteX5" fmla="*/ 12192000 w 12193200"/>
              <a:gd name="connsiteY5" fmla="*/ 6858000 h 6861600"/>
              <a:gd name="connsiteX6" fmla="*/ 0 w 12193200"/>
              <a:gd name="connsiteY6" fmla="*/ 0 h 6861600"/>
              <a:gd name="connsiteX7" fmla="*/ 12191999 w 12193200"/>
              <a:gd name="connsiteY7" fmla="*/ 0 h 6861600"/>
              <a:gd name="connsiteX8" fmla="*/ 12191999 w 12193200"/>
              <a:gd name="connsiteY8" fmla="*/ 4414449 h 6861600"/>
              <a:gd name="connsiteX9" fmla="*/ 12191999 w 12193200"/>
              <a:gd name="connsiteY9" fmla="*/ 4527603 h 6861600"/>
              <a:gd name="connsiteX10" fmla="*/ 12191999 w 12193200"/>
              <a:gd name="connsiteY10" fmla="*/ 5635421 h 6861600"/>
              <a:gd name="connsiteX11" fmla="*/ 11344017 w 12193200"/>
              <a:gd name="connsiteY11" fmla="*/ 6483403 h 6861600"/>
              <a:gd name="connsiteX12" fmla="*/ 10222737 w 12193200"/>
              <a:gd name="connsiteY12" fmla="*/ 6483403 h 6861600"/>
              <a:gd name="connsiteX13" fmla="*/ 9813419 w 12193200"/>
              <a:gd name="connsiteY13" fmla="*/ 6483403 h 6861600"/>
              <a:gd name="connsiteX14" fmla="*/ 5765037 w 12193200"/>
              <a:gd name="connsiteY14" fmla="*/ 6483403 h 6861600"/>
              <a:gd name="connsiteX15" fmla="*/ 5765037 w 12193200"/>
              <a:gd name="connsiteY15" fmla="*/ 6483402 h 6861600"/>
              <a:gd name="connsiteX16" fmla="*/ 0 w 12193200"/>
              <a:gd name="connsiteY16" fmla="*/ 6483402 h 686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2193200" h="6861600">
                <a:moveTo>
                  <a:pt x="12192000" y="0"/>
                </a:moveTo>
                <a:lnTo>
                  <a:pt x="12193200" y="0"/>
                </a:lnTo>
                <a:lnTo>
                  <a:pt x="12193200" y="6861600"/>
                </a:lnTo>
                <a:lnTo>
                  <a:pt x="0" y="6861600"/>
                </a:lnTo>
                <a:lnTo>
                  <a:pt x="0" y="6858000"/>
                </a:lnTo>
                <a:lnTo>
                  <a:pt x="12192000" y="6858000"/>
                </a:lnTo>
                <a:close/>
                <a:moveTo>
                  <a:pt x="0" y="0"/>
                </a:moveTo>
                <a:lnTo>
                  <a:pt x="12191999" y="0"/>
                </a:lnTo>
                <a:lnTo>
                  <a:pt x="12191999" y="4414449"/>
                </a:lnTo>
                <a:lnTo>
                  <a:pt x="12191999" y="4527603"/>
                </a:lnTo>
                <a:lnTo>
                  <a:pt x="12191999" y="5635421"/>
                </a:lnTo>
                <a:cubicBezTo>
                  <a:pt x="12191999" y="6103749"/>
                  <a:pt x="11812345" y="6483403"/>
                  <a:pt x="11344017" y="6483403"/>
                </a:cubicBezTo>
                <a:lnTo>
                  <a:pt x="10222737" y="6483403"/>
                </a:lnTo>
                <a:lnTo>
                  <a:pt x="9813419" y="6483403"/>
                </a:lnTo>
                <a:lnTo>
                  <a:pt x="5765037" y="6483403"/>
                </a:lnTo>
                <a:lnTo>
                  <a:pt x="5765037" y="6483402"/>
                </a:lnTo>
                <a:lnTo>
                  <a:pt x="0" y="6483402"/>
                </a:lnTo>
                <a:close/>
              </a:path>
            </a:pathLst>
          </a:custGeom>
          <a:solidFill>
            <a:srgbClr val="CFCFCF"/>
          </a:solidFill>
        </p:spPr>
        <p:txBody>
          <a:bodyPr wrap="square" tIns="72000" anchor="t" anchorCtr="0">
            <a:noAutofit/>
          </a:bodyPr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1200">
                <a:solidFill>
                  <a:schemeClr val="bg1"/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Click here and insert picture</a:t>
            </a:r>
          </a:p>
        </p:txBody>
      </p:sp>
      <p:sp>
        <p:nvSpPr>
          <p:cNvPr id="18" name="Title 1">
            <a:extLst>
              <a:ext uri="{FF2B5EF4-FFF2-40B4-BE49-F238E27FC236}">
                <a16:creationId xmlns:a16="http://schemas.microsoft.com/office/drawing/2014/main" id="{534A3BBC-EB91-6315-9808-5035B767D3F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00063" y="1943100"/>
            <a:ext cx="10701337" cy="2550523"/>
          </a:xfrm>
        </p:spPr>
        <p:txBody>
          <a:bodyPr anchor="t"/>
          <a:lstStyle>
            <a:lvl1pPr algn="l">
              <a:lnSpc>
                <a:spcPts val="4800"/>
              </a:lnSpc>
              <a:defRPr sz="4400">
                <a:solidFill>
                  <a:schemeClr val="bg1"/>
                </a:solidFill>
              </a:defRPr>
            </a:lvl1pPr>
          </a:lstStyle>
          <a:p>
            <a:r>
              <a:rPr lang="en-GB"/>
              <a:t>Click to add title</a:t>
            </a:r>
          </a:p>
        </p:txBody>
      </p:sp>
      <p:sp>
        <p:nvSpPr>
          <p:cNvPr id="20" name="Text Placeholder logo">
            <a:extLst>
              <a:ext uri="{FF2B5EF4-FFF2-40B4-BE49-F238E27FC236}">
                <a16:creationId xmlns:a16="http://schemas.microsoft.com/office/drawing/2014/main" id="{7BF30186-EED9-7C78-235A-CF514DEF5455}"/>
              </a:ext>
            </a:extLst>
          </p:cNvPr>
          <p:cNvSpPr>
            <a:spLocks noGrp="1" noChangeAspect="1"/>
          </p:cNvSpPr>
          <p:nvPr>
            <p:ph type="body" sz="quarter" idx="18" hasCustomPrompt="1"/>
          </p:nvPr>
        </p:nvSpPr>
        <p:spPr>
          <a:xfrm>
            <a:off x="500061" y="5683203"/>
            <a:ext cx="1904985" cy="425604"/>
          </a:xfrm>
          <a:blipFill>
            <a:blip r:embed="rId2"/>
            <a:stretch>
              <a:fillRect/>
            </a:stretch>
          </a:blipFill>
        </p:spPr>
        <p:txBody>
          <a:bodyPr/>
          <a:lstStyle>
            <a:lvl1pPr marL="0" indent="0">
              <a:buNone/>
              <a:defRPr sz="100">
                <a:noFill/>
              </a:defRPr>
            </a:lvl1pPr>
          </a:lstStyle>
          <a:p>
            <a:pPr lvl="0"/>
            <a:r>
              <a:rPr lang="en-GB"/>
              <a:t>.</a:t>
            </a:r>
          </a:p>
        </p:txBody>
      </p:sp>
      <p:sp>
        <p:nvSpPr>
          <p:cNvPr id="75" name="Text Placeholder 73">
            <a:extLst>
              <a:ext uri="{FF2B5EF4-FFF2-40B4-BE49-F238E27FC236}">
                <a16:creationId xmlns:a16="http://schemas.microsoft.com/office/drawing/2014/main" id="{FDC12E48-E954-79B8-71E7-AB04BB7646BB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0067925" y="5803900"/>
            <a:ext cx="1620838" cy="193675"/>
          </a:xfr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>
            <a:lvl1pPr>
              <a:defRPr sz="100">
                <a:solidFill>
                  <a:schemeClr val="bg1"/>
                </a:solidFill>
              </a:defRPr>
            </a:lvl1pPr>
          </a:lstStyle>
          <a:p>
            <a:pPr lvl="0"/>
            <a:r>
              <a:rPr lang="en-001"/>
              <a:t>  </a:t>
            </a:r>
          </a:p>
        </p:txBody>
      </p:sp>
    </p:spTree>
    <p:extLst>
      <p:ext uri="{BB962C8B-B14F-4D97-AF65-F5344CB8AC3E}">
        <p14:creationId xmlns:p14="http://schemas.microsoft.com/office/powerpoint/2010/main" val="3203805473"/>
      </p:ext>
    </p:extLst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Whit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11">
            <a:extLst>
              <a:ext uri="{FF2B5EF4-FFF2-40B4-BE49-F238E27FC236}">
                <a16:creationId xmlns:a16="http://schemas.microsoft.com/office/drawing/2014/main" id="{AB12982D-D35D-CD4E-DFD3-3B65652528D8}"/>
              </a:ext>
            </a:extLst>
          </p:cNvPr>
          <p:cNvSpPr/>
          <p:nvPr userDrawn="1"/>
        </p:nvSpPr>
        <p:spPr>
          <a:xfrm>
            <a:off x="-1" y="-1"/>
            <a:ext cx="12192000" cy="6483404"/>
          </a:xfrm>
          <a:custGeom>
            <a:avLst/>
            <a:gdLst>
              <a:gd name="connsiteX0" fmla="*/ 0 w 12192000"/>
              <a:gd name="connsiteY0" fmla="*/ 0 h 6483404"/>
              <a:gd name="connsiteX1" fmla="*/ 8210551 w 12192000"/>
              <a:gd name="connsiteY1" fmla="*/ 0 h 6483404"/>
              <a:gd name="connsiteX2" fmla="*/ 8210551 w 12192000"/>
              <a:gd name="connsiteY2" fmla="*/ 1 h 6483404"/>
              <a:gd name="connsiteX3" fmla="*/ 12192000 w 12192000"/>
              <a:gd name="connsiteY3" fmla="*/ 1 h 6483404"/>
              <a:gd name="connsiteX4" fmla="*/ 12192000 w 12192000"/>
              <a:gd name="connsiteY4" fmla="*/ 4414450 h 6483404"/>
              <a:gd name="connsiteX5" fmla="*/ 12192000 w 12192000"/>
              <a:gd name="connsiteY5" fmla="*/ 4527604 h 6483404"/>
              <a:gd name="connsiteX6" fmla="*/ 12192000 w 12192000"/>
              <a:gd name="connsiteY6" fmla="*/ 5635422 h 6483404"/>
              <a:gd name="connsiteX7" fmla="*/ 11344018 w 12192000"/>
              <a:gd name="connsiteY7" fmla="*/ 6483404 h 6483404"/>
              <a:gd name="connsiteX8" fmla="*/ 10222738 w 12192000"/>
              <a:gd name="connsiteY8" fmla="*/ 6483404 h 6483404"/>
              <a:gd name="connsiteX9" fmla="*/ 9813420 w 12192000"/>
              <a:gd name="connsiteY9" fmla="*/ 6483404 h 6483404"/>
              <a:gd name="connsiteX10" fmla="*/ 5765038 w 12192000"/>
              <a:gd name="connsiteY10" fmla="*/ 6483404 h 6483404"/>
              <a:gd name="connsiteX11" fmla="*/ 5765038 w 12192000"/>
              <a:gd name="connsiteY11" fmla="*/ 6483403 h 6483404"/>
              <a:gd name="connsiteX12" fmla="*/ 0 w 12192000"/>
              <a:gd name="connsiteY12" fmla="*/ 6483403 h 64834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2192000" h="6483404">
                <a:moveTo>
                  <a:pt x="0" y="0"/>
                </a:moveTo>
                <a:lnTo>
                  <a:pt x="8210551" y="0"/>
                </a:lnTo>
                <a:lnTo>
                  <a:pt x="8210551" y="1"/>
                </a:lnTo>
                <a:lnTo>
                  <a:pt x="12192000" y="1"/>
                </a:lnTo>
                <a:lnTo>
                  <a:pt x="12192000" y="4414450"/>
                </a:lnTo>
                <a:lnTo>
                  <a:pt x="12192000" y="4527604"/>
                </a:lnTo>
                <a:lnTo>
                  <a:pt x="12192000" y="5635422"/>
                </a:lnTo>
                <a:cubicBezTo>
                  <a:pt x="12192000" y="6103750"/>
                  <a:pt x="11812346" y="6483404"/>
                  <a:pt x="11344018" y="6483404"/>
                </a:cubicBezTo>
                <a:lnTo>
                  <a:pt x="10222738" y="6483404"/>
                </a:lnTo>
                <a:lnTo>
                  <a:pt x="9813420" y="6483404"/>
                </a:lnTo>
                <a:lnTo>
                  <a:pt x="5765038" y="6483404"/>
                </a:lnTo>
                <a:lnTo>
                  <a:pt x="5765038" y="6483403"/>
                </a:lnTo>
                <a:lnTo>
                  <a:pt x="0" y="6483403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237600" tIns="237600" rIns="237600" bIns="237600" rtlCol="0" anchor="ctr">
            <a:noAutofit/>
          </a:bodyPr>
          <a:lstStyle/>
          <a:p>
            <a:pPr algn="ctr"/>
            <a:endParaRPr lang="en-001" sz="2000" noProof="0" err="1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43A1AF0-8F3A-B813-D2C7-811831038F4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1481" y="5683203"/>
            <a:ext cx="1905000" cy="425604"/>
          </a:xfrm>
          <a:prstGeom prst="rect">
            <a:avLst/>
          </a:prstGeom>
        </p:spPr>
      </p:pic>
      <p:sp>
        <p:nvSpPr>
          <p:cNvPr id="15" name="Title 1">
            <a:extLst>
              <a:ext uri="{FF2B5EF4-FFF2-40B4-BE49-F238E27FC236}">
                <a16:creationId xmlns:a16="http://schemas.microsoft.com/office/drawing/2014/main" id="{F779AE45-9325-9747-A087-FA65D14DF943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00063" y="1943100"/>
            <a:ext cx="10701337" cy="2550523"/>
          </a:xfrm>
        </p:spPr>
        <p:txBody>
          <a:bodyPr anchor="t"/>
          <a:lstStyle>
            <a:lvl1pPr algn="l">
              <a:lnSpc>
                <a:spcPts val="5800"/>
              </a:lnSpc>
              <a:defRPr sz="5400">
                <a:solidFill>
                  <a:schemeClr val="accent2"/>
                </a:solidFill>
              </a:defRPr>
            </a:lvl1pPr>
          </a:lstStyle>
          <a:p>
            <a:r>
              <a:rPr lang="en-GB"/>
              <a:t>Click to add title</a:t>
            </a:r>
          </a:p>
        </p:txBody>
      </p:sp>
      <p:pic>
        <p:nvPicPr>
          <p:cNvPr id="17" name="Graphic 16">
            <a:extLst>
              <a:ext uri="{FF2B5EF4-FFF2-40B4-BE49-F238E27FC236}">
                <a16:creationId xmlns:a16="http://schemas.microsoft.com/office/drawing/2014/main" id="{EA98EC77-38EE-0D5E-CC88-514A9AE6F6D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0067926" y="5801294"/>
            <a:ext cx="1620837" cy="1905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4968894"/>
      </p:ext>
    </p:extLst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itle Whit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FFEB7B0B-47C0-FFCA-32BF-DA39D7F60BBD}"/>
              </a:ext>
            </a:extLst>
          </p:cNvPr>
          <p:cNvSpPr/>
          <p:nvPr userDrawn="1"/>
        </p:nvSpPr>
        <p:spPr>
          <a:xfrm>
            <a:off x="0" y="5519956"/>
            <a:ext cx="12192000" cy="133804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37600" tIns="237600" rIns="237600" bIns="237600" rtlCol="0" anchor="ctr"/>
          <a:lstStyle/>
          <a:p>
            <a:pPr algn="ctr"/>
            <a:endParaRPr lang="en-DK" sz="2000" noProof="0" err="1"/>
          </a:p>
        </p:txBody>
      </p:sp>
      <p:sp>
        <p:nvSpPr>
          <p:cNvPr id="2" name="Round Single Corner of Rectangle 1">
            <a:extLst>
              <a:ext uri="{FF2B5EF4-FFF2-40B4-BE49-F238E27FC236}">
                <a16:creationId xmlns:a16="http://schemas.microsoft.com/office/drawing/2014/main" id="{EC0CBD2F-6102-A2CA-A701-CB9D298B4D57}"/>
              </a:ext>
            </a:extLst>
          </p:cNvPr>
          <p:cNvSpPr/>
          <p:nvPr userDrawn="1"/>
        </p:nvSpPr>
        <p:spPr>
          <a:xfrm rot="5400000">
            <a:off x="2854300" y="-2847885"/>
            <a:ext cx="6483403" cy="12192000"/>
          </a:xfrm>
          <a:prstGeom prst="round1Rect">
            <a:avLst>
              <a:gd name="adj" fmla="val 13382"/>
            </a:avLst>
          </a:prstGeom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37600" tIns="237600" rIns="237600" bIns="237600" rtlCol="0" anchor="ctr"/>
          <a:lstStyle/>
          <a:p>
            <a:pPr algn="ctr"/>
            <a:endParaRPr lang="en-DK" sz="2000" noProof="0" err="1"/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F779AE45-9325-9747-A087-FA65D14DF943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00063" y="1943100"/>
            <a:ext cx="10701337" cy="2550523"/>
          </a:xfrm>
        </p:spPr>
        <p:txBody>
          <a:bodyPr anchor="t"/>
          <a:lstStyle>
            <a:lvl1pPr algn="l">
              <a:lnSpc>
                <a:spcPts val="5800"/>
              </a:lnSpc>
              <a:defRPr sz="5400">
                <a:solidFill>
                  <a:schemeClr val="accent2"/>
                </a:solidFill>
              </a:defRPr>
            </a:lvl1pPr>
          </a:lstStyle>
          <a:p>
            <a:r>
              <a:rPr lang="en-GB"/>
              <a:t>Click to add title</a:t>
            </a:r>
          </a:p>
        </p:txBody>
      </p:sp>
      <p:pic>
        <p:nvPicPr>
          <p:cNvPr id="17" name="Graphic 16">
            <a:extLst>
              <a:ext uri="{FF2B5EF4-FFF2-40B4-BE49-F238E27FC236}">
                <a16:creationId xmlns:a16="http://schemas.microsoft.com/office/drawing/2014/main" id="{EA98EC77-38EE-0D5E-CC88-514A9AE6F6D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0067926" y="5801294"/>
            <a:ext cx="1620837" cy="190508"/>
          </a:xfrm>
          <a:prstGeom prst="rect">
            <a:avLst/>
          </a:prstGeom>
        </p:spPr>
      </p:pic>
      <p:pic>
        <p:nvPicPr>
          <p:cNvPr id="3" name="Picture 2" descr="A black and white logo&#10;&#10;Description automatically generated">
            <a:extLst>
              <a:ext uri="{FF2B5EF4-FFF2-40B4-BE49-F238E27FC236}">
                <a16:creationId xmlns:a16="http://schemas.microsoft.com/office/drawing/2014/main" id="{A37D7177-37A9-5C0B-1024-624E38A605E2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876" y="5399306"/>
            <a:ext cx="2432495" cy="968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6767919"/>
      </p:ext>
    </p:extLst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Picture B Blu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Freeform 20">
            <a:extLst>
              <a:ext uri="{FF2B5EF4-FFF2-40B4-BE49-F238E27FC236}">
                <a16:creationId xmlns:a16="http://schemas.microsoft.com/office/drawing/2014/main" id="{23333BE9-BDFC-E99A-B635-C5AD934F45C8}"/>
              </a:ext>
            </a:extLst>
          </p:cNvPr>
          <p:cNvSpPr/>
          <p:nvPr userDrawn="1"/>
        </p:nvSpPr>
        <p:spPr>
          <a:xfrm>
            <a:off x="2925382" y="0"/>
            <a:ext cx="6426962" cy="6858000"/>
          </a:xfrm>
          <a:custGeom>
            <a:avLst/>
            <a:gdLst>
              <a:gd name="connsiteX0" fmla="*/ 0 w 6426962"/>
              <a:gd name="connsiteY0" fmla="*/ 0 h 6858000"/>
              <a:gd name="connsiteX1" fmla="*/ 4457700 w 6426962"/>
              <a:gd name="connsiteY1" fmla="*/ 0 h 6858000"/>
              <a:gd name="connsiteX2" fmla="*/ 4457700 w 6426962"/>
              <a:gd name="connsiteY2" fmla="*/ 0 h 6858000"/>
              <a:gd name="connsiteX3" fmla="*/ 6426962 w 6426962"/>
              <a:gd name="connsiteY3" fmla="*/ 0 h 6858000"/>
              <a:gd name="connsiteX4" fmla="*/ 6426962 w 6426962"/>
              <a:gd name="connsiteY4" fmla="*/ 4789046 h 6858000"/>
              <a:gd name="connsiteX5" fmla="*/ 6426962 w 6426962"/>
              <a:gd name="connsiteY5" fmla="*/ 4902200 h 6858000"/>
              <a:gd name="connsiteX6" fmla="*/ 6426962 w 6426962"/>
              <a:gd name="connsiteY6" fmla="*/ 6010018 h 6858000"/>
              <a:gd name="connsiteX7" fmla="*/ 5578980 w 6426962"/>
              <a:gd name="connsiteY7" fmla="*/ 6858000 h 6858000"/>
              <a:gd name="connsiteX8" fmla="*/ 4457700 w 6426962"/>
              <a:gd name="connsiteY8" fmla="*/ 6858000 h 6858000"/>
              <a:gd name="connsiteX9" fmla="*/ 4048382 w 6426962"/>
              <a:gd name="connsiteY9" fmla="*/ 6858000 h 6858000"/>
              <a:gd name="connsiteX10" fmla="*/ 0 w 6426962"/>
              <a:gd name="connsiteY10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6426962" h="6858000">
                <a:moveTo>
                  <a:pt x="0" y="0"/>
                </a:moveTo>
                <a:lnTo>
                  <a:pt x="4457700" y="0"/>
                </a:lnTo>
                <a:lnTo>
                  <a:pt x="4457700" y="0"/>
                </a:lnTo>
                <a:lnTo>
                  <a:pt x="6426962" y="0"/>
                </a:lnTo>
                <a:lnTo>
                  <a:pt x="6426962" y="4789046"/>
                </a:lnTo>
                <a:lnTo>
                  <a:pt x="6426962" y="4902200"/>
                </a:lnTo>
                <a:lnTo>
                  <a:pt x="6426962" y="6010018"/>
                </a:lnTo>
                <a:cubicBezTo>
                  <a:pt x="6426962" y="6478346"/>
                  <a:pt x="6047308" y="6858000"/>
                  <a:pt x="5578980" y="6858000"/>
                </a:cubicBezTo>
                <a:lnTo>
                  <a:pt x="4457700" y="6858000"/>
                </a:lnTo>
                <a:lnTo>
                  <a:pt x="4048382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237600" tIns="237600" rIns="237600" bIns="237600" rtlCol="0" anchor="ctr">
            <a:noAutofit/>
          </a:bodyPr>
          <a:lstStyle/>
          <a:p>
            <a:pPr algn="ctr"/>
            <a:endParaRPr lang="en-001" sz="2000" noProof="0" err="1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209307A6-245C-BE40-57E1-B01586BAD43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0067926" y="6170605"/>
            <a:ext cx="1620837" cy="190508"/>
          </a:xfrm>
          <a:prstGeom prst="rect">
            <a:avLst/>
          </a:prstGeom>
        </p:spPr>
      </p:pic>
      <p:sp>
        <p:nvSpPr>
          <p:cNvPr id="22" name="Picture Placeholder 21">
            <a:extLst>
              <a:ext uri="{FF2B5EF4-FFF2-40B4-BE49-F238E27FC236}">
                <a16:creationId xmlns:a16="http://schemas.microsoft.com/office/drawing/2014/main" id="{0BCEB7AB-4472-1BC5-CA4B-5262B86514A2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-1200" y="-3600"/>
            <a:ext cx="12193200" cy="6861600"/>
          </a:xfrm>
          <a:custGeom>
            <a:avLst/>
            <a:gdLst>
              <a:gd name="connsiteX0" fmla="*/ 0 w 12193200"/>
              <a:gd name="connsiteY0" fmla="*/ 0 h 6861600"/>
              <a:gd name="connsiteX1" fmla="*/ 12193200 w 12193200"/>
              <a:gd name="connsiteY1" fmla="*/ 0 h 6861600"/>
              <a:gd name="connsiteX2" fmla="*/ 12193200 w 12193200"/>
              <a:gd name="connsiteY2" fmla="*/ 3600 h 6861600"/>
              <a:gd name="connsiteX3" fmla="*/ 9036044 w 12193200"/>
              <a:gd name="connsiteY3" fmla="*/ 3600 h 6861600"/>
              <a:gd name="connsiteX4" fmla="*/ 9036044 w 12193200"/>
              <a:gd name="connsiteY4" fmla="*/ 4792646 h 6861600"/>
              <a:gd name="connsiteX5" fmla="*/ 9036044 w 12193200"/>
              <a:gd name="connsiteY5" fmla="*/ 4905800 h 6861600"/>
              <a:gd name="connsiteX6" fmla="*/ 9036044 w 12193200"/>
              <a:gd name="connsiteY6" fmla="*/ 6013618 h 6861600"/>
              <a:gd name="connsiteX7" fmla="*/ 8188062 w 12193200"/>
              <a:gd name="connsiteY7" fmla="*/ 6861600 h 6861600"/>
              <a:gd name="connsiteX8" fmla="*/ 0 w 12193200"/>
              <a:gd name="connsiteY8" fmla="*/ 6861600 h 686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2193200" h="6861600">
                <a:moveTo>
                  <a:pt x="0" y="0"/>
                </a:moveTo>
                <a:lnTo>
                  <a:pt x="12193200" y="0"/>
                </a:lnTo>
                <a:lnTo>
                  <a:pt x="12193200" y="3600"/>
                </a:lnTo>
                <a:lnTo>
                  <a:pt x="9036044" y="3600"/>
                </a:lnTo>
                <a:lnTo>
                  <a:pt x="9036044" y="4792646"/>
                </a:lnTo>
                <a:lnTo>
                  <a:pt x="9036044" y="4905800"/>
                </a:lnTo>
                <a:lnTo>
                  <a:pt x="9036044" y="6013618"/>
                </a:lnTo>
                <a:cubicBezTo>
                  <a:pt x="9036044" y="6481946"/>
                  <a:pt x="8656390" y="6861600"/>
                  <a:pt x="8188062" y="6861600"/>
                </a:cubicBezTo>
                <a:lnTo>
                  <a:pt x="0" y="6861600"/>
                </a:lnTo>
                <a:close/>
              </a:path>
            </a:pathLst>
          </a:custGeom>
          <a:solidFill>
            <a:srgbClr val="CFCFCF"/>
          </a:solidFill>
        </p:spPr>
        <p:txBody>
          <a:bodyPr wrap="square" tIns="72000" anchor="t" anchorCtr="0">
            <a:noAutofit/>
          </a:bodyPr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1200">
                <a:solidFill>
                  <a:schemeClr val="bg1"/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Click here and insert picture</a:t>
            </a:r>
          </a:p>
        </p:txBody>
      </p:sp>
      <p:sp>
        <p:nvSpPr>
          <p:cNvPr id="25" name="Text Placeholder logo">
            <a:extLst>
              <a:ext uri="{FF2B5EF4-FFF2-40B4-BE49-F238E27FC236}">
                <a16:creationId xmlns:a16="http://schemas.microsoft.com/office/drawing/2014/main" id="{07909FCE-2FAF-C2A2-8A4A-96DC4E6734AE}"/>
              </a:ext>
            </a:extLst>
          </p:cNvPr>
          <p:cNvSpPr>
            <a:spLocks noGrp="1" noChangeAspect="1"/>
          </p:cNvSpPr>
          <p:nvPr>
            <p:ph type="body" sz="quarter" idx="18" hasCustomPrompt="1"/>
          </p:nvPr>
        </p:nvSpPr>
        <p:spPr>
          <a:xfrm>
            <a:off x="500061" y="6057799"/>
            <a:ext cx="1904985" cy="425604"/>
          </a:xfrm>
          <a:blipFill>
            <a:blip r:embed="rId3"/>
            <a:stretch>
              <a:fillRect/>
            </a:stretch>
          </a:blipFill>
        </p:spPr>
        <p:txBody>
          <a:bodyPr/>
          <a:lstStyle>
            <a:lvl1pPr marL="0" indent="0">
              <a:buNone/>
              <a:defRPr sz="100">
                <a:noFill/>
              </a:defRPr>
            </a:lvl1pPr>
          </a:lstStyle>
          <a:p>
            <a:pPr lvl="0"/>
            <a:r>
              <a:rPr lang="en-GB"/>
              <a:t>.</a:t>
            </a:r>
          </a:p>
        </p:txBody>
      </p:sp>
      <p:sp>
        <p:nvSpPr>
          <p:cNvPr id="26" name="Title 1">
            <a:extLst>
              <a:ext uri="{FF2B5EF4-FFF2-40B4-BE49-F238E27FC236}">
                <a16:creationId xmlns:a16="http://schemas.microsoft.com/office/drawing/2014/main" id="{59257972-5121-7C61-D1A1-B1409EF2A53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00063" y="4267733"/>
            <a:ext cx="7833709" cy="1634060"/>
          </a:xfrm>
        </p:spPr>
        <p:txBody>
          <a:bodyPr anchor="t"/>
          <a:lstStyle>
            <a:lvl1pPr algn="l">
              <a:lnSpc>
                <a:spcPts val="5800"/>
              </a:lnSpc>
              <a:defRPr sz="5400">
                <a:solidFill>
                  <a:schemeClr val="bg1"/>
                </a:solidFill>
              </a:defRPr>
            </a:lvl1pPr>
          </a:lstStyle>
          <a:p>
            <a:r>
              <a:rPr lang="en-GB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2433572485"/>
      </p:ext>
    </p:extLst>
  </p:cSld>
  <p:clrMapOvr>
    <a:masterClrMapping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reaker Picture B Blue">
    <p:bg>
      <p:bgPr>
        <a:solidFill>
          <a:srgbClr val="CFCFC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icture Placeholder 17">
            <a:extLst>
              <a:ext uri="{FF2B5EF4-FFF2-40B4-BE49-F238E27FC236}">
                <a16:creationId xmlns:a16="http://schemas.microsoft.com/office/drawing/2014/main" id="{5BA87C6B-10E2-291D-6E8A-EA33064FEAE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029200" y="0"/>
            <a:ext cx="7164000" cy="6861600"/>
          </a:xfrm>
          <a:custGeom>
            <a:avLst/>
            <a:gdLst>
              <a:gd name="connsiteX0" fmla="*/ 1397762 w 7164000"/>
              <a:gd name="connsiteY0" fmla="*/ 0 h 6861600"/>
              <a:gd name="connsiteX1" fmla="*/ 7164000 w 7164000"/>
              <a:gd name="connsiteY1" fmla="*/ 0 h 6861600"/>
              <a:gd name="connsiteX2" fmla="*/ 7164000 w 7164000"/>
              <a:gd name="connsiteY2" fmla="*/ 6861600 h 6861600"/>
              <a:gd name="connsiteX3" fmla="*/ 0 w 7164000"/>
              <a:gd name="connsiteY3" fmla="*/ 6861600 h 6861600"/>
              <a:gd name="connsiteX4" fmla="*/ 0 w 7164000"/>
              <a:gd name="connsiteY4" fmla="*/ 6858000 h 6861600"/>
              <a:gd name="connsiteX5" fmla="*/ 549780 w 7164000"/>
              <a:gd name="connsiteY5" fmla="*/ 6858000 h 6861600"/>
              <a:gd name="connsiteX6" fmla="*/ 1397762 w 7164000"/>
              <a:gd name="connsiteY6" fmla="*/ 6010018 h 6861600"/>
              <a:gd name="connsiteX7" fmla="*/ 1397762 w 7164000"/>
              <a:gd name="connsiteY7" fmla="*/ 4902200 h 6861600"/>
              <a:gd name="connsiteX8" fmla="*/ 1397762 w 7164000"/>
              <a:gd name="connsiteY8" fmla="*/ 4789046 h 686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164000" h="6861600">
                <a:moveTo>
                  <a:pt x="1397762" y="0"/>
                </a:moveTo>
                <a:lnTo>
                  <a:pt x="7164000" y="0"/>
                </a:lnTo>
                <a:lnTo>
                  <a:pt x="7164000" y="6861600"/>
                </a:lnTo>
                <a:lnTo>
                  <a:pt x="0" y="6861600"/>
                </a:lnTo>
                <a:lnTo>
                  <a:pt x="0" y="6858000"/>
                </a:lnTo>
                <a:lnTo>
                  <a:pt x="549780" y="6858000"/>
                </a:lnTo>
                <a:cubicBezTo>
                  <a:pt x="1018108" y="6858000"/>
                  <a:pt x="1397762" y="6478346"/>
                  <a:pt x="1397762" y="6010018"/>
                </a:cubicBezTo>
                <a:lnTo>
                  <a:pt x="1397762" y="4902200"/>
                </a:lnTo>
                <a:lnTo>
                  <a:pt x="1397762" y="4789046"/>
                </a:lnTo>
                <a:close/>
              </a:path>
            </a:pathLst>
          </a:custGeom>
        </p:spPr>
        <p:txBody>
          <a:bodyPr wrap="square" tIns="72000" anchor="t" anchorCtr="0">
            <a:noAutofit/>
          </a:bodyPr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1200">
                <a:solidFill>
                  <a:schemeClr val="bg1"/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Click here and insert picture</a:t>
            </a:r>
          </a:p>
        </p:txBody>
      </p:sp>
      <p:sp>
        <p:nvSpPr>
          <p:cNvPr id="21" name="Freeform 20">
            <a:extLst>
              <a:ext uri="{FF2B5EF4-FFF2-40B4-BE49-F238E27FC236}">
                <a16:creationId xmlns:a16="http://schemas.microsoft.com/office/drawing/2014/main" id="{23333BE9-BDFC-E99A-B635-C5AD934F45C8}"/>
              </a:ext>
            </a:extLst>
          </p:cNvPr>
          <p:cNvSpPr/>
          <p:nvPr userDrawn="1"/>
        </p:nvSpPr>
        <p:spPr>
          <a:xfrm>
            <a:off x="0" y="0"/>
            <a:ext cx="6426962" cy="6858000"/>
          </a:xfrm>
          <a:custGeom>
            <a:avLst/>
            <a:gdLst>
              <a:gd name="connsiteX0" fmla="*/ 0 w 6426962"/>
              <a:gd name="connsiteY0" fmla="*/ 0 h 6858000"/>
              <a:gd name="connsiteX1" fmla="*/ 4457700 w 6426962"/>
              <a:gd name="connsiteY1" fmla="*/ 0 h 6858000"/>
              <a:gd name="connsiteX2" fmla="*/ 4457700 w 6426962"/>
              <a:gd name="connsiteY2" fmla="*/ 0 h 6858000"/>
              <a:gd name="connsiteX3" fmla="*/ 6426962 w 6426962"/>
              <a:gd name="connsiteY3" fmla="*/ 0 h 6858000"/>
              <a:gd name="connsiteX4" fmla="*/ 6426962 w 6426962"/>
              <a:gd name="connsiteY4" fmla="*/ 4789046 h 6858000"/>
              <a:gd name="connsiteX5" fmla="*/ 6426962 w 6426962"/>
              <a:gd name="connsiteY5" fmla="*/ 4902200 h 6858000"/>
              <a:gd name="connsiteX6" fmla="*/ 6426962 w 6426962"/>
              <a:gd name="connsiteY6" fmla="*/ 6010018 h 6858000"/>
              <a:gd name="connsiteX7" fmla="*/ 5578980 w 6426962"/>
              <a:gd name="connsiteY7" fmla="*/ 6858000 h 6858000"/>
              <a:gd name="connsiteX8" fmla="*/ 4457700 w 6426962"/>
              <a:gd name="connsiteY8" fmla="*/ 6858000 h 6858000"/>
              <a:gd name="connsiteX9" fmla="*/ 4048382 w 6426962"/>
              <a:gd name="connsiteY9" fmla="*/ 6858000 h 6858000"/>
              <a:gd name="connsiteX10" fmla="*/ 0 w 6426962"/>
              <a:gd name="connsiteY10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6426962" h="6858000">
                <a:moveTo>
                  <a:pt x="0" y="0"/>
                </a:moveTo>
                <a:lnTo>
                  <a:pt x="4457700" y="0"/>
                </a:lnTo>
                <a:lnTo>
                  <a:pt x="4457700" y="0"/>
                </a:lnTo>
                <a:lnTo>
                  <a:pt x="6426962" y="0"/>
                </a:lnTo>
                <a:lnTo>
                  <a:pt x="6426962" y="4789046"/>
                </a:lnTo>
                <a:lnTo>
                  <a:pt x="6426962" y="4902200"/>
                </a:lnTo>
                <a:lnTo>
                  <a:pt x="6426962" y="6010018"/>
                </a:lnTo>
                <a:cubicBezTo>
                  <a:pt x="6426962" y="6478346"/>
                  <a:pt x="6047308" y="6858000"/>
                  <a:pt x="5578980" y="6858000"/>
                </a:cubicBezTo>
                <a:lnTo>
                  <a:pt x="4457700" y="6858000"/>
                </a:lnTo>
                <a:lnTo>
                  <a:pt x="4048382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237600" tIns="237600" rIns="237600" bIns="237600" rtlCol="0" anchor="ctr">
            <a:noAutofit/>
          </a:bodyPr>
          <a:lstStyle/>
          <a:p>
            <a:pPr algn="ctr"/>
            <a:endParaRPr lang="en-001" sz="2000" noProof="0" err="1"/>
          </a:p>
        </p:txBody>
      </p:sp>
      <p:sp>
        <p:nvSpPr>
          <p:cNvPr id="4" name="Freeform 3">
            <a:extLst>
              <a:ext uri="{FF2B5EF4-FFF2-40B4-BE49-F238E27FC236}">
                <a16:creationId xmlns:a16="http://schemas.microsoft.com/office/drawing/2014/main" id="{7DCD57E8-2CA4-5403-8D3A-B46A117F1865}"/>
              </a:ext>
            </a:extLst>
          </p:cNvPr>
          <p:cNvSpPr/>
          <p:nvPr userDrawn="1"/>
        </p:nvSpPr>
        <p:spPr>
          <a:xfrm>
            <a:off x="-13462" y="0"/>
            <a:ext cx="6109462" cy="6858000"/>
          </a:xfrm>
          <a:custGeom>
            <a:avLst/>
            <a:gdLst>
              <a:gd name="connsiteX0" fmla="*/ 0 w 6109462"/>
              <a:gd name="connsiteY0" fmla="*/ 0 h 6858000"/>
              <a:gd name="connsiteX1" fmla="*/ 4140200 w 6109462"/>
              <a:gd name="connsiteY1" fmla="*/ 0 h 6858000"/>
              <a:gd name="connsiteX2" fmla="*/ 4457700 w 6109462"/>
              <a:gd name="connsiteY2" fmla="*/ 0 h 6858000"/>
              <a:gd name="connsiteX3" fmla="*/ 6109462 w 6109462"/>
              <a:gd name="connsiteY3" fmla="*/ 0 h 6858000"/>
              <a:gd name="connsiteX4" fmla="*/ 6109462 w 6109462"/>
              <a:gd name="connsiteY4" fmla="*/ 4789046 h 6858000"/>
              <a:gd name="connsiteX5" fmla="*/ 6109462 w 6109462"/>
              <a:gd name="connsiteY5" fmla="*/ 4902200 h 6858000"/>
              <a:gd name="connsiteX6" fmla="*/ 6109462 w 6109462"/>
              <a:gd name="connsiteY6" fmla="*/ 6010018 h 6858000"/>
              <a:gd name="connsiteX7" fmla="*/ 5261480 w 6109462"/>
              <a:gd name="connsiteY7" fmla="*/ 6858000 h 6858000"/>
              <a:gd name="connsiteX8" fmla="*/ 4457700 w 6109462"/>
              <a:gd name="connsiteY8" fmla="*/ 6858000 h 6858000"/>
              <a:gd name="connsiteX9" fmla="*/ 4140200 w 6109462"/>
              <a:gd name="connsiteY9" fmla="*/ 6858000 h 6858000"/>
              <a:gd name="connsiteX10" fmla="*/ 4048382 w 6109462"/>
              <a:gd name="connsiteY10" fmla="*/ 6858000 h 6858000"/>
              <a:gd name="connsiteX11" fmla="*/ 3730882 w 6109462"/>
              <a:gd name="connsiteY11" fmla="*/ 6858000 h 6858000"/>
              <a:gd name="connsiteX12" fmla="*/ 0 w 6109462"/>
              <a:gd name="connsiteY12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6109462" h="6858000">
                <a:moveTo>
                  <a:pt x="0" y="0"/>
                </a:moveTo>
                <a:lnTo>
                  <a:pt x="4140200" y="0"/>
                </a:lnTo>
                <a:lnTo>
                  <a:pt x="4457700" y="0"/>
                </a:lnTo>
                <a:lnTo>
                  <a:pt x="6109462" y="0"/>
                </a:lnTo>
                <a:lnTo>
                  <a:pt x="6109462" y="4789046"/>
                </a:lnTo>
                <a:lnTo>
                  <a:pt x="6109462" y="4902200"/>
                </a:lnTo>
                <a:lnTo>
                  <a:pt x="6109462" y="6010018"/>
                </a:lnTo>
                <a:cubicBezTo>
                  <a:pt x="6109462" y="6478346"/>
                  <a:pt x="5729808" y="6858000"/>
                  <a:pt x="5261480" y="6858000"/>
                </a:cubicBezTo>
                <a:lnTo>
                  <a:pt x="4457700" y="6858000"/>
                </a:lnTo>
                <a:lnTo>
                  <a:pt x="4140200" y="6858000"/>
                </a:lnTo>
                <a:lnTo>
                  <a:pt x="4048382" y="6858000"/>
                </a:lnTo>
                <a:lnTo>
                  <a:pt x="3730882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237600" tIns="237600" rIns="237600" bIns="237600" rtlCol="0" anchor="ctr">
            <a:noAutofit/>
          </a:bodyPr>
          <a:lstStyle/>
          <a:p>
            <a:pPr algn="ctr"/>
            <a:endParaRPr lang="en-001" sz="2000" noProof="0" err="1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92121" y="314324"/>
            <a:ext cx="5595937" cy="1816100"/>
          </a:xfrm>
        </p:spPr>
        <p:txBody>
          <a:bodyPr anchor="t"/>
          <a:lstStyle>
            <a:lvl1pPr algn="l">
              <a:defRPr sz="6600">
                <a:solidFill>
                  <a:schemeClr val="bg1"/>
                </a:solidFill>
              </a:defRPr>
            </a:lvl1pPr>
          </a:lstStyle>
          <a:p>
            <a:r>
              <a:rPr lang="en-GB"/>
              <a:t>Click to add title</a:t>
            </a:r>
          </a:p>
        </p:txBody>
      </p:sp>
      <p:pic>
        <p:nvPicPr>
          <p:cNvPr id="23" name="Picture 29">
            <a:extLst>
              <a:ext uri="{FF2B5EF4-FFF2-40B4-BE49-F238E27FC236}">
                <a16:creationId xmlns:a16="http://schemas.microsoft.com/office/drawing/2014/main" id="{A4E3A620-A65A-69DB-EF43-8452BD6436AC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487360" y="6120526"/>
            <a:ext cx="1307211" cy="3223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8584410"/>
      </p:ext>
    </p:extLst>
  </p:cSld>
  <p:clrMapOvr>
    <a:masterClrMapping/>
  </p:clrMapOvr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reaker Picture B White">
    <p:bg>
      <p:bgPr>
        <a:solidFill>
          <a:srgbClr val="CFCFC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1AE1C856-837F-0EDE-D6DA-6B349408589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029200" y="0"/>
            <a:ext cx="7164000" cy="6861600"/>
          </a:xfrm>
          <a:custGeom>
            <a:avLst/>
            <a:gdLst>
              <a:gd name="connsiteX0" fmla="*/ 1397762 w 7164000"/>
              <a:gd name="connsiteY0" fmla="*/ 0 h 6861600"/>
              <a:gd name="connsiteX1" fmla="*/ 7164000 w 7164000"/>
              <a:gd name="connsiteY1" fmla="*/ 0 h 6861600"/>
              <a:gd name="connsiteX2" fmla="*/ 7164000 w 7164000"/>
              <a:gd name="connsiteY2" fmla="*/ 6861600 h 6861600"/>
              <a:gd name="connsiteX3" fmla="*/ 0 w 7164000"/>
              <a:gd name="connsiteY3" fmla="*/ 6861600 h 6861600"/>
              <a:gd name="connsiteX4" fmla="*/ 0 w 7164000"/>
              <a:gd name="connsiteY4" fmla="*/ 6858000 h 6861600"/>
              <a:gd name="connsiteX5" fmla="*/ 549780 w 7164000"/>
              <a:gd name="connsiteY5" fmla="*/ 6858000 h 6861600"/>
              <a:gd name="connsiteX6" fmla="*/ 1397762 w 7164000"/>
              <a:gd name="connsiteY6" fmla="*/ 6010018 h 6861600"/>
              <a:gd name="connsiteX7" fmla="*/ 1397762 w 7164000"/>
              <a:gd name="connsiteY7" fmla="*/ 4902200 h 6861600"/>
              <a:gd name="connsiteX8" fmla="*/ 1397762 w 7164000"/>
              <a:gd name="connsiteY8" fmla="*/ 4789046 h 686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164000" h="6861600">
                <a:moveTo>
                  <a:pt x="1397762" y="0"/>
                </a:moveTo>
                <a:lnTo>
                  <a:pt x="7164000" y="0"/>
                </a:lnTo>
                <a:lnTo>
                  <a:pt x="7164000" y="6861600"/>
                </a:lnTo>
                <a:lnTo>
                  <a:pt x="0" y="6861600"/>
                </a:lnTo>
                <a:lnTo>
                  <a:pt x="0" y="6858000"/>
                </a:lnTo>
                <a:lnTo>
                  <a:pt x="549780" y="6858000"/>
                </a:lnTo>
                <a:cubicBezTo>
                  <a:pt x="1018108" y="6858000"/>
                  <a:pt x="1397762" y="6478346"/>
                  <a:pt x="1397762" y="6010018"/>
                </a:cubicBezTo>
                <a:lnTo>
                  <a:pt x="1397762" y="4902200"/>
                </a:lnTo>
                <a:lnTo>
                  <a:pt x="1397762" y="4789046"/>
                </a:lnTo>
                <a:close/>
              </a:path>
            </a:pathLst>
          </a:custGeom>
        </p:spPr>
        <p:txBody>
          <a:bodyPr wrap="square" tIns="72000" anchor="t" anchorCtr="0">
            <a:noAutofit/>
          </a:bodyPr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1200">
                <a:solidFill>
                  <a:schemeClr val="bg1"/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Click here and insert picture</a:t>
            </a:r>
          </a:p>
        </p:txBody>
      </p:sp>
      <p:sp>
        <p:nvSpPr>
          <p:cNvPr id="15" name="Freeform 14">
            <a:extLst>
              <a:ext uri="{FF2B5EF4-FFF2-40B4-BE49-F238E27FC236}">
                <a16:creationId xmlns:a16="http://schemas.microsoft.com/office/drawing/2014/main" id="{B01B6709-23FD-8F43-D57A-8BF4D55E231A}"/>
              </a:ext>
            </a:extLst>
          </p:cNvPr>
          <p:cNvSpPr/>
          <p:nvPr userDrawn="1"/>
        </p:nvSpPr>
        <p:spPr>
          <a:xfrm>
            <a:off x="0" y="0"/>
            <a:ext cx="6426962" cy="6858000"/>
          </a:xfrm>
          <a:custGeom>
            <a:avLst/>
            <a:gdLst>
              <a:gd name="connsiteX0" fmla="*/ 0 w 6426962"/>
              <a:gd name="connsiteY0" fmla="*/ 0 h 6858000"/>
              <a:gd name="connsiteX1" fmla="*/ 4457700 w 6426962"/>
              <a:gd name="connsiteY1" fmla="*/ 0 h 6858000"/>
              <a:gd name="connsiteX2" fmla="*/ 4457700 w 6426962"/>
              <a:gd name="connsiteY2" fmla="*/ 0 h 6858000"/>
              <a:gd name="connsiteX3" fmla="*/ 6426962 w 6426962"/>
              <a:gd name="connsiteY3" fmla="*/ 0 h 6858000"/>
              <a:gd name="connsiteX4" fmla="*/ 6426962 w 6426962"/>
              <a:gd name="connsiteY4" fmla="*/ 4789046 h 6858000"/>
              <a:gd name="connsiteX5" fmla="*/ 6426962 w 6426962"/>
              <a:gd name="connsiteY5" fmla="*/ 4902200 h 6858000"/>
              <a:gd name="connsiteX6" fmla="*/ 6426962 w 6426962"/>
              <a:gd name="connsiteY6" fmla="*/ 6010018 h 6858000"/>
              <a:gd name="connsiteX7" fmla="*/ 5578980 w 6426962"/>
              <a:gd name="connsiteY7" fmla="*/ 6858000 h 6858000"/>
              <a:gd name="connsiteX8" fmla="*/ 4457700 w 6426962"/>
              <a:gd name="connsiteY8" fmla="*/ 6858000 h 6858000"/>
              <a:gd name="connsiteX9" fmla="*/ 4048382 w 6426962"/>
              <a:gd name="connsiteY9" fmla="*/ 6858000 h 6858000"/>
              <a:gd name="connsiteX10" fmla="*/ 0 w 6426962"/>
              <a:gd name="connsiteY10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6426962" h="6858000">
                <a:moveTo>
                  <a:pt x="0" y="0"/>
                </a:moveTo>
                <a:lnTo>
                  <a:pt x="4457700" y="0"/>
                </a:lnTo>
                <a:lnTo>
                  <a:pt x="4457700" y="0"/>
                </a:lnTo>
                <a:lnTo>
                  <a:pt x="6426962" y="0"/>
                </a:lnTo>
                <a:lnTo>
                  <a:pt x="6426962" y="4789046"/>
                </a:lnTo>
                <a:lnTo>
                  <a:pt x="6426962" y="4902200"/>
                </a:lnTo>
                <a:lnTo>
                  <a:pt x="6426962" y="6010018"/>
                </a:lnTo>
                <a:cubicBezTo>
                  <a:pt x="6426962" y="6478346"/>
                  <a:pt x="6047308" y="6858000"/>
                  <a:pt x="5578980" y="6858000"/>
                </a:cubicBezTo>
                <a:lnTo>
                  <a:pt x="4457700" y="6858000"/>
                </a:lnTo>
                <a:lnTo>
                  <a:pt x="4048382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237600" tIns="237600" rIns="237600" bIns="237600" rtlCol="0" anchor="ctr">
            <a:noAutofit/>
          </a:bodyPr>
          <a:lstStyle/>
          <a:p>
            <a:pPr algn="ctr"/>
            <a:endParaRPr lang="en-001" sz="2000" noProof="0" err="1"/>
          </a:p>
        </p:txBody>
      </p:sp>
      <p:sp>
        <p:nvSpPr>
          <p:cNvPr id="4" name="Freeform 3">
            <a:extLst>
              <a:ext uri="{FF2B5EF4-FFF2-40B4-BE49-F238E27FC236}">
                <a16:creationId xmlns:a16="http://schemas.microsoft.com/office/drawing/2014/main" id="{7DCD57E8-2CA4-5403-8D3A-B46A117F1865}"/>
              </a:ext>
            </a:extLst>
          </p:cNvPr>
          <p:cNvSpPr/>
          <p:nvPr userDrawn="1"/>
        </p:nvSpPr>
        <p:spPr>
          <a:xfrm>
            <a:off x="0" y="0"/>
            <a:ext cx="6109462" cy="6858000"/>
          </a:xfrm>
          <a:custGeom>
            <a:avLst/>
            <a:gdLst>
              <a:gd name="connsiteX0" fmla="*/ 0 w 6109462"/>
              <a:gd name="connsiteY0" fmla="*/ 0 h 6858000"/>
              <a:gd name="connsiteX1" fmla="*/ 4140200 w 6109462"/>
              <a:gd name="connsiteY1" fmla="*/ 0 h 6858000"/>
              <a:gd name="connsiteX2" fmla="*/ 4457700 w 6109462"/>
              <a:gd name="connsiteY2" fmla="*/ 0 h 6858000"/>
              <a:gd name="connsiteX3" fmla="*/ 6109462 w 6109462"/>
              <a:gd name="connsiteY3" fmla="*/ 0 h 6858000"/>
              <a:gd name="connsiteX4" fmla="*/ 6109462 w 6109462"/>
              <a:gd name="connsiteY4" fmla="*/ 4789046 h 6858000"/>
              <a:gd name="connsiteX5" fmla="*/ 6109462 w 6109462"/>
              <a:gd name="connsiteY5" fmla="*/ 4902200 h 6858000"/>
              <a:gd name="connsiteX6" fmla="*/ 6109462 w 6109462"/>
              <a:gd name="connsiteY6" fmla="*/ 6010018 h 6858000"/>
              <a:gd name="connsiteX7" fmla="*/ 5261480 w 6109462"/>
              <a:gd name="connsiteY7" fmla="*/ 6858000 h 6858000"/>
              <a:gd name="connsiteX8" fmla="*/ 4457700 w 6109462"/>
              <a:gd name="connsiteY8" fmla="*/ 6858000 h 6858000"/>
              <a:gd name="connsiteX9" fmla="*/ 4140200 w 6109462"/>
              <a:gd name="connsiteY9" fmla="*/ 6858000 h 6858000"/>
              <a:gd name="connsiteX10" fmla="*/ 4048382 w 6109462"/>
              <a:gd name="connsiteY10" fmla="*/ 6858000 h 6858000"/>
              <a:gd name="connsiteX11" fmla="*/ 3730882 w 6109462"/>
              <a:gd name="connsiteY11" fmla="*/ 6858000 h 6858000"/>
              <a:gd name="connsiteX12" fmla="*/ 0 w 6109462"/>
              <a:gd name="connsiteY12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6109462" h="6858000">
                <a:moveTo>
                  <a:pt x="0" y="0"/>
                </a:moveTo>
                <a:lnTo>
                  <a:pt x="4140200" y="0"/>
                </a:lnTo>
                <a:lnTo>
                  <a:pt x="4457700" y="0"/>
                </a:lnTo>
                <a:lnTo>
                  <a:pt x="6109462" y="0"/>
                </a:lnTo>
                <a:lnTo>
                  <a:pt x="6109462" y="4789046"/>
                </a:lnTo>
                <a:lnTo>
                  <a:pt x="6109462" y="4902200"/>
                </a:lnTo>
                <a:lnTo>
                  <a:pt x="6109462" y="6010018"/>
                </a:lnTo>
                <a:cubicBezTo>
                  <a:pt x="6109462" y="6478346"/>
                  <a:pt x="5729808" y="6858000"/>
                  <a:pt x="5261480" y="6858000"/>
                </a:cubicBezTo>
                <a:lnTo>
                  <a:pt x="4457700" y="6858000"/>
                </a:lnTo>
                <a:lnTo>
                  <a:pt x="4140200" y="6858000"/>
                </a:lnTo>
                <a:lnTo>
                  <a:pt x="4048382" y="6858000"/>
                </a:lnTo>
                <a:lnTo>
                  <a:pt x="3730882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237600" tIns="237600" rIns="237600" bIns="237600" rtlCol="0" anchor="ctr">
            <a:noAutofit/>
          </a:bodyPr>
          <a:lstStyle/>
          <a:p>
            <a:pPr algn="ctr"/>
            <a:endParaRPr lang="en-001" sz="2000" noProof="0" err="1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92121" y="314324"/>
            <a:ext cx="5595937" cy="1816100"/>
          </a:xfrm>
        </p:spPr>
        <p:txBody>
          <a:bodyPr anchor="t"/>
          <a:lstStyle>
            <a:lvl1pPr algn="l">
              <a:defRPr sz="6600">
                <a:solidFill>
                  <a:schemeClr val="accent2"/>
                </a:solidFill>
              </a:defRPr>
            </a:lvl1pPr>
          </a:lstStyle>
          <a:p>
            <a:r>
              <a:rPr lang="en-GB"/>
              <a:t>Click to add title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FA1C66E-4CD5-E2F1-144F-016B7A243D1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4519" y="6137000"/>
            <a:ext cx="1289050" cy="288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4723243"/>
      </p:ext>
    </p:extLst>
  </p:cSld>
  <p:clrMapOvr>
    <a:masterClrMapping/>
  </p:clrMapOvr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Quote Picture Blue">
    <p:bg>
      <p:bgPr>
        <a:solidFill>
          <a:srgbClr val="CFCFC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E3FEE4E1-2C0C-A05D-C2E7-0013DBBC3738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-1" y="0"/>
            <a:ext cx="7885113" cy="6861600"/>
          </a:xfrm>
          <a:custGeom>
            <a:avLst/>
            <a:gdLst>
              <a:gd name="connsiteX0" fmla="*/ 0 w 7885113"/>
              <a:gd name="connsiteY0" fmla="*/ 0 h 6861600"/>
              <a:gd name="connsiteX1" fmla="*/ 6613021 w 7885113"/>
              <a:gd name="connsiteY1" fmla="*/ 0 h 6861600"/>
              <a:gd name="connsiteX2" fmla="*/ 5765039 w 7885113"/>
              <a:gd name="connsiteY2" fmla="*/ 847982 h 6861600"/>
              <a:gd name="connsiteX3" fmla="*/ 5765039 w 7885113"/>
              <a:gd name="connsiteY3" fmla="*/ 1955800 h 6861600"/>
              <a:gd name="connsiteX4" fmla="*/ 5765039 w 7885113"/>
              <a:gd name="connsiteY4" fmla="*/ 2068954 h 6861600"/>
              <a:gd name="connsiteX5" fmla="*/ 5765039 w 7885113"/>
              <a:gd name="connsiteY5" fmla="*/ 6858000 h 6861600"/>
              <a:gd name="connsiteX6" fmla="*/ 7734301 w 7885113"/>
              <a:gd name="connsiteY6" fmla="*/ 6858000 h 6861600"/>
              <a:gd name="connsiteX7" fmla="*/ 7885113 w 7885113"/>
              <a:gd name="connsiteY7" fmla="*/ 6858000 h 6861600"/>
              <a:gd name="connsiteX8" fmla="*/ 7885113 w 7885113"/>
              <a:gd name="connsiteY8" fmla="*/ 6861600 h 6861600"/>
              <a:gd name="connsiteX9" fmla="*/ 0 w 7885113"/>
              <a:gd name="connsiteY9" fmla="*/ 6861600 h 686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7885113" h="6861600">
                <a:moveTo>
                  <a:pt x="0" y="0"/>
                </a:moveTo>
                <a:lnTo>
                  <a:pt x="6613021" y="0"/>
                </a:lnTo>
                <a:cubicBezTo>
                  <a:pt x="6144693" y="0"/>
                  <a:pt x="5765039" y="379654"/>
                  <a:pt x="5765039" y="847982"/>
                </a:cubicBezTo>
                <a:lnTo>
                  <a:pt x="5765039" y="1955800"/>
                </a:lnTo>
                <a:lnTo>
                  <a:pt x="5765039" y="2068954"/>
                </a:lnTo>
                <a:lnTo>
                  <a:pt x="5765039" y="6858000"/>
                </a:lnTo>
                <a:lnTo>
                  <a:pt x="7734301" y="6858000"/>
                </a:lnTo>
                <a:lnTo>
                  <a:pt x="7885113" y="6858000"/>
                </a:lnTo>
                <a:lnTo>
                  <a:pt x="7885113" y="6861600"/>
                </a:lnTo>
                <a:lnTo>
                  <a:pt x="0" y="6861600"/>
                </a:lnTo>
                <a:close/>
              </a:path>
            </a:pathLst>
          </a:custGeom>
        </p:spPr>
        <p:txBody>
          <a:bodyPr wrap="square" tIns="72000" anchor="t" anchorCtr="0">
            <a:noAutofit/>
          </a:bodyPr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1200">
                <a:solidFill>
                  <a:schemeClr val="bg1"/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Click here and insert picture</a:t>
            </a:r>
          </a:p>
        </p:txBody>
      </p:sp>
      <p:sp>
        <p:nvSpPr>
          <p:cNvPr id="9" name="Freeform 8">
            <a:extLst>
              <a:ext uri="{FF2B5EF4-FFF2-40B4-BE49-F238E27FC236}">
                <a16:creationId xmlns:a16="http://schemas.microsoft.com/office/drawing/2014/main" id="{435E1C91-8EC2-B53D-9D07-D639B51BB10F}"/>
              </a:ext>
            </a:extLst>
          </p:cNvPr>
          <p:cNvSpPr/>
          <p:nvPr userDrawn="1"/>
        </p:nvSpPr>
        <p:spPr>
          <a:xfrm rot="10800000">
            <a:off x="5765038" y="0"/>
            <a:ext cx="6426962" cy="6858000"/>
          </a:xfrm>
          <a:custGeom>
            <a:avLst/>
            <a:gdLst>
              <a:gd name="connsiteX0" fmla="*/ 0 w 6426962"/>
              <a:gd name="connsiteY0" fmla="*/ 0 h 6858000"/>
              <a:gd name="connsiteX1" fmla="*/ 4457700 w 6426962"/>
              <a:gd name="connsiteY1" fmla="*/ 0 h 6858000"/>
              <a:gd name="connsiteX2" fmla="*/ 4457700 w 6426962"/>
              <a:gd name="connsiteY2" fmla="*/ 0 h 6858000"/>
              <a:gd name="connsiteX3" fmla="*/ 6426962 w 6426962"/>
              <a:gd name="connsiteY3" fmla="*/ 0 h 6858000"/>
              <a:gd name="connsiteX4" fmla="*/ 6426962 w 6426962"/>
              <a:gd name="connsiteY4" fmla="*/ 4789046 h 6858000"/>
              <a:gd name="connsiteX5" fmla="*/ 6426962 w 6426962"/>
              <a:gd name="connsiteY5" fmla="*/ 4902200 h 6858000"/>
              <a:gd name="connsiteX6" fmla="*/ 6426962 w 6426962"/>
              <a:gd name="connsiteY6" fmla="*/ 6010018 h 6858000"/>
              <a:gd name="connsiteX7" fmla="*/ 5578980 w 6426962"/>
              <a:gd name="connsiteY7" fmla="*/ 6858000 h 6858000"/>
              <a:gd name="connsiteX8" fmla="*/ 4457700 w 6426962"/>
              <a:gd name="connsiteY8" fmla="*/ 6858000 h 6858000"/>
              <a:gd name="connsiteX9" fmla="*/ 4048382 w 6426962"/>
              <a:gd name="connsiteY9" fmla="*/ 6858000 h 6858000"/>
              <a:gd name="connsiteX10" fmla="*/ 0 w 6426962"/>
              <a:gd name="connsiteY10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6426962" h="6858000">
                <a:moveTo>
                  <a:pt x="0" y="0"/>
                </a:moveTo>
                <a:lnTo>
                  <a:pt x="4457700" y="0"/>
                </a:lnTo>
                <a:lnTo>
                  <a:pt x="4457700" y="0"/>
                </a:lnTo>
                <a:lnTo>
                  <a:pt x="6426962" y="0"/>
                </a:lnTo>
                <a:lnTo>
                  <a:pt x="6426962" y="4789046"/>
                </a:lnTo>
                <a:lnTo>
                  <a:pt x="6426962" y="4902200"/>
                </a:lnTo>
                <a:lnTo>
                  <a:pt x="6426962" y="6010018"/>
                </a:lnTo>
                <a:cubicBezTo>
                  <a:pt x="6426962" y="6478346"/>
                  <a:pt x="6047308" y="6858000"/>
                  <a:pt x="5578980" y="6858000"/>
                </a:cubicBezTo>
                <a:lnTo>
                  <a:pt x="4457700" y="6858000"/>
                </a:lnTo>
                <a:lnTo>
                  <a:pt x="4048382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237600" tIns="237600" rIns="237600" bIns="237600" rtlCol="0" anchor="ctr">
            <a:noAutofit/>
          </a:bodyPr>
          <a:lstStyle/>
          <a:p>
            <a:pPr algn="ctr"/>
            <a:endParaRPr lang="en-001" sz="2000" noProof="0" err="1"/>
          </a:p>
        </p:txBody>
      </p:sp>
      <p:sp>
        <p:nvSpPr>
          <p:cNvPr id="5" name="Freeform 4">
            <a:extLst>
              <a:ext uri="{FF2B5EF4-FFF2-40B4-BE49-F238E27FC236}">
                <a16:creationId xmlns:a16="http://schemas.microsoft.com/office/drawing/2014/main" id="{1C46C32C-6297-D127-D603-DFCD4E9F94BF}"/>
              </a:ext>
            </a:extLst>
          </p:cNvPr>
          <p:cNvSpPr/>
          <p:nvPr userDrawn="1"/>
        </p:nvSpPr>
        <p:spPr>
          <a:xfrm rot="10800000">
            <a:off x="6082538" y="0"/>
            <a:ext cx="6109462" cy="6858000"/>
          </a:xfrm>
          <a:custGeom>
            <a:avLst/>
            <a:gdLst>
              <a:gd name="connsiteX0" fmla="*/ 0 w 6109462"/>
              <a:gd name="connsiteY0" fmla="*/ 0 h 6858000"/>
              <a:gd name="connsiteX1" fmla="*/ 4140200 w 6109462"/>
              <a:gd name="connsiteY1" fmla="*/ 0 h 6858000"/>
              <a:gd name="connsiteX2" fmla="*/ 4457700 w 6109462"/>
              <a:gd name="connsiteY2" fmla="*/ 0 h 6858000"/>
              <a:gd name="connsiteX3" fmla="*/ 6109462 w 6109462"/>
              <a:gd name="connsiteY3" fmla="*/ 0 h 6858000"/>
              <a:gd name="connsiteX4" fmla="*/ 6109462 w 6109462"/>
              <a:gd name="connsiteY4" fmla="*/ 4789046 h 6858000"/>
              <a:gd name="connsiteX5" fmla="*/ 6109462 w 6109462"/>
              <a:gd name="connsiteY5" fmla="*/ 4902200 h 6858000"/>
              <a:gd name="connsiteX6" fmla="*/ 6109462 w 6109462"/>
              <a:gd name="connsiteY6" fmla="*/ 6010018 h 6858000"/>
              <a:gd name="connsiteX7" fmla="*/ 5261480 w 6109462"/>
              <a:gd name="connsiteY7" fmla="*/ 6858000 h 6858000"/>
              <a:gd name="connsiteX8" fmla="*/ 4457700 w 6109462"/>
              <a:gd name="connsiteY8" fmla="*/ 6858000 h 6858000"/>
              <a:gd name="connsiteX9" fmla="*/ 4140200 w 6109462"/>
              <a:gd name="connsiteY9" fmla="*/ 6858000 h 6858000"/>
              <a:gd name="connsiteX10" fmla="*/ 4048382 w 6109462"/>
              <a:gd name="connsiteY10" fmla="*/ 6858000 h 6858000"/>
              <a:gd name="connsiteX11" fmla="*/ 3730882 w 6109462"/>
              <a:gd name="connsiteY11" fmla="*/ 6858000 h 6858000"/>
              <a:gd name="connsiteX12" fmla="*/ 0 w 6109462"/>
              <a:gd name="connsiteY12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6109462" h="6858000">
                <a:moveTo>
                  <a:pt x="0" y="0"/>
                </a:moveTo>
                <a:lnTo>
                  <a:pt x="4140200" y="0"/>
                </a:lnTo>
                <a:lnTo>
                  <a:pt x="4457700" y="0"/>
                </a:lnTo>
                <a:lnTo>
                  <a:pt x="6109462" y="0"/>
                </a:lnTo>
                <a:lnTo>
                  <a:pt x="6109462" y="4789046"/>
                </a:lnTo>
                <a:lnTo>
                  <a:pt x="6109462" y="4902200"/>
                </a:lnTo>
                <a:lnTo>
                  <a:pt x="6109462" y="6010018"/>
                </a:lnTo>
                <a:cubicBezTo>
                  <a:pt x="6109462" y="6478346"/>
                  <a:pt x="5729808" y="6858000"/>
                  <a:pt x="5261480" y="6858000"/>
                </a:cubicBezTo>
                <a:lnTo>
                  <a:pt x="4457700" y="6858000"/>
                </a:lnTo>
                <a:lnTo>
                  <a:pt x="4140200" y="6858000"/>
                </a:lnTo>
                <a:lnTo>
                  <a:pt x="4048382" y="6858000"/>
                </a:lnTo>
                <a:lnTo>
                  <a:pt x="3730882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237600" tIns="237600" rIns="237600" bIns="237600" rtlCol="0" anchor="ctr">
            <a:noAutofit/>
          </a:bodyPr>
          <a:lstStyle/>
          <a:p>
            <a:pPr algn="ctr"/>
            <a:endParaRPr lang="en-001" sz="2000" noProof="0" err="1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6596063" y="2732087"/>
            <a:ext cx="5094287" cy="3171001"/>
          </a:xfrm>
        </p:spPr>
        <p:txBody>
          <a:bodyPr anchor="t"/>
          <a:lstStyle>
            <a:lvl1pPr algn="l">
              <a:defRPr sz="3200" spc="-150">
                <a:solidFill>
                  <a:schemeClr val="bg1"/>
                </a:solidFill>
              </a:defRPr>
            </a:lvl1pPr>
          </a:lstStyle>
          <a:p>
            <a:r>
              <a:rPr lang="en-GB"/>
              <a:t>Click to add quote</a:t>
            </a:r>
          </a:p>
        </p:txBody>
      </p:sp>
      <p:sp>
        <p:nvSpPr>
          <p:cNvPr id="10" name="Text Placeholder logo">
            <a:extLst>
              <a:ext uri="{FF2B5EF4-FFF2-40B4-BE49-F238E27FC236}">
                <a16:creationId xmlns:a16="http://schemas.microsoft.com/office/drawing/2014/main" id="{62681037-08E4-D80E-2886-E4346122B05E}"/>
              </a:ext>
            </a:extLst>
          </p:cNvPr>
          <p:cNvSpPr>
            <a:spLocks noGrp="1" noChangeAspect="1"/>
          </p:cNvSpPr>
          <p:nvPr>
            <p:ph type="body" sz="quarter" idx="18" hasCustomPrompt="1"/>
          </p:nvPr>
        </p:nvSpPr>
        <p:spPr>
          <a:xfrm>
            <a:off x="504657" y="6125090"/>
            <a:ext cx="1281451" cy="316579"/>
          </a:xfrm>
          <a:blipFill>
            <a:blip r:embed="rId2"/>
            <a:stretch>
              <a:fillRect/>
            </a:stretch>
          </a:blipFill>
        </p:spPr>
        <p:txBody>
          <a:bodyPr/>
          <a:lstStyle>
            <a:lvl1pPr marL="0" indent="0">
              <a:buNone/>
              <a:defRPr sz="100">
                <a:noFill/>
              </a:defRPr>
            </a:lvl1pPr>
          </a:lstStyle>
          <a:p>
            <a:pPr lvl="0"/>
            <a:r>
              <a:rPr lang="en-GB"/>
              <a:t>.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73E1AA2A-FE59-26F8-5F42-C972CA502EE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596063" y="5943600"/>
            <a:ext cx="5094287" cy="459086"/>
          </a:xfrm>
        </p:spPr>
        <p:txBody>
          <a:bodyPr anchor="b" anchorCtr="0"/>
          <a:lstStyle>
            <a:lvl1pPr marL="0" indent="0">
              <a:lnSpc>
                <a:spcPts val="1300"/>
              </a:lnSpc>
              <a:buFontTx/>
              <a:buNone/>
              <a:defRPr sz="1400">
                <a:solidFill>
                  <a:schemeClr val="bg1"/>
                </a:solidFill>
                <a:latin typeface="+mj-lt"/>
              </a:defRPr>
            </a:lvl1pPr>
            <a:lvl2pPr marL="180000" indent="0">
              <a:buFontTx/>
              <a:buNone/>
              <a:defRPr sz="1400">
                <a:solidFill>
                  <a:schemeClr val="bg1"/>
                </a:solidFill>
                <a:latin typeface="+mj-lt"/>
              </a:defRPr>
            </a:lvl2pPr>
            <a:lvl3pPr marL="360000" indent="0">
              <a:buFontTx/>
              <a:buNone/>
              <a:defRPr sz="1400">
                <a:solidFill>
                  <a:schemeClr val="bg1"/>
                </a:solidFill>
                <a:latin typeface="+mj-lt"/>
              </a:defRPr>
            </a:lvl3pPr>
            <a:lvl4pPr>
              <a:buFontTx/>
              <a:buNone/>
              <a:defRPr sz="1400">
                <a:solidFill>
                  <a:schemeClr val="bg1"/>
                </a:solidFill>
                <a:latin typeface="+mj-lt"/>
              </a:defRPr>
            </a:lvl4pPr>
            <a:lvl5pPr>
              <a:buFontTx/>
              <a:buNone/>
              <a:defRPr sz="1400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add name</a:t>
            </a:r>
            <a:endParaRPr lang="en-001"/>
          </a:p>
        </p:txBody>
      </p:sp>
    </p:spTree>
    <p:extLst>
      <p:ext uri="{BB962C8B-B14F-4D97-AF65-F5344CB8AC3E}">
        <p14:creationId xmlns:p14="http://schemas.microsoft.com/office/powerpoint/2010/main" val="2047835671"/>
      </p:ext>
    </p:extLst>
  </p:cSld>
  <p:clrMapOvr>
    <a:masterClrMapping/>
  </p:clrMapOvr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Quote Picture White">
    <p:bg>
      <p:bgPr>
        <a:solidFill>
          <a:srgbClr val="CFCFC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E3FEE4E1-2C0C-A05D-C2E7-0013DBBC3738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-1" y="0"/>
            <a:ext cx="7885113" cy="6861600"/>
          </a:xfrm>
          <a:custGeom>
            <a:avLst/>
            <a:gdLst>
              <a:gd name="connsiteX0" fmla="*/ 0 w 7885113"/>
              <a:gd name="connsiteY0" fmla="*/ 0 h 6861600"/>
              <a:gd name="connsiteX1" fmla="*/ 6613021 w 7885113"/>
              <a:gd name="connsiteY1" fmla="*/ 0 h 6861600"/>
              <a:gd name="connsiteX2" fmla="*/ 5765039 w 7885113"/>
              <a:gd name="connsiteY2" fmla="*/ 847982 h 6861600"/>
              <a:gd name="connsiteX3" fmla="*/ 5765039 w 7885113"/>
              <a:gd name="connsiteY3" fmla="*/ 1955800 h 6861600"/>
              <a:gd name="connsiteX4" fmla="*/ 5765039 w 7885113"/>
              <a:gd name="connsiteY4" fmla="*/ 2068954 h 6861600"/>
              <a:gd name="connsiteX5" fmla="*/ 5765039 w 7885113"/>
              <a:gd name="connsiteY5" fmla="*/ 6858000 h 6861600"/>
              <a:gd name="connsiteX6" fmla="*/ 7734301 w 7885113"/>
              <a:gd name="connsiteY6" fmla="*/ 6858000 h 6861600"/>
              <a:gd name="connsiteX7" fmla="*/ 7885113 w 7885113"/>
              <a:gd name="connsiteY7" fmla="*/ 6858000 h 6861600"/>
              <a:gd name="connsiteX8" fmla="*/ 7885113 w 7885113"/>
              <a:gd name="connsiteY8" fmla="*/ 6861600 h 6861600"/>
              <a:gd name="connsiteX9" fmla="*/ 0 w 7885113"/>
              <a:gd name="connsiteY9" fmla="*/ 6861600 h 686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7885113" h="6861600">
                <a:moveTo>
                  <a:pt x="0" y="0"/>
                </a:moveTo>
                <a:lnTo>
                  <a:pt x="6613021" y="0"/>
                </a:lnTo>
                <a:cubicBezTo>
                  <a:pt x="6144693" y="0"/>
                  <a:pt x="5765039" y="379654"/>
                  <a:pt x="5765039" y="847982"/>
                </a:cubicBezTo>
                <a:lnTo>
                  <a:pt x="5765039" y="1955800"/>
                </a:lnTo>
                <a:lnTo>
                  <a:pt x="5765039" y="2068954"/>
                </a:lnTo>
                <a:lnTo>
                  <a:pt x="5765039" y="6858000"/>
                </a:lnTo>
                <a:lnTo>
                  <a:pt x="7734301" y="6858000"/>
                </a:lnTo>
                <a:lnTo>
                  <a:pt x="7885113" y="6858000"/>
                </a:lnTo>
                <a:lnTo>
                  <a:pt x="7885113" y="6861600"/>
                </a:lnTo>
                <a:lnTo>
                  <a:pt x="0" y="6861600"/>
                </a:lnTo>
                <a:close/>
              </a:path>
            </a:pathLst>
          </a:custGeom>
        </p:spPr>
        <p:txBody>
          <a:bodyPr wrap="square" tIns="72000" anchor="t" anchorCtr="0">
            <a:noAutofit/>
          </a:bodyPr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1200">
                <a:solidFill>
                  <a:schemeClr val="bg1"/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Click here and insert picture</a:t>
            </a:r>
          </a:p>
        </p:txBody>
      </p:sp>
      <p:sp>
        <p:nvSpPr>
          <p:cNvPr id="9" name="Freeform 8">
            <a:extLst>
              <a:ext uri="{FF2B5EF4-FFF2-40B4-BE49-F238E27FC236}">
                <a16:creationId xmlns:a16="http://schemas.microsoft.com/office/drawing/2014/main" id="{435E1C91-8EC2-B53D-9D07-D639B51BB10F}"/>
              </a:ext>
            </a:extLst>
          </p:cNvPr>
          <p:cNvSpPr/>
          <p:nvPr userDrawn="1"/>
        </p:nvSpPr>
        <p:spPr>
          <a:xfrm rot="10800000">
            <a:off x="5765038" y="0"/>
            <a:ext cx="6426962" cy="6858000"/>
          </a:xfrm>
          <a:custGeom>
            <a:avLst/>
            <a:gdLst>
              <a:gd name="connsiteX0" fmla="*/ 0 w 6426962"/>
              <a:gd name="connsiteY0" fmla="*/ 0 h 6858000"/>
              <a:gd name="connsiteX1" fmla="*/ 4457700 w 6426962"/>
              <a:gd name="connsiteY1" fmla="*/ 0 h 6858000"/>
              <a:gd name="connsiteX2" fmla="*/ 4457700 w 6426962"/>
              <a:gd name="connsiteY2" fmla="*/ 0 h 6858000"/>
              <a:gd name="connsiteX3" fmla="*/ 6426962 w 6426962"/>
              <a:gd name="connsiteY3" fmla="*/ 0 h 6858000"/>
              <a:gd name="connsiteX4" fmla="*/ 6426962 w 6426962"/>
              <a:gd name="connsiteY4" fmla="*/ 4789046 h 6858000"/>
              <a:gd name="connsiteX5" fmla="*/ 6426962 w 6426962"/>
              <a:gd name="connsiteY5" fmla="*/ 4902200 h 6858000"/>
              <a:gd name="connsiteX6" fmla="*/ 6426962 w 6426962"/>
              <a:gd name="connsiteY6" fmla="*/ 6010018 h 6858000"/>
              <a:gd name="connsiteX7" fmla="*/ 5578980 w 6426962"/>
              <a:gd name="connsiteY7" fmla="*/ 6858000 h 6858000"/>
              <a:gd name="connsiteX8" fmla="*/ 4457700 w 6426962"/>
              <a:gd name="connsiteY8" fmla="*/ 6858000 h 6858000"/>
              <a:gd name="connsiteX9" fmla="*/ 4048382 w 6426962"/>
              <a:gd name="connsiteY9" fmla="*/ 6858000 h 6858000"/>
              <a:gd name="connsiteX10" fmla="*/ 0 w 6426962"/>
              <a:gd name="connsiteY10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6426962" h="6858000">
                <a:moveTo>
                  <a:pt x="0" y="0"/>
                </a:moveTo>
                <a:lnTo>
                  <a:pt x="4457700" y="0"/>
                </a:lnTo>
                <a:lnTo>
                  <a:pt x="4457700" y="0"/>
                </a:lnTo>
                <a:lnTo>
                  <a:pt x="6426962" y="0"/>
                </a:lnTo>
                <a:lnTo>
                  <a:pt x="6426962" y="4789046"/>
                </a:lnTo>
                <a:lnTo>
                  <a:pt x="6426962" y="4902200"/>
                </a:lnTo>
                <a:lnTo>
                  <a:pt x="6426962" y="6010018"/>
                </a:lnTo>
                <a:cubicBezTo>
                  <a:pt x="6426962" y="6478346"/>
                  <a:pt x="6047308" y="6858000"/>
                  <a:pt x="5578980" y="6858000"/>
                </a:cubicBezTo>
                <a:lnTo>
                  <a:pt x="4457700" y="6858000"/>
                </a:lnTo>
                <a:lnTo>
                  <a:pt x="4048382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237600" tIns="237600" rIns="237600" bIns="237600" rtlCol="0" anchor="ctr">
            <a:noAutofit/>
          </a:bodyPr>
          <a:lstStyle/>
          <a:p>
            <a:pPr algn="ctr"/>
            <a:endParaRPr lang="en-001" sz="2000" noProof="0" err="1"/>
          </a:p>
        </p:txBody>
      </p:sp>
      <p:sp>
        <p:nvSpPr>
          <p:cNvPr id="5" name="Freeform 4">
            <a:extLst>
              <a:ext uri="{FF2B5EF4-FFF2-40B4-BE49-F238E27FC236}">
                <a16:creationId xmlns:a16="http://schemas.microsoft.com/office/drawing/2014/main" id="{1C46C32C-6297-D127-D603-DFCD4E9F94BF}"/>
              </a:ext>
            </a:extLst>
          </p:cNvPr>
          <p:cNvSpPr/>
          <p:nvPr userDrawn="1"/>
        </p:nvSpPr>
        <p:spPr>
          <a:xfrm rot="10800000">
            <a:off x="6082538" y="0"/>
            <a:ext cx="6109462" cy="6858000"/>
          </a:xfrm>
          <a:custGeom>
            <a:avLst/>
            <a:gdLst>
              <a:gd name="connsiteX0" fmla="*/ 0 w 6109462"/>
              <a:gd name="connsiteY0" fmla="*/ 0 h 6858000"/>
              <a:gd name="connsiteX1" fmla="*/ 4140200 w 6109462"/>
              <a:gd name="connsiteY1" fmla="*/ 0 h 6858000"/>
              <a:gd name="connsiteX2" fmla="*/ 4457700 w 6109462"/>
              <a:gd name="connsiteY2" fmla="*/ 0 h 6858000"/>
              <a:gd name="connsiteX3" fmla="*/ 6109462 w 6109462"/>
              <a:gd name="connsiteY3" fmla="*/ 0 h 6858000"/>
              <a:gd name="connsiteX4" fmla="*/ 6109462 w 6109462"/>
              <a:gd name="connsiteY4" fmla="*/ 4789046 h 6858000"/>
              <a:gd name="connsiteX5" fmla="*/ 6109462 w 6109462"/>
              <a:gd name="connsiteY5" fmla="*/ 4902200 h 6858000"/>
              <a:gd name="connsiteX6" fmla="*/ 6109462 w 6109462"/>
              <a:gd name="connsiteY6" fmla="*/ 6010018 h 6858000"/>
              <a:gd name="connsiteX7" fmla="*/ 5261480 w 6109462"/>
              <a:gd name="connsiteY7" fmla="*/ 6858000 h 6858000"/>
              <a:gd name="connsiteX8" fmla="*/ 4457700 w 6109462"/>
              <a:gd name="connsiteY8" fmla="*/ 6858000 h 6858000"/>
              <a:gd name="connsiteX9" fmla="*/ 4140200 w 6109462"/>
              <a:gd name="connsiteY9" fmla="*/ 6858000 h 6858000"/>
              <a:gd name="connsiteX10" fmla="*/ 4048382 w 6109462"/>
              <a:gd name="connsiteY10" fmla="*/ 6858000 h 6858000"/>
              <a:gd name="connsiteX11" fmla="*/ 3730882 w 6109462"/>
              <a:gd name="connsiteY11" fmla="*/ 6858000 h 6858000"/>
              <a:gd name="connsiteX12" fmla="*/ 0 w 6109462"/>
              <a:gd name="connsiteY12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6109462" h="6858000">
                <a:moveTo>
                  <a:pt x="0" y="0"/>
                </a:moveTo>
                <a:lnTo>
                  <a:pt x="4140200" y="0"/>
                </a:lnTo>
                <a:lnTo>
                  <a:pt x="4457700" y="0"/>
                </a:lnTo>
                <a:lnTo>
                  <a:pt x="6109462" y="0"/>
                </a:lnTo>
                <a:lnTo>
                  <a:pt x="6109462" y="4789046"/>
                </a:lnTo>
                <a:lnTo>
                  <a:pt x="6109462" y="4902200"/>
                </a:lnTo>
                <a:lnTo>
                  <a:pt x="6109462" y="6010018"/>
                </a:lnTo>
                <a:cubicBezTo>
                  <a:pt x="6109462" y="6478346"/>
                  <a:pt x="5729808" y="6858000"/>
                  <a:pt x="5261480" y="6858000"/>
                </a:cubicBezTo>
                <a:lnTo>
                  <a:pt x="4457700" y="6858000"/>
                </a:lnTo>
                <a:lnTo>
                  <a:pt x="4140200" y="6858000"/>
                </a:lnTo>
                <a:lnTo>
                  <a:pt x="4048382" y="6858000"/>
                </a:lnTo>
                <a:lnTo>
                  <a:pt x="3730882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237600" tIns="237600" rIns="237600" bIns="237600" rtlCol="0" anchor="ctr">
            <a:noAutofit/>
          </a:bodyPr>
          <a:lstStyle/>
          <a:p>
            <a:pPr algn="ctr"/>
            <a:endParaRPr lang="en-001" sz="2000" noProof="0" err="1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6596063" y="2732087"/>
            <a:ext cx="5094287" cy="3171001"/>
          </a:xfrm>
        </p:spPr>
        <p:txBody>
          <a:bodyPr anchor="t"/>
          <a:lstStyle>
            <a:lvl1pPr algn="l">
              <a:defRPr sz="3200" spc="-150">
                <a:solidFill>
                  <a:schemeClr val="tx1"/>
                </a:solidFill>
              </a:defRPr>
            </a:lvl1pPr>
          </a:lstStyle>
          <a:p>
            <a:r>
              <a:rPr lang="en-GB"/>
              <a:t>Click to add quote</a:t>
            </a:r>
          </a:p>
        </p:txBody>
      </p:sp>
      <p:sp>
        <p:nvSpPr>
          <p:cNvPr id="3" name="Text Placeholder 12">
            <a:extLst>
              <a:ext uri="{FF2B5EF4-FFF2-40B4-BE49-F238E27FC236}">
                <a16:creationId xmlns:a16="http://schemas.microsoft.com/office/drawing/2014/main" id="{2D0F18FF-64AA-2E82-DDBF-AEF954EF3019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596063" y="5943600"/>
            <a:ext cx="5094287" cy="459086"/>
          </a:xfrm>
        </p:spPr>
        <p:txBody>
          <a:bodyPr anchor="b" anchorCtr="0"/>
          <a:lstStyle>
            <a:lvl1pPr marL="0" indent="0">
              <a:lnSpc>
                <a:spcPts val="1300"/>
              </a:lnSpc>
              <a:buFontTx/>
              <a:buNone/>
              <a:defRPr sz="1400">
                <a:solidFill>
                  <a:schemeClr val="tx1"/>
                </a:solidFill>
                <a:latin typeface="+mj-lt"/>
              </a:defRPr>
            </a:lvl1pPr>
            <a:lvl2pPr marL="180000" indent="0">
              <a:buFontTx/>
              <a:buNone/>
              <a:defRPr sz="1400">
                <a:solidFill>
                  <a:schemeClr val="bg1"/>
                </a:solidFill>
                <a:latin typeface="+mj-lt"/>
              </a:defRPr>
            </a:lvl2pPr>
            <a:lvl3pPr marL="360000" indent="0">
              <a:buFontTx/>
              <a:buNone/>
              <a:defRPr sz="1400">
                <a:solidFill>
                  <a:schemeClr val="bg1"/>
                </a:solidFill>
                <a:latin typeface="+mj-lt"/>
              </a:defRPr>
            </a:lvl3pPr>
            <a:lvl4pPr>
              <a:buFontTx/>
              <a:buNone/>
              <a:defRPr sz="1400">
                <a:solidFill>
                  <a:schemeClr val="bg1"/>
                </a:solidFill>
                <a:latin typeface="+mj-lt"/>
              </a:defRPr>
            </a:lvl4pPr>
            <a:lvl5pPr>
              <a:buFontTx/>
              <a:buNone/>
              <a:defRPr sz="1400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add name</a:t>
            </a:r>
            <a:endParaRPr lang="en-001"/>
          </a:p>
        </p:txBody>
      </p:sp>
      <p:sp>
        <p:nvSpPr>
          <p:cNvPr id="4" name="Text Placeholder logo">
            <a:extLst>
              <a:ext uri="{FF2B5EF4-FFF2-40B4-BE49-F238E27FC236}">
                <a16:creationId xmlns:a16="http://schemas.microsoft.com/office/drawing/2014/main" id="{1D43C295-DE4A-9D7F-680C-2D43DA35143F}"/>
              </a:ext>
            </a:extLst>
          </p:cNvPr>
          <p:cNvSpPr>
            <a:spLocks noGrp="1" noChangeAspect="1"/>
          </p:cNvSpPr>
          <p:nvPr>
            <p:ph type="body" sz="quarter" idx="18" hasCustomPrompt="1"/>
          </p:nvPr>
        </p:nvSpPr>
        <p:spPr>
          <a:xfrm>
            <a:off x="504657" y="6125090"/>
            <a:ext cx="1281451" cy="316579"/>
          </a:xfrm>
          <a:blipFill>
            <a:blip r:embed="rId2"/>
            <a:stretch>
              <a:fillRect/>
            </a:stretch>
          </a:blipFill>
        </p:spPr>
        <p:txBody>
          <a:bodyPr/>
          <a:lstStyle>
            <a:lvl1pPr marL="0" indent="0">
              <a:buNone/>
              <a:defRPr sz="100">
                <a:noFill/>
              </a:defRPr>
            </a:lvl1pPr>
          </a:lstStyle>
          <a:p>
            <a:pPr lvl="0"/>
            <a:r>
              <a:rPr lang="en-GB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266858558"/>
      </p:ext>
    </p:extLst>
  </p:cSld>
  <p:clrMapOvr>
    <a:masterClrMapping/>
  </p:clrMapOvr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00063" y="501649"/>
            <a:ext cx="11209537" cy="1199829"/>
          </a:xfrm>
        </p:spPr>
        <p:txBody>
          <a:bodyPr/>
          <a:lstStyle>
            <a:lvl1pPr>
              <a:lnSpc>
                <a:spcPts val="3600"/>
              </a:lnSpc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en-GB"/>
              <a:t>Click to add title</a:t>
            </a:r>
            <a:br>
              <a:rPr lang="en-GB"/>
            </a:br>
            <a:r>
              <a:rPr lang="en-GB"/>
              <a:t>and subtitle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AA4BB48-D05E-C8BB-772B-9A4A6D067CE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4519" y="6137000"/>
            <a:ext cx="1289050" cy="288925"/>
          </a:xfrm>
          <a:prstGeom prst="rect">
            <a:avLst/>
          </a:prstGeom>
        </p:spPr>
      </p:pic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2E8BDAD-7FC2-3844-F5CB-B3B9BF62F0DE}"/>
              </a:ext>
            </a:extLst>
          </p:cNvPr>
          <p:cNvSpPr>
            <a:spLocks noGrp="1"/>
          </p:cNvSpPr>
          <p:nvPr>
            <p:ph type="dt" sz="half" idx="19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A047113-6BC6-DD63-D011-06F07887FC45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>
          <a:xfrm>
            <a:off x="7692194" y="6262116"/>
            <a:ext cx="3285369" cy="185427"/>
          </a:xfrm>
        </p:spPr>
        <p:txBody>
          <a:bodyPr/>
          <a:lstStyle>
            <a:lvl1pPr algn="r">
              <a:defRPr/>
            </a:lvl1pPr>
          </a:lstStyle>
          <a:p>
            <a:r>
              <a:rPr lang="en-GB"/>
              <a:t>Insert presentation title via Header &amp; Footer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CA938738-8FB7-7D96-6F54-907CCB59F237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>
          <a:xfrm>
            <a:off x="11276724" y="6262117"/>
            <a:ext cx="412039" cy="185426"/>
          </a:xfrm>
        </p:spPr>
        <p:txBody>
          <a:bodyPr/>
          <a:lstStyle>
            <a:lvl1pPr algn="r">
              <a:defRPr/>
            </a:lvl1pPr>
          </a:lstStyle>
          <a:p>
            <a:fld id="{43A204BC-C5BA-4EF4-ABC8-D45123A0C528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2" name="Content Placeholder 17">
            <a:extLst>
              <a:ext uri="{FF2B5EF4-FFF2-40B4-BE49-F238E27FC236}">
                <a16:creationId xmlns:a16="http://schemas.microsoft.com/office/drawing/2014/main" id="{34481D60-F0D1-A9E9-079E-E99A52304200}"/>
              </a:ext>
            </a:extLst>
          </p:cNvPr>
          <p:cNvSpPr>
            <a:spLocks noGrp="1"/>
          </p:cNvSpPr>
          <p:nvPr>
            <p:ph sz="quarter" idx="22"/>
          </p:nvPr>
        </p:nvSpPr>
        <p:spPr>
          <a:xfrm>
            <a:off x="500063" y="1700240"/>
            <a:ext cx="3576637" cy="4183035"/>
          </a:xfrm>
          <a:prstGeom prst="roundRect">
            <a:avLst>
              <a:gd name="adj" fmla="val 4808"/>
            </a:avLst>
          </a:prstGeom>
          <a:solidFill>
            <a:schemeClr val="bg2"/>
          </a:solidFill>
        </p:spPr>
        <p:txBody>
          <a:bodyPr wrap="square" lIns="360000" tIns="360000" rIns="360000" bIns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001"/>
          </a:p>
        </p:txBody>
      </p:sp>
      <p:sp>
        <p:nvSpPr>
          <p:cNvPr id="18" name="Content Placeholder 17">
            <a:extLst>
              <a:ext uri="{FF2B5EF4-FFF2-40B4-BE49-F238E27FC236}">
                <a16:creationId xmlns:a16="http://schemas.microsoft.com/office/drawing/2014/main" id="{1F63FE72-F644-6B86-340E-241FB64A028C}"/>
              </a:ext>
            </a:extLst>
          </p:cNvPr>
          <p:cNvSpPr>
            <a:spLocks noGrp="1"/>
          </p:cNvSpPr>
          <p:nvPr>
            <p:ph sz="quarter" idx="23"/>
          </p:nvPr>
        </p:nvSpPr>
        <p:spPr>
          <a:xfrm>
            <a:off x="4313238" y="1700240"/>
            <a:ext cx="3576637" cy="4183035"/>
          </a:xfrm>
          <a:prstGeom prst="roundRect">
            <a:avLst>
              <a:gd name="adj" fmla="val 4808"/>
            </a:avLst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lIns="360000" tIns="360000" rIns="360000" bIns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001"/>
          </a:p>
        </p:txBody>
      </p:sp>
      <p:sp>
        <p:nvSpPr>
          <p:cNvPr id="19" name="Content Placeholder 17">
            <a:extLst>
              <a:ext uri="{FF2B5EF4-FFF2-40B4-BE49-F238E27FC236}">
                <a16:creationId xmlns:a16="http://schemas.microsoft.com/office/drawing/2014/main" id="{437ED035-25A8-EBAE-A34D-0D4F6EB406D8}"/>
              </a:ext>
            </a:extLst>
          </p:cNvPr>
          <p:cNvSpPr>
            <a:spLocks noGrp="1"/>
          </p:cNvSpPr>
          <p:nvPr>
            <p:ph sz="quarter" idx="24"/>
          </p:nvPr>
        </p:nvSpPr>
        <p:spPr>
          <a:xfrm>
            <a:off x="8121650" y="1700240"/>
            <a:ext cx="3576637" cy="4183035"/>
          </a:xfrm>
          <a:prstGeom prst="roundRect">
            <a:avLst>
              <a:gd name="adj" fmla="val 4808"/>
            </a:avLst>
          </a:prstGeom>
          <a:solidFill>
            <a:schemeClr val="accent1"/>
          </a:solidFill>
        </p:spPr>
        <p:txBody>
          <a:bodyPr wrap="square" lIns="360000" tIns="360000" rIns="360000" bIns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001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93CF1A6-3279-10D0-3FF4-1A1670ADA42D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11123612" y="6705600"/>
            <a:ext cx="1069975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DK" sz="100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Classification: Public</a:t>
            </a:r>
          </a:p>
        </p:txBody>
      </p:sp>
    </p:spTree>
    <p:extLst>
      <p:ext uri="{BB962C8B-B14F-4D97-AF65-F5344CB8AC3E}">
        <p14:creationId xmlns:p14="http://schemas.microsoft.com/office/powerpoint/2010/main" val="3615777570"/>
      </p:ext>
    </p:extLst>
  </p:cSld>
  <p:clrMapOvr>
    <a:masterClrMapping/>
  </p:clrMapOvr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ent 2 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00063" y="501649"/>
            <a:ext cx="11209537" cy="1199829"/>
          </a:xfrm>
        </p:spPr>
        <p:txBody>
          <a:bodyPr/>
          <a:lstStyle>
            <a:lvl1pPr>
              <a:lnSpc>
                <a:spcPts val="3600"/>
              </a:lnSpc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en-GB"/>
              <a:t>Click to add title</a:t>
            </a:r>
            <a:br>
              <a:rPr lang="en-GB"/>
            </a:br>
            <a:r>
              <a:rPr lang="en-GB"/>
              <a:t>and subtitle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F0E2F85-D079-F28D-5441-0581FDAB543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4519" y="6137000"/>
            <a:ext cx="1289050" cy="288925"/>
          </a:xfrm>
          <a:prstGeom prst="rect">
            <a:avLst/>
          </a:prstGeom>
        </p:spPr>
      </p:pic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018FBF7-8680-9309-87DD-2DD8621FC031}"/>
              </a:ext>
            </a:extLst>
          </p:cNvPr>
          <p:cNvSpPr>
            <a:spLocks noGrp="1"/>
          </p:cNvSpPr>
          <p:nvPr>
            <p:ph type="dt" sz="half" idx="19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11" name="Footer Placeholder 5">
            <a:extLst>
              <a:ext uri="{FF2B5EF4-FFF2-40B4-BE49-F238E27FC236}">
                <a16:creationId xmlns:a16="http://schemas.microsoft.com/office/drawing/2014/main" id="{695DFA55-A98A-8385-EAFF-CCB60906DB42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>
          <a:xfrm>
            <a:off x="7692194" y="6262116"/>
            <a:ext cx="3285369" cy="185427"/>
          </a:xfrm>
        </p:spPr>
        <p:txBody>
          <a:bodyPr/>
          <a:lstStyle>
            <a:lvl1pPr algn="r">
              <a:defRPr/>
            </a:lvl1pPr>
          </a:lstStyle>
          <a:p>
            <a:r>
              <a:rPr lang="en-GB"/>
              <a:t>Insert presentation title via Header &amp; Footer</a:t>
            </a:r>
          </a:p>
        </p:txBody>
      </p:sp>
      <p:sp>
        <p:nvSpPr>
          <p:cNvPr id="12" name="Slide Number Placeholder 7">
            <a:extLst>
              <a:ext uri="{FF2B5EF4-FFF2-40B4-BE49-F238E27FC236}">
                <a16:creationId xmlns:a16="http://schemas.microsoft.com/office/drawing/2014/main" id="{76C6AE33-95D4-5A47-C1E5-2D1391E9AC27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>
          <a:xfrm>
            <a:off x="11276724" y="6262117"/>
            <a:ext cx="412039" cy="185426"/>
          </a:xfrm>
        </p:spPr>
        <p:txBody>
          <a:bodyPr/>
          <a:lstStyle>
            <a:lvl1pPr algn="r">
              <a:defRPr/>
            </a:lvl1pPr>
          </a:lstStyle>
          <a:p>
            <a:fld id="{43A204BC-C5BA-4EF4-ABC8-D45123A0C528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22" name="Content Placeholder 17">
            <a:extLst>
              <a:ext uri="{FF2B5EF4-FFF2-40B4-BE49-F238E27FC236}">
                <a16:creationId xmlns:a16="http://schemas.microsoft.com/office/drawing/2014/main" id="{F438B4B9-E989-C915-7638-103F1AA47AB8}"/>
              </a:ext>
            </a:extLst>
          </p:cNvPr>
          <p:cNvSpPr>
            <a:spLocks noGrp="1"/>
          </p:cNvSpPr>
          <p:nvPr>
            <p:ph sz="quarter" idx="22"/>
          </p:nvPr>
        </p:nvSpPr>
        <p:spPr>
          <a:xfrm>
            <a:off x="500063" y="1694543"/>
            <a:ext cx="5480049" cy="4185474"/>
          </a:xfrm>
          <a:prstGeom prst="roundRect">
            <a:avLst>
              <a:gd name="adj" fmla="val 4277"/>
            </a:avLst>
          </a:prstGeom>
          <a:solidFill>
            <a:schemeClr val="bg2"/>
          </a:solidFill>
        </p:spPr>
        <p:txBody>
          <a:bodyPr wrap="square" lIns="360000" tIns="360000" rIns="360000" bIns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001"/>
          </a:p>
        </p:txBody>
      </p:sp>
      <p:sp>
        <p:nvSpPr>
          <p:cNvPr id="23" name="Content Placeholder 17">
            <a:extLst>
              <a:ext uri="{FF2B5EF4-FFF2-40B4-BE49-F238E27FC236}">
                <a16:creationId xmlns:a16="http://schemas.microsoft.com/office/drawing/2014/main" id="{A008D3EB-33D3-42CC-C8E5-96D173C3C107}"/>
              </a:ext>
            </a:extLst>
          </p:cNvPr>
          <p:cNvSpPr>
            <a:spLocks noGrp="1"/>
          </p:cNvSpPr>
          <p:nvPr>
            <p:ph sz="quarter" idx="23"/>
          </p:nvPr>
        </p:nvSpPr>
        <p:spPr>
          <a:xfrm>
            <a:off x="6216650" y="1715808"/>
            <a:ext cx="5480049" cy="4185474"/>
          </a:xfrm>
          <a:prstGeom prst="roundRect">
            <a:avLst>
              <a:gd name="adj" fmla="val 4277"/>
            </a:avLst>
          </a:prstGeom>
          <a:solidFill>
            <a:schemeClr val="accent1"/>
          </a:solidFill>
        </p:spPr>
        <p:txBody>
          <a:bodyPr wrap="square" lIns="360000" tIns="360000" rIns="360000" bIns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001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9E8B8DC-9C8C-2BCD-10C6-A3A341F90A48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11123612" y="6705600"/>
            <a:ext cx="1069975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DK" sz="100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Classification: Public</a:t>
            </a:r>
          </a:p>
        </p:txBody>
      </p:sp>
    </p:spTree>
    <p:extLst>
      <p:ext uri="{BB962C8B-B14F-4D97-AF65-F5344CB8AC3E}">
        <p14:creationId xmlns:p14="http://schemas.microsoft.com/office/powerpoint/2010/main" val="3725543941"/>
      </p:ext>
    </p:extLst>
  </p:cSld>
  <p:clrMapOvr>
    <a:masterClrMapping/>
  </p:clrMapOvr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/>
              <a:t>Click to add title</a:t>
            </a:r>
          </a:p>
        </p:txBody>
      </p:sp>
      <p:sp>
        <p:nvSpPr>
          <p:cNvPr id="6" name="Date Placeholder 5" hidden="1">
            <a:extLst>
              <a:ext uri="{FF2B5EF4-FFF2-40B4-BE49-F238E27FC236}">
                <a16:creationId xmlns:a16="http://schemas.microsoft.com/office/drawing/2014/main" id="{C3750702-865E-424E-BDAE-F6B87694C5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0091391-2B0F-6FA2-F9EB-455DFE7DE9C6}"/>
              </a:ext>
            </a:extLst>
          </p:cNvPr>
          <p:cNvSpPr/>
          <p:nvPr userDrawn="1"/>
        </p:nvSpPr>
        <p:spPr>
          <a:xfrm>
            <a:off x="10026650" y="5989983"/>
            <a:ext cx="1781037" cy="58309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37600" tIns="237600" rIns="237600" bIns="237600" rtlCol="0" anchor="ctr"/>
          <a:lstStyle/>
          <a:p>
            <a:pPr algn="ctr"/>
            <a:endParaRPr lang="en-001" sz="2000" noProof="0" err="1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D5F4D44-B643-C7B5-4D7D-BAAEFB0B3BD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4519" y="6137000"/>
            <a:ext cx="1289050" cy="288925"/>
          </a:xfrm>
          <a:prstGeom prst="rect">
            <a:avLst/>
          </a:prstGeom>
        </p:spPr>
      </p:pic>
      <p:sp>
        <p:nvSpPr>
          <p:cNvPr id="5" name="Footer Placeholder 5">
            <a:extLst>
              <a:ext uri="{FF2B5EF4-FFF2-40B4-BE49-F238E27FC236}">
                <a16:creationId xmlns:a16="http://schemas.microsoft.com/office/drawing/2014/main" id="{B8C481A2-8961-E179-FD72-CC013957E7F2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>
          <a:xfrm>
            <a:off x="7692194" y="6258815"/>
            <a:ext cx="3285369" cy="185427"/>
          </a:xfrm>
        </p:spPr>
        <p:txBody>
          <a:bodyPr/>
          <a:lstStyle>
            <a:lvl1pPr algn="r">
              <a:defRPr/>
            </a:lvl1pPr>
          </a:lstStyle>
          <a:p>
            <a:r>
              <a:rPr lang="en-GB"/>
              <a:t>Insert presentation title via Header &amp; Footer</a:t>
            </a:r>
          </a:p>
        </p:txBody>
      </p:sp>
      <p:sp>
        <p:nvSpPr>
          <p:cNvPr id="9" name="Slide Number Placeholder 7">
            <a:extLst>
              <a:ext uri="{FF2B5EF4-FFF2-40B4-BE49-F238E27FC236}">
                <a16:creationId xmlns:a16="http://schemas.microsoft.com/office/drawing/2014/main" id="{CF362AED-7747-8B4C-DC66-449DC8F38F95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>
          <a:xfrm>
            <a:off x="11276724" y="6258816"/>
            <a:ext cx="412039" cy="185426"/>
          </a:xfrm>
        </p:spPr>
        <p:txBody>
          <a:bodyPr/>
          <a:lstStyle>
            <a:lvl1pPr algn="r">
              <a:defRPr/>
            </a:lvl1pPr>
          </a:lstStyle>
          <a:p>
            <a:fld id="{43A204BC-C5BA-4EF4-ABC8-D45123A0C528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19409993"/>
      </p:ext>
    </p:extLst>
  </p:cSld>
  <p:clrMapOvr>
    <a:masterClrMapping/>
  </p:clrMapOvr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 hidden="1">
            <a:extLst>
              <a:ext uri="{FF2B5EF4-FFF2-40B4-BE49-F238E27FC236}">
                <a16:creationId xmlns:a16="http://schemas.microsoft.com/office/drawing/2014/main" id="{CF0E3E31-9EAD-4ECD-A589-4F158B739B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D251188-24ED-F4E6-F5A8-31A7540E6EE2}"/>
              </a:ext>
            </a:extLst>
          </p:cNvPr>
          <p:cNvSpPr/>
          <p:nvPr userDrawn="1"/>
        </p:nvSpPr>
        <p:spPr>
          <a:xfrm>
            <a:off x="10026650" y="5989983"/>
            <a:ext cx="1781037" cy="58309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37600" tIns="237600" rIns="237600" bIns="237600" rtlCol="0" anchor="ctr"/>
          <a:lstStyle/>
          <a:p>
            <a:pPr algn="ctr"/>
            <a:endParaRPr lang="en-001" sz="2000" noProof="0" err="1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55CB77B-0968-CE49-4F15-773BBFAB1D5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4519" y="6137000"/>
            <a:ext cx="1289050" cy="288925"/>
          </a:xfrm>
          <a:prstGeom prst="rect">
            <a:avLst/>
          </a:prstGeom>
        </p:spPr>
      </p:pic>
      <p:sp>
        <p:nvSpPr>
          <p:cNvPr id="4" name="Footer Placeholder 5">
            <a:extLst>
              <a:ext uri="{FF2B5EF4-FFF2-40B4-BE49-F238E27FC236}">
                <a16:creationId xmlns:a16="http://schemas.microsoft.com/office/drawing/2014/main" id="{BED08C67-7F74-3A8F-6E20-59E496D505D5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>
          <a:xfrm>
            <a:off x="7692194" y="6258815"/>
            <a:ext cx="3285369" cy="185427"/>
          </a:xfrm>
        </p:spPr>
        <p:txBody>
          <a:bodyPr/>
          <a:lstStyle>
            <a:lvl1pPr algn="r">
              <a:defRPr/>
            </a:lvl1pPr>
          </a:lstStyle>
          <a:p>
            <a:r>
              <a:rPr lang="en-GB"/>
              <a:t>Insert presentation title via Header &amp; Footer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5FBA5886-8CD7-0BD7-D70A-0E0F6DF935F0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>
          <a:xfrm>
            <a:off x="11276724" y="6258816"/>
            <a:ext cx="412039" cy="185426"/>
          </a:xfrm>
        </p:spPr>
        <p:txBody>
          <a:bodyPr/>
          <a:lstStyle>
            <a:lvl1pPr algn="r">
              <a:defRPr/>
            </a:lvl1pPr>
          </a:lstStyle>
          <a:p>
            <a:fld id="{43A204BC-C5BA-4EF4-ABC8-D45123A0C528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64273997"/>
      </p:ext>
    </p:extLst>
  </p:cSld>
  <p:clrMapOvr>
    <a:masterClrMapping/>
  </p:clrMapOvr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500063" y="2732088"/>
            <a:ext cx="5473700" cy="1816100"/>
          </a:xfrm>
        </p:spPr>
        <p:txBody>
          <a:bodyPr anchor="t"/>
          <a:lstStyle>
            <a:lvl1pPr algn="l">
              <a:defRPr sz="4000">
                <a:solidFill>
                  <a:schemeClr val="tx1"/>
                </a:solidFill>
              </a:defRPr>
            </a:lvl1pPr>
          </a:lstStyle>
          <a:p>
            <a:r>
              <a:rPr lang="en-GB"/>
              <a:t>Click to add title</a:t>
            </a:r>
          </a:p>
        </p:txBody>
      </p:sp>
      <p:sp>
        <p:nvSpPr>
          <p:cNvPr id="8" name="Picture Placeholder 7"/>
          <p:cNvSpPr>
            <a:spLocks noGrp="1"/>
          </p:cNvSpPr>
          <p:nvPr>
            <p:ph type="pic" sz="quarter" idx="13" hasCustomPrompt="1"/>
          </p:nvPr>
        </p:nvSpPr>
        <p:spPr>
          <a:xfrm>
            <a:off x="6218238" y="492125"/>
            <a:ext cx="5472112" cy="5145088"/>
          </a:xfrm>
          <a:noFill/>
        </p:spPr>
        <p:txBody>
          <a:bodyPr lIns="144000" tIns="108000"/>
          <a:lstStyle>
            <a:lvl1pPr marL="0" indent="0" algn="ctr">
              <a:buNone/>
              <a:defRPr sz="1200">
                <a:solidFill>
                  <a:schemeClr val="tx1"/>
                </a:solidFill>
              </a:defRPr>
            </a:lvl1pPr>
          </a:lstStyle>
          <a:p>
            <a:r>
              <a:rPr lang="en-GB"/>
              <a:t>Click here and insert picture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0053EA21-14DD-464D-95CF-F4D04D57A477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99669" y="6112252"/>
            <a:ext cx="2629369" cy="140506"/>
          </a:xfrm>
        </p:spPr>
        <p:txBody>
          <a:bodyPr/>
          <a:lstStyle>
            <a:lvl1pPr marL="0" indent="0">
              <a:buNone/>
              <a:defRPr sz="900">
                <a:solidFill>
                  <a:schemeClr val="tx1"/>
                </a:solidFill>
              </a:defRPr>
            </a:lvl1pPr>
          </a:lstStyle>
          <a:p>
            <a:pPr lvl="0"/>
            <a:r>
              <a:rPr lang="en-GB"/>
              <a:t>Insert presenter’s name and surname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8922A9B-8A21-4C62-B8E0-4E57BCB7F23C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501726" y="6247262"/>
            <a:ext cx="2627312" cy="140910"/>
          </a:xfrm>
        </p:spPr>
        <p:txBody>
          <a:bodyPr wrap="none" lIns="0" tIns="0" rIns="0" bIns="0"/>
          <a:lstStyle>
            <a:lvl1pPr>
              <a:defRPr sz="900">
                <a:solidFill>
                  <a:schemeClr val="tx1"/>
                </a:solidFill>
              </a:defRPr>
            </a:lvl1pPr>
          </a:lstStyle>
          <a:p>
            <a:endParaRPr lang="en-GB"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9A7553E4-9495-4C62-83B3-76F11C412FE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6747" y="6057799"/>
            <a:ext cx="1905000" cy="425604"/>
          </a:xfrm>
          <a:prstGeom prst="rect">
            <a:avLst/>
          </a:prstGeom>
        </p:spPr>
      </p:pic>
      <p:sp>
        <p:nvSpPr>
          <p:cNvPr id="19" name="Footer Placeholder 18" hidden="1">
            <a:extLst>
              <a:ext uri="{FF2B5EF4-FFF2-40B4-BE49-F238E27FC236}">
                <a16:creationId xmlns:a16="http://schemas.microsoft.com/office/drawing/2014/main" id="{EF117A4B-54AF-45DE-842B-8168C527210F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0" y="6858000"/>
            <a:ext cx="0" cy="0"/>
          </a:xfrm>
        </p:spPr>
        <p:txBody>
          <a:bodyPr/>
          <a:lstStyle>
            <a:lvl1pPr>
              <a:defRPr sz="100">
                <a:noFill/>
              </a:defRPr>
            </a:lvl1pPr>
          </a:lstStyle>
          <a:p>
            <a:r>
              <a:rPr lang="en-GB"/>
              <a:t>Insert presentation title via Header &amp; Footer</a:t>
            </a:r>
          </a:p>
        </p:txBody>
      </p:sp>
      <p:sp>
        <p:nvSpPr>
          <p:cNvPr id="20" name="Slide Number Placeholder 19" hidden="1">
            <a:extLst>
              <a:ext uri="{FF2B5EF4-FFF2-40B4-BE49-F238E27FC236}">
                <a16:creationId xmlns:a16="http://schemas.microsoft.com/office/drawing/2014/main" id="{6BB5F837-CD41-4FEA-B45A-2B3A60DC7C20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0" y="6858000"/>
            <a:ext cx="0" cy="0"/>
          </a:xfrm>
        </p:spPr>
        <p:txBody>
          <a:bodyPr/>
          <a:lstStyle>
            <a:lvl1pPr>
              <a:defRPr sz="100">
                <a:noFill/>
              </a:defRPr>
            </a:lvl1pPr>
          </a:lstStyle>
          <a:p>
            <a:r>
              <a:rPr lang="en-GB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575447494"/>
      </p:ext>
    </p:extLst>
  </p:cSld>
  <p:clrMapOvr>
    <a:masterClrMapping/>
  </p:clrMapOvr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genda A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00063" y="501649"/>
            <a:ext cx="11190287" cy="93027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 noProof="0"/>
              <a:t>Click to add agenda/contents</a:t>
            </a:r>
          </a:p>
        </p:txBody>
      </p:sp>
      <p:sp>
        <p:nvSpPr>
          <p:cNvPr id="7" name="Text Placeholder 2"/>
          <p:cNvSpPr>
            <a:spLocks noGrp="1"/>
          </p:cNvSpPr>
          <p:nvPr>
            <p:ph type="body" sz="quarter" idx="13" hasCustomPrompt="1"/>
          </p:nvPr>
        </p:nvSpPr>
        <p:spPr>
          <a:xfrm>
            <a:off x="500062" y="1943100"/>
            <a:ext cx="954087" cy="3701025"/>
          </a:xfrm>
        </p:spPr>
        <p:txBody>
          <a:bodyPr/>
          <a:lstStyle>
            <a:lvl1pPr marL="0" indent="0">
              <a:lnSpc>
                <a:spcPct val="8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​"/>
              <a:defRPr sz="1600" b="0" i="0">
                <a:solidFill>
                  <a:schemeClr val="bg1"/>
                </a:solidFill>
                <a:latin typeface="+mn-lt"/>
              </a:defRPr>
            </a:lvl1pPr>
            <a:lvl2pPr marL="0" indent="0">
              <a:lnSpc>
                <a:spcPct val="8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​"/>
              <a:defRPr sz="1600" b="0" i="0">
                <a:solidFill>
                  <a:schemeClr val="accent1"/>
                </a:solidFill>
                <a:latin typeface="+mn-lt"/>
              </a:defRPr>
            </a:lvl2pPr>
            <a:lvl3pPr marL="0" indent="0">
              <a:lnSpc>
                <a:spcPct val="8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​"/>
              <a:defRPr sz="1600" b="0" i="0">
                <a:solidFill>
                  <a:schemeClr val="bg1"/>
                </a:solidFill>
                <a:latin typeface="+mn-lt"/>
              </a:defRPr>
            </a:lvl3pPr>
            <a:lvl4pPr marL="0" indent="0">
              <a:lnSpc>
                <a:spcPct val="8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​"/>
              <a:defRPr sz="1600" b="0" i="0">
                <a:solidFill>
                  <a:schemeClr val="accent1"/>
                </a:solidFill>
                <a:latin typeface="+mn-lt"/>
              </a:defRPr>
            </a:lvl4pPr>
            <a:lvl5pPr marL="0" indent="0">
              <a:lnSpc>
                <a:spcPct val="8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​"/>
              <a:defRPr sz="1600" b="0" i="0">
                <a:solidFill>
                  <a:schemeClr val="bg1"/>
                </a:solidFill>
                <a:latin typeface="+mn-lt"/>
              </a:defRPr>
            </a:lvl5pPr>
            <a:lvl6pPr marL="0" indent="0">
              <a:lnSpc>
                <a:spcPct val="8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​"/>
              <a:defRPr sz="1600" b="0" i="0">
                <a:solidFill>
                  <a:schemeClr val="accent1"/>
                </a:solidFill>
                <a:latin typeface="+mn-lt"/>
              </a:defRPr>
            </a:lvl6pPr>
            <a:lvl7pPr marL="0" indent="0">
              <a:lnSpc>
                <a:spcPct val="8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​"/>
              <a:defRPr sz="1600" b="0" i="0">
                <a:solidFill>
                  <a:schemeClr val="bg1"/>
                </a:solidFill>
                <a:latin typeface="+mn-lt"/>
              </a:defRPr>
            </a:lvl7pPr>
            <a:lvl8pPr marL="0" indent="0">
              <a:lnSpc>
                <a:spcPct val="8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​"/>
              <a:defRPr sz="1600" b="0" i="0">
                <a:solidFill>
                  <a:schemeClr val="accent1"/>
                </a:solidFill>
                <a:latin typeface="+mn-lt"/>
              </a:defRPr>
            </a:lvl8pPr>
            <a:lvl9pPr marL="0" indent="0">
              <a:lnSpc>
                <a:spcPct val="8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​"/>
              <a:defRPr sz="1600" b="0" i="0">
                <a:solidFill>
                  <a:schemeClr val="bg1"/>
                </a:solidFill>
                <a:latin typeface="+mn-lt"/>
              </a:defRPr>
            </a:lvl9pPr>
          </a:lstStyle>
          <a:p>
            <a:pPr lvl="0"/>
            <a:r>
              <a:rPr lang="en-GB" noProof="0"/>
              <a:t>1.00</a:t>
            </a:r>
          </a:p>
          <a:p>
            <a:pPr lvl="1"/>
            <a:r>
              <a:rPr lang="en-GB" noProof="0"/>
              <a:t>2.00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</a:p>
          <a:p>
            <a:pPr lvl="5"/>
            <a:r>
              <a:rPr lang="en-GB" noProof="0"/>
              <a:t>6</a:t>
            </a:r>
          </a:p>
          <a:p>
            <a:pPr lvl="6"/>
            <a:r>
              <a:rPr lang="en-GB" noProof="0"/>
              <a:t>7</a:t>
            </a:r>
          </a:p>
          <a:p>
            <a:pPr lvl="7"/>
            <a:r>
              <a:rPr lang="en-GB" noProof="0"/>
              <a:t>8</a:t>
            </a:r>
          </a:p>
          <a:p>
            <a:pPr lvl="8"/>
            <a:r>
              <a:rPr lang="en-GB" noProof="0"/>
              <a:t>9</a:t>
            </a:r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7C354DE8-B49E-4B51-91DD-A34B6B5B17F0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671637" y="1943100"/>
            <a:ext cx="4546601" cy="3701025"/>
          </a:xfrm>
        </p:spPr>
        <p:txBody>
          <a:bodyPr/>
          <a:lstStyle>
            <a:lvl1pPr marL="0" indent="0">
              <a:lnSpc>
                <a:spcPct val="8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​"/>
              <a:defRPr sz="1600" b="0" i="0">
                <a:solidFill>
                  <a:schemeClr val="bg1"/>
                </a:solidFill>
                <a:latin typeface="+mn-lt"/>
              </a:defRPr>
            </a:lvl1pPr>
            <a:lvl2pPr marL="0" indent="0">
              <a:lnSpc>
                <a:spcPct val="8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​"/>
              <a:defRPr sz="1600" b="0" i="0">
                <a:solidFill>
                  <a:schemeClr val="accent1"/>
                </a:solidFill>
                <a:latin typeface="+mn-lt"/>
              </a:defRPr>
            </a:lvl2pPr>
            <a:lvl3pPr marL="0" indent="0">
              <a:lnSpc>
                <a:spcPct val="8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​"/>
              <a:defRPr sz="1600" b="0" i="0">
                <a:solidFill>
                  <a:schemeClr val="bg1"/>
                </a:solidFill>
                <a:latin typeface="+mn-lt"/>
              </a:defRPr>
            </a:lvl3pPr>
            <a:lvl4pPr marL="0" indent="0">
              <a:lnSpc>
                <a:spcPct val="8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​"/>
              <a:defRPr sz="1600" b="0" i="0">
                <a:solidFill>
                  <a:schemeClr val="accent1"/>
                </a:solidFill>
                <a:latin typeface="+mn-lt"/>
              </a:defRPr>
            </a:lvl4pPr>
            <a:lvl5pPr marL="0" indent="0">
              <a:lnSpc>
                <a:spcPct val="8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​"/>
              <a:defRPr sz="1600" b="0" i="0">
                <a:solidFill>
                  <a:schemeClr val="bg1"/>
                </a:solidFill>
                <a:latin typeface="+mn-lt"/>
              </a:defRPr>
            </a:lvl5pPr>
            <a:lvl6pPr marL="0" indent="0">
              <a:lnSpc>
                <a:spcPct val="8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​"/>
              <a:defRPr sz="1600" b="0" i="0">
                <a:solidFill>
                  <a:schemeClr val="accent1"/>
                </a:solidFill>
              </a:defRPr>
            </a:lvl6pPr>
            <a:lvl7pPr marL="0" indent="0">
              <a:lnSpc>
                <a:spcPct val="8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​"/>
              <a:defRPr sz="1600" b="0" i="0">
                <a:solidFill>
                  <a:schemeClr val="bg1"/>
                </a:solidFill>
              </a:defRPr>
            </a:lvl7pPr>
            <a:lvl8pPr marL="0" indent="0">
              <a:lnSpc>
                <a:spcPct val="8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​"/>
              <a:defRPr sz="1600" b="0" i="0">
                <a:solidFill>
                  <a:schemeClr val="accent1"/>
                </a:solidFill>
              </a:defRPr>
            </a:lvl8pPr>
            <a:lvl9pPr marL="0" indent="0">
              <a:lnSpc>
                <a:spcPct val="8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​"/>
              <a:defRPr sz="1600" b="0" i="0">
                <a:solidFill>
                  <a:schemeClr val="bg1"/>
                </a:solidFill>
              </a:defRPr>
            </a:lvl9pPr>
          </a:lstStyle>
          <a:p>
            <a:pPr lvl="0"/>
            <a:r>
              <a:rPr lang="en-GB" noProof="0"/>
              <a:t>Click to add text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</a:p>
          <a:p>
            <a:pPr lvl="5"/>
            <a:r>
              <a:rPr lang="en-GB" noProof="0"/>
              <a:t>6</a:t>
            </a:r>
          </a:p>
          <a:p>
            <a:pPr lvl="6"/>
            <a:r>
              <a:rPr lang="en-GB" noProof="0"/>
              <a:t>7</a:t>
            </a:r>
          </a:p>
          <a:p>
            <a:pPr lvl="7"/>
            <a:r>
              <a:rPr lang="en-GB" noProof="0"/>
              <a:t>8</a:t>
            </a:r>
          </a:p>
          <a:p>
            <a:pPr lvl="8"/>
            <a:r>
              <a:rPr lang="en-GB" noProof="0"/>
              <a:t>9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0622D19-DC71-4F90-AA62-D86E2AFEADC3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Insert presentation title via Header &amp; Footer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0AFC17B-5A74-4635-AFC9-1AEF46863139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43A204BC-C5BA-4EF4-ABC8-D45123A0C528}" type="slidenum">
              <a:rPr lang="en-GB" smtClean="0"/>
              <a:pPr/>
              <a:t>‹#›</a:t>
            </a:fld>
            <a:endParaRPr lang="en-GB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11D98D28-9108-4EC2-92D0-619C856BFFE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59676" y="6134617"/>
            <a:ext cx="1435438" cy="320697"/>
          </a:xfrm>
          <a:prstGeom prst="rect">
            <a:avLst/>
          </a:prstGeom>
        </p:spPr>
      </p:pic>
      <p:sp>
        <p:nvSpPr>
          <p:cNvPr id="6" name="Date Placeholder 5" hidden="1">
            <a:extLst>
              <a:ext uri="{FF2B5EF4-FFF2-40B4-BE49-F238E27FC236}">
                <a16:creationId xmlns:a16="http://schemas.microsoft.com/office/drawing/2014/main" id="{10320B85-9075-4BE3-80FE-A4FBA5B89417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>
                <a:noFill/>
              </a:defRPr>
            </a:lvl1pPr>
          </a:lstStyle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62359052"/>
      </p:ext>
    </p:extLst>
  </p:cSld>
  <p:clrMapOvr>
    <a:masterClrMapping/>
  </p:clrMapOvr>
</p:sldLayout>
</file>

<file path=ppt/slideLayouts/slideLayout10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C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500063" y="2732088"/>
            <a:ext cx="5473700" cy="1816100"/>
          </a:xfrm>
        </p:spPr>
        <p:txBody>
          <a:bodyPr anchor="t"/>
          <a:lstStyle>
            <a:lvl1pPr algn="l">
              <a:defRPr sz="4000">
                <a:solidFill>
                  <a:schemeClr val="bg1"/>
                </a:solidFill>
              </a:defRPr>
            </a:lvl1pPr>
          </a:lstStyle>
          <a:p>
            <a:r>
              <a:rPr lang="en-GB"/>
              <a:t>Click to add title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0053EA21-14DD-464D-95CF-F4D04D57A477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98940" y="6112252"/>
            <a:ext cx="2629369" cy="140506"/>
          </a:xfrm>
        </p:spPr>
        <p:txBody>
          <a:bodyPr/>
          <a:lstStyle>
            <a:lvl1pPr marL="0" indent="0">
              <a:buNone/>
              <a:defRPr sz="900">
                <a:solidFill>
                  <a:schemeClr val="bg1"/>
                </a:solidFill>
              </a:defRPr>
            </a:lvl1pPr>
          </a:lstStyle>
          <a:p>
            <a:pPr lvl="0"/>
            <a:r>
              <a:rPr lang="en-GB"/>
              <a:t>Insert presenter’s name and surname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8922A9B-8A21-4C62-B8E0-4E57BCB7F23C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500997" y="6247262"/>
            <a:ext cx="2627312" cy="140910"/>
          </a:xfrm>
        </p:spPr>
        <p:txBody>
          <a:bodyPr wrap="none" lIns="0" tIns="0" rIns="0" bIns="0"/>
          <a:lstStyle>
            <a:lvl1pPr>
              <a:defRPr sz="900">
                <a:solidFill>
                  <a:schemeClr val="bg1"/>
                </a:solidFill>
              </a:defRPr>
            </a:lvl1pPr>
          </a:lstStyle>
          <a:p>
            <a:endParaRPr lang="en-GB"/>
          </a:p>
        </p:txBody>
      </p:sp>
      <p:sp>
        <p:nvSpPr>
          <p:cNvPr id="19" name="Footer Placeholder 18" hidden="1">
            <a:extLst>
              <a:ext uri="{FF2B5EF4-FFF2-40B4-BE49-F238E27FC236}">
                <a16:creationId xmlns:a16="http://schemas.microsoft.com/office/drawing/2014/main" id="{EF117A4B-54AF-45DE-842B-8168C527210F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0" y="6858000"/>
            <a:ext cx="0" cy="0"/>
          </a:xfrm>
        </p:spPr>
        <p:txBody>
          <a:bodyPr/>
          <a:lstStyle>
            <a:lvl1pPr>
              <a:defRPr sz="100">
                <a:noFill/>
              </a:defRPr>
            </a:lvl1pPr>
          </a:lstStyle>
          <a:p>
            <a:r>
              <a:rPr lang="en-GB"/>
              <a:t>Insert presentation title via Header &amp; Footer</a:t>
            </a:r>
          </a:p>
        </p:txBody>
      </p:sp>
      <p:sp>
        <p:nvSpPr>
          <p:cNvPr id="20" name="Slide Number Placeholder 19" hidden="1">
            <a:extLst>
              <a:ext uri="{FF2B5EF4-FFF2-40B4-BE49-F238E27FC236}">
                <a16:creationId xmlns:a16="http://schemas.microsoft.com/office/drawing/2014/main" id="{6BB5F837-CD41-4FEA-B45A-2B3A60DC7C20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0" y="6858000"/>
            <a:ext cx="0" cy="0"/>
          </a:xfrm>
        </p:spPr>
        <p:txBody>
          <a:bodyPr/>
          <a:lstStyle>
            <a:lvl1pPr>
              <a:defRPr sz="100">
                <a:noFill/>
              </a:defRPr>
            </a:lvl1pPr>
          </a:lstStyle>
          <a:p>
            <a:r>
              <a:rPr lang="en-GB"/>
              <a:t>.</a:t>
            </a:r>
          </a:p>
        </p:txBody>
      </p:sp>
      <p:pic>
        <p:nvPicPr>
          <p:cNvPr id="9" name="Logo">
            <a:extLst>
              <a:ext uri="{FF2B5EF4-FFF2-40B4-BE49-F238E27FC236}">
                <a16:creationId xmlns:a16="http://schemas.microsoft.com/office/drawing/2014/main" id="{7048F7A2-A910-4758-AA3D-CD67AF0CDE9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6747" y="6057799"/>
            <a:ext cx="1904400" cy="4254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1545699"/>
      </p:ext>
    </p:extLst>
  </p:cSld>
  <p:clrMapOvr>
    <a:masterClrMapping/>
  </p:clrMapOvr>
</p:sldLayout>
</file>

<file path=ppt/slideLayouts/slideLayout10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00063" y="501649"/>
            <a:ext cx="11190287" cy="93027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GB" noProof="0"/>
              <a:t>Click to add agenda/contents</a:t>
            </a:r>
          </a:p>
        </p:txBody>
      </p:sp>
      <p:sp>
        <p:nvSpPr>
          <p:cNvPr id="7" name="Text Placeholder 2"/>
          <p:cNvSpPr>
            <a:spLocks noGrp="1"/>
          </p:cNvSpPr>
          <p:nvPr>
            <p:ph type="body" sz="quarter" idx="13" hasCustomPrompt="1"/>
          </p:nvPr>
        </p:nvSpPr>
        <p:spPr>
          <a:xfrm>
            <a:off x="500062" y="1943101"/>
            <a:ext cx="954087" cy="3696826"/>
          </a:xfrm>
        </p:spPr>
        <p:txBody>
          <a:bodyPr/>
          <a:lstStyle>
            <a:lvl1pPr marL="0" indent="0">
              <a:lnSpc>
                <a:spcPct val="8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​"/>
              <a:defRPr sz="1600" b="0" i="0">
                <a:solidFill>
                  <a:schemeClr val="tx1"/>
                </a:solidFill>
                <a:latin typeface="+mn-lt"/>
              </a:defRPr>
            </a:lvl1pPr>
            <a:lvl2pPr marL="0" indent="0">
              <a:lnSpc>
                <a:spcPct val="8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​"/>
              <a:defRPr sz="1600" b="0" i="0">
                <a:solidFill>
                  <a:schemeClr val="accent1"/>
                </a:solidFill>
                <a:latin typeface="+mn-lt"/>
              </a:defRPr>
            </a:lvl2pPr>
            <a:lvl3pPr marL="0" indent="0">
              <a:lnSpc>
                <a:spcPct val="8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​"/>
              <a:defRPr sz="1600" b="0" i="0">
                <a:solidFill>
                  <a:schemeClr val="tx1"/>
                </a:solidFill>
                <a:latin typeface="+mn-lt"/>
              </a:defRPr>
            </a:lvl3pPr>
            <a:lvl4pPr marL="0" indent="0">
              <a:lnSpc>
                <a:spcPct val="8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​"/>
              <a:defRPr sz="1600" b="0" i="0">
                <a:solidFill>
                  <a:schemeClr val="accent1"/>
                </a:solidFill>
                <a:latin typeface="+mn-lt"/>
              </a:defRPr>
            </a:lvl4pPr>
            <a:lvl5pPr marL="0" indent="0">
              <a:lnSpc>
                <a:spcPct val="8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​"/>
              <a:defRPr sz="1600" b="0" i="0">
                <a:solidFill>
                  <a:schemeClr val="tx1"/>
                </a:solidFill>
                <a:latin typeface="+mn-lt"/>
              </a:defRPr>
            </a:lvl5pPr>
            <a:lvl6pPr marL="0" indent="0">
              <a:lnSpc>
                <a:spcPct val="8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​"/>
              <a:defRPr sz="1600" b="0" i="0">
                <a:solidFill>
                  <a:schemeClr val="accent1"/>
                </a:solidFill>
                <a:latin typeface="+mn-lt"/>
              </a:defRPr>
            </a:lvl6pPr>
            <a:lvl7pPr marL="0" indent="0">
              <a:lnSpc>
                <a:spcPct val="8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​"/>
              <a:defRPr sz="1600" b="0" i="0">
                <a:solidFill>
                  <a:schemeClr val="tx1"/>
                </a:solidFill>
                <a:latin typeface="+mn-lt"/>
              </a:defRPr>
            </a:lvl7pPr>
            <a:lvl8pPr marL="0" indent="0">
              <a:lnSpc>
                <a:spcPct val="8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​"/>
              <a:defRPr sz="1600" b="0" i="0">
                <a:solidFill>
                  <a:schemeClr val="accent1"/>
                </a:solidFill>
                <a:latin typeface="+mn-lt"/>
              </a:defRPr>
            </a:lvl8pPr>
            <a:lvl9pPr marL="0" indent="0">
              <a:lnSpc>
                <a:spcPct val="8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​"/>
              <a:defRPr sz="1600" b="0" i="0">
                <a:solidFill>
                  <a:schemeClr val="tx1"/>
                </a:solidFill>
                <a:latin typeface="+mn-lt"/>
              </a:defRPr>
            </a:lvl9pPr>
          </a:lstStyle>
          <a:p>
            <a:pPr lvl="0"/>
            <a:r>
              <a:rPr lang="en-GB" noProof="0"/>
              <a:t>1.00</a:t>
            </a:r>
          </a:p>
          <a:p>
            <a:pPr lvl="1"/>
            <a:r>
              <a:rPr lang="en-GB" noProof="0"/>
              <a:t>2.00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</a:p>
          <a:p>
            <a:pPr lvl="5"/>
            <a:r>
              <a:rPr lang="en-GB" noProof="0"/>
              <a:t>6</a:t>
            </a:r>
          </a:p>
          <a:p>
            <a:pPr lvl="6"/>
            <a:r>
              <a:rPr lang="en-GB" noProof="0"/>
              <a:t>7</a:t>
            </a:r>
          </a:p>
          <a:p>
            <a:pPr lvl="7"/>
            <a:r>
              <a:rPr lang="en-GB" noProof="0"/>
              <a:t>8</a:t>
            </a:r>
          </a:p>
          <a:p>
            <a:pPr lvl="8"/>
            <a:r>
              <a:rPr lang="en-GB" noProof="0"/>
              <a:t>9</a:t>
            </a:r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7C354DE8-B49E-4B51-91DD-A34B6B5B17F0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671637" y="1943101"/>
            <a:ext cx="4546601" cy="3696826"/>
          </a:xfrm>
        </p:spPr>
        <p:txBody>
          <a:bodyPr/>
          <a:lstStyle>
            <a:lvl1pPr marL="0" indent="0">
              <a:lnSpc>
                <a:spcPct val="8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​"/>
              <a:defRPr sz="1600" b="0" i="0">
                <a:solidFill>
                  <a:schemeClr val="tx1"/>
                </a:solidFill>
                <a:latin typeface="+mn-lt"/>
              </a:defRPr>
            </a:lvl1pPr>
            <a:lvl2pPr marL="0" indent="0">
              <a:lnSpc>
                <a:spcPct val="8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​"/>
              <a:defRPr sz="1600" b="0" i="0">
                <a:solidFill>
                  <a:schemeClr val="accent1"/>
                </a:solidFill>
                <a:latin typeface="+mn-lt"/>
              </a:defRPr>
            </a:lvl2pPr>
            <a:lvl3pPr marL="0" indent="0">
              <a:lnSpc>
                <a:spcPct val="8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​"/>
              <a:defRPr sz="1600" b="0" i="0">
                <a:solidFill>
                  <a:schemeClr val="tx1"/>
                </a:solidFill>
                <a:latin typeface="+mn-lt"/>
              </a:defRPr>
            </a:lvl3pPr>
            <a:lvl4pPr marL="0" indent="0">
              <a:lnSpc>
                <a:spcPct val="8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​"/>
              <a:defRPr sz="1600" b="0" i="0">
                <a:solidFill>
                  <a:schemeClr val="accent1"/>
                </a:solidFill>
                <a:latin typeface="+mn-lt"/>
              </a:defRPr>
            </a:lvl4pPr>
            <a:lvl5pPr marL="0" indent="0">
              <a:lnSpc>
                <a:spcPct val="8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​"/>
              <a:defRPr sz="1600" b="0" i="0">
                <a:solidFill>
                  <a:schemeClr val="tx1"/>
                </a:solidFill>
                <a:latin typeface="+mn-lt"/>
              </a:defRPr>
            </a:lvl5pPr>
            <a:lvl6pPr marL="0" indent="0">
              <a:lnSpc>
                <a:spcPct val="8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​"/>
              <a:defRPr sz="1600" b="0" i="0">
                <a:solidFill>
                  <a:schemeClr val="accent1"/>
                </a:solidFill>
              </a:defRPr>
            </a:lvl6pPr>
            <a:lvl7pPr marL="0" indent="0">
              <a:lnSpc>
                <a:spcPct val="8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​"/>
              <a:defRPr sz="1600" b="0" i="0">
                <a:solidFill>
                  <a:schemeClr val="tx1"/>
                </a:solidFill>
              </a:defRPr>
            </a:lvl7pPr>
            <a:lvl8pPr marL="0" indent="0">
              <a:lnSpc>
                <a:spcPct val="8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​"/>
              <a:defRPr sz="1600" b="0" i="0">
                <a:solidFill>
                  <a:schemeClr val="accent1"/>
                </a:solidFill>
              </a:defRPr>
            </a:lvl8pPr>
            <a:lvl9pPr marL="0" indent="0">
              <a:lnSpc>
                <a:spcPct val="8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​"/>
              <a:defRPr sz="1600" b="0" i="0">
                <a:solidFill>
                  <a:schemeClr val="tx1"/>
                </a:solidFill>
              </a:defRPr>
            </a:lvl9pPr>
          </a:lstStyle>
          <a:p>
            <a:pPr lvl="0"/>
            <a:r>
              <a:rPr lang="en-GB" noProof="0"/>
              <a:t>Click to add text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</a:p>
          <a:p>
            <a:pPr lvl="5"/>
            <a:r>
              <a:rPr lang="en-GB" noProof="0"/>
              <a:t>6</a:t>
            </a:r>
          </a:p>
          <a:p>
            <a:pPr lvl="6"/>
            <a:r>
              <a:rPr lang="en-GB" noProof="0"/>
              <a:t>7</a:t>
            </a:r>
          </a:p>
          <a:p>
            <a:pPr lvl="7"/>
            <a:r>
              <a:rPr lang="en-GB" noProof="0"/>
              <a:t>8</a:t>
            </a:r>
          </a:p>
          <a:p>
            <a:pPr lvl="8"/>
            <a:r>
              <a:rPr lang="en-GB" noProof="0"/>
              <a:t>9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0622D19-DC71-4F90-AA62-D86E2AFEADC3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GB"/>
              <a:t>Insert presentation title via Header &amp; Footer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0AFC17B-5A74-4635-AFC9-1AEF46863139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43A204BC-C5BA-4EF4-ABC8-D45123A0C528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6" name="Date Placeholder 5" hidden="1">
            <a:extLst>
              <a:ext uri="{FF2B5EF4-FFF2-40B4-BE49-F238E27FC236}">
                <a16:creationId xmlns:a16="http://schemas.microsoft.com/office/drawing/2014/main" id="{10320B85-9075-4BE3-80FE-A4FBA5B89417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>
                <a:noFill/>
              </a:defRPr>
            </a:lvl1pPr>
          </a:lstStyle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34875065"/>
      </p:ext>
    </p:extLst>
  </p:cSld>
  <p:clrMapOvr>
    <a:masterClrMapping/>
  </p:clrMapOvr>
</p:sldLayout>
</file>

<file path=ppt/slideLayouts/slideLayout10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duction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C76334-9261-4B58-9174-1059920D6CE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0400" y="501649"/>
            <a:ext cx="5484476" cy="1990726"/>
          </a:xfrm>
        </p:spPr>
        <p:txBody>
          <a:bodyPr/>
          <a:lstStyle>
            <a:lvl1pPr marL="0" indent="0">
              <a:buFontTx/>
              <a:buNone/>
              <a:tabLst>
                <a:tab pos="936000" algn="l"/>
              </a:tabLst>
              <a:defRPr sz="4000"/>
            </a:lvl1pPr>
          </a:lstStyle>
          <a:p>
            <a:r>
              <a:rPr lang="en-GB" noProof="0"/>
              <a:t>Click to add title, tab for first line indent</a:t>
            </a:r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097E6BB-0526-4ECF-A7B6-F012FA93D06B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GB"/>
              <a:t>Insert presentation title via Header &amp; Footer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8AE9849-36F9-4EC3-BE81-D2FC41D399A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3A204BC-C5BA-4EF4-ABC8-D45123A0C528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ECB67E9-4625-4D5C-A0BB-D895986FA297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6CBAD38D-0859-4790-A878-F926B90F35C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314825" y="3521075"/>
            <a:ext cx="7375525" cy="2116138"/>
          </a:xfrm>
        </p:spPr>
        <p:txBody>
          <a:bodyPr/>
          <a:lstStyle>
            <a:lvl1pPr marL="0" indent="0">
              <a:spcAft>
                <a:spcPts val="0"/>
              </a:spcAft>
              <a:buFont typeface="Arial" panose="020B0604020202020204" pitchFamily="34" charset="0"/>
              <a:buChar char="​"/>
              <a:defRPr sz="2400">
                <a:latin typeface="+mj-lt"/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2400">
                <a:solidFill>
                  <a:schemeClr val="accent1"/>
                </a:solidFill>
                <a:latin typeface="+mj-lt"/>
              </a:defRPr>
            </a:lvl2pPr>
            <a:lvl3pPr marL="180000" indent="-180000">
              <a:defRPr sz="160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40532170"/>
      </p:ext>
    </p:extLst>
  </p:cSld>
  <p:clrMapOvr>
    <a:masterClrMapping/>
  </p:clrMapOvr>
</p:sldLayout>
</file>

<file path=ppt/slideLayouts/slideLayout10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00063" y="501649"/>
            <a:ext cx="6675437" cy="930275"/>
          </a:xfrm>
        </p:spPr>
        <p:txBody>
          <a:bodyPr/>
          <a:lstStyle>
            <a:lvl1pPr>
              <a:defRPr/>
            </a:lvl1pPr>
          </a:lstStyle>
          <a:p>
            <a:r>
              <a:rPr lang="en-GB" noProof="0"/>
              <a:t>Click to add title</a:t>
            </a:r>
          </a:p>
        </p:txBody>
      </p:sp>
      <p:sp>
        <p:nvSpPr>
          <p:cNvPr id="7" name="Content Placeholder 2"/>
          <p:cNvSpPr>
            <a:spLocks noGrp="1"/>
          </p:cNvSpPr>
          <p:nvPr>
            <p:ph sz="quarter" idx="13" hasCustomPrompt="1"/>
          </p:nvPr>
        </p:nvSpPr>
        <p:spPr>
          <a:xfrm>
            <a:off x="500063" y="1943100"/>
            <a:ext cx="6675437" cy="3694113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GB" noProof="0"/>
              <a:t>Click to add text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</a:p>
        </p:txBody>
      </p:sp>
      <p:sp>
        <p:nvSpPr>
          <p:cNvPr id="23" name="Picture Placeholder 3"/>
          <p:cNvSpPr>
            <a:spLocks noGrp="1"/>
          </p:cNvSpPr>
          <p:nvPr>
            <p:ph type="pic" sz="quarter" idx="14" hasCustomPrompt="1"/>
          </p:nvPr>
        </p:nvSpPr>
        <p:spPr>
          <a:xfrm>
            <a:off x="8129587" y="501650"/>
            <a:ext cx="3560763" cy="5135563"/>
          </a:xfrm>
        </p:spPr>
        <p:txBody>
          <a:bodyPr tIns="72000" anchor="t" anchorCtr="0"/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1200"/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Click here and insert picture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56DACA2-719F-4647-9BA8-281A8F2BFCA5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GB"/>
              <a:t>Insert presentation title via Header &amp; Footer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DAB2A36-6220-480C-B58F-CFF0A15787CF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43A204BC-C5BA-4EF4-ABC8-D45123A0C528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6" name="Date Placeholder 5" hidden="1">
            <a:extLst>
              <a:ext uri="{FF2B5EF4-FFF2-40B4-BE49-F238E27FC236}">
                <a16:creationId xmlns:a16="http://schemas.microsoft.com/office/drawing/2014/main" id="{BC8FE318-906F-4EA5-9B25-B9CA26679122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15989426"/>
      </p:ext>
    </p:extLst>
  </p:cSld>
  <p:clrMapOvr>
    <a:masterClrMapping/>
  </p:clrMapOvr>
</p:sldLayout>
</file>

<file path=ppt/slideLayouts/slideLayout10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00063" y="501649"/>
            <a:ext cx="11188700" cy="930275"/>
          </a:xfrm>
        </p:spPr>
        <p:txBody>
          <a:bodyPr/>
          <a:lstStyle>
            <a:lvl1pPr>
              <a:defRPr/>
            </a:lvl1pPr>
          </a:lstStyle>
          <a:p>
            <a:r>
              <a:rPr lang="en-GB" noProof="0"/>
              <a:t>Click to add title</a:t>
            </a:r>
          </a:p>
        </p:txBody>
      </p:sp>
      <p:sp>
        <p:nvSpPr>
          <p:cNvPr id="7" name="Content Placeholder 2"/>
          <p:cNvSpPr>
            <a:spLocks noGrp="1"/>
          </p:cNvSpPr>
          <p:nvPr>
            <p:ph sz="quarter" idx="13" hasCustomPrompt="1"/>
          </p:nvPr>
        </p:nvSpPr>
        <p:spPr>
          <a:xfrm>
            <a:off x="500063" y="1943100"/>
            <a:ext cx="6675437" cy="3694113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GB" noProof="0"/>
              <a:t>Click to add text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</a:p>
        </p:txBody>
      </p:sp>
      <p:sp>
        <p:nvSpPr>
          <p:cNvPr id="23" name="Picture Placeholder 3"/>
          <p:cNvSpPr>
            <a:spLocks noGrp="1"/>
          </p:cNvSpPr>
          <p:nvPr>
            <p:ph type="pic" sz="quarter" idx="14" hasCustomPrompt="1"/>
          </p:nvPr>
        </p:nvSpPr>
        <p:spPr>
          <a:xfrm>
            <a:off x="8129587" y="1943100"/>
            <a:ext cx="3560763" cy="3694113"/>
          </a:xfrm>
        </p:spPr>
        <p:txBody>
          <a:bodyPr tIns="72000" anchor="t" anchorCtr="0"/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1200"/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Click here and insert picture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56DACA2-719F-4647-9BA8-281A8F2BFCA5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GB"/>
              <a:t>Insert presentation title via Header &amp; Footer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DAB2A36-6220-480C-B58F-CFF0A15787CF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43A204BC-C5BA-4EF4-ABC8-D45123A0C528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6" name="Date Placeholder 5" hidden="1">
            <a:extLst>
              <a:ext uri="{FF2B5EF4-FFF2-40B4-BE49-F238E27FC236}">
                <a16:creationId xmlns:a16="http://schemas.microsoft.com/office/drawing/2014/main" id="{BC8FE318-906F-4EA5-9B25-B9CA26679122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48007566"/>
      </p:ext>
    </p:extLst>
  </p:cSld>
  <p:clrMapOvr>
    <a:masterClrMapping/>
  </p:clrMapOvr>
</p:sldLayout>
</file>

<file path=ppt/slideLayouts/slideLayout10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00063" y="501649"/>
            <a:ext cx="11190287" cy="930275"/>
          </a:xfrm>
        </p:spPr>
        <p:txBody>
          <a:bodyPr/>
          <a:lstStyle>
            <a:lvl1pPr>
              <a:defRPr/>
            </a:lvl1pPr>
          </a:lstStyle>
          <a:p>
            <a:r>
              <a:rPr lang="en-GB"/>
              <a:t>Click to add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500063" y="1943099"/>
            <a:ext cx="5464800" cy="3694879"/>
          </a:xfrm>
          <a:solidFill>
            <a:schemeClr val="bg1"/>
          </a:solidFill>
        </p:spPr>
        <p:txBody>
          <a:bodyPr/>
          <a:lstStyle>
            <a:lvl1pPr>
              <a:defRPr/>
            </a:lvl1pPr>
          </a:lstStyle>
          <a:p>
            <a:pPr lvl="0"/>
            <a:r>
              <a:rPr lang="en-GB"/>
              <a:t>Click to add text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6225550" y="1943099"/>
            <a:ext cx="5464800" cy="3694879"/>
          </a:xfrm>
          <a:solidFill>
            <a:schemeClr val="bg1"/>
          </a:solidFill>
        </p:spPr>
        <p:txBody>
          <a:bodyPr/>
          <a:lstStyle>
            <a:lvl1pPr>
              <a:defRPr/>
            </a:lvl1pPr>
          </a:lstStyle>
          <a:p>
            <a:pPr lvl="0"/>
            <a:r>
              <a:rPr lang="en-GB"/>
              <a:t>Click to add text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18C6ED01-FBEF-43FA-9DEC-6C188F0B9998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GB"/>
              <a:t>Insert presentation title via Header &amp; Footer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E56BDAC3-1A7D-4E21-85A0-10315A7DA9F4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43A204BC-C5BA-4EF4-ABC8-D45123A0C528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1" name="Date Placeholder 10" hidden="1">
            <a:extLst>
              <a:ext uri="{FF2B5EF4-FFF2-40B4-BE49-F238E27FC236}">
                <a16:creationId xmlns:a16="http://schemas.microsoft.com/office/drawing/2014/main" id="{C8F53383-3780-4626-A2BE-E67BBD0A1DFE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0603539"/>
      </p:ext>
    </p:extLst>
  </p:cSld>
  <p:clrMapOvr>
    <a:masterClrMapping/>
  </p:clrMapOvr>
</p:sldLayout>
</file>

<file path=ppt/slideLayouts/slideLayout10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00063" y="501649"/>
            <a:ext cx="11190287" cy="930275"/>
          </a:xfrm>
        </p:spPr>
        <p:txBody>
          <a:bodyPr/>
          <a:lstStyle>
            <a:lvl1pPr>
              <a:defRPr/>
            </a:lvl1pPr>
          </a:lstStyle>
          <a:p>
            <a:r>
              <a:rPr lang="en-GB"/>
              <a:t>Click to add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500063" y="1943100"/>
            <a:ext cx="3578225" cy="3694878"/>
          </a:xfrm>
          <a:solidFill>
            <a:schemeClr val="bg1"/>
          </a:solidFill>
        </p:spPr>
        <p:txBody>
          <a:bodyPr/>
          <a:lstStyle>
            <a:lvl1pPr>
              <a:defRPr/>
            </a:lvl1pPr>
          </a:lstStyle>
          <a:p>
            <a:pPr lvl="0"/>
            <a:r>
              <a:rPr lang="en-GB"/>
              <a:t>Click to add text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4314825" y="1943100"/>
            <a:ext cx="7375525" cy="3694878"/>
          </a:xfrm>
          <a:solidFill>
            <a:schemeClr val="bg1"/>
          </a:solidFill>
        </p:spPr>
        <p:txBody>
          <a:bodyPr/>
          <a:lstStyle>
            <a:lvl1pPr>
              <a:defRPr/>
            </a:lvl1pPr>
          </a:lstStyle>
          <a:p>
            <a:pPr lvl="0"/>
            <a:r>
              <a:rPr lang="en-GB"/>
              <a:t>Click to add text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18C6ED01-FBEF-43FA-9DEC-6C188F0B9998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GB"/>
              <a:t>Insert presentation title via Header &amp; Footer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E56BDAC3-1A7D-4E21-85A0-10315A7DA9F4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43A204BC-C5BA-4EF4-ABC8-D45123A0C528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1" name="Date Placeholder 10" hidden="1">
            <a:extLst>
              <a:ext uri="{FF2B5EF4-FFF2-40B4-BE49-F238E27FC236}">
                <a16:creationId xmlns:a16="http://schemas.microsoft.com/office/drawing/2014/main" id="{C8F53383-3780-4626-A2BE-E67BBD0A1DFE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82587961"/>
      </p:ext>
    </p:extLst>
  </p:cSld>
  <p:clrMapOvr>
    <a:masterClrMapping/>
  </p:clrMapOvr>
</p:sldLayout>
</file>

<file path=ppt/slideLayouts/slideLayout10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and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00063" y="501649"/>
            <a:ext cx="6675437" cy="930275"/>
          </a:xfrm>
        </p:spPr>
        <p:txBody>
          <a:bodyPr/>
          <a:lstStyle>
            <a:lvl1pPr>
              <a:defRPr/>
            </a:lvl1pPr>
          </a:lstStyle>
          <a:p>
            <a:r>
              <a:rPr lang="en-GB" noProof="0"/>
              <a:t>Click to add title</a:t>
            </a:r>
          </a:p>
        </p:txBody>
      </p:sp>
      <p:sp>
        <p:nvSpPr>
          <p:cNvPr id="7" name="Content Placeholder 2"/>
          <p:cNvSpPr>
            <a:spLocks noGrp="1"/>
          </p:cNvSpPr>
          <p:nvPr>
            <p:ph sz="quarter" idx="13" hasCustomPrompt="1"/>
          </p:nvPr>
        </p:nvSpPr>
        <p:spPr>
          <a:xfrm>
            <a:off x="500063" y="1943101"/>
            <a:ext cx="6675437" cy="14859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GB" noProof="0"/>
              <a:t>Click to add text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</a:p>
        </p:txBody>
      </p:sp>
      <p:sp>
        <p:nvSpPr>
          <p:cNvPr id="23" name="Picture Placeholder 3"/>
          <p:cNvSpPr>
            <a:spLocks noGrp="1"/>
          </p:cNvSpPr>
          <p:nvPr>
            <p:ph type="pic" sz="quarter" idx="14" hasCustomPrompt="1"/>
          </p:nvPr>
        </p:nvSpPr>
        <p:spPr>
          <a:xfrm>
            <a:off x="8129587" y="501650"/>
            <a:ext cx="3560763" cy="5135563"/>
          </a:xfrm>
        </p:spPr>
        <p:txBody>
          <a:bodyPr tIns="72000" anchor="t" anchorCtr="0"/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1200"/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Click here and insert picture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56DACA2-719F-4647-9BA8-281A8F2BFCA5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GB"/>
              <a:t>Insert presentation title via Header &amp; Footer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DAB2A36-6220-480C-B58F-CFF0A15787CF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43A204BC-C5BA-4EF4-ABC8-D45123A0C528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6" name="Date Placeholder 5" hidden="1">
            <a:extLst>
              <a:ext uri="{FF2B5EF4-FFF2-40B4-BE49-F238E27FC236}">
                <a16:creationId xmlns:a16="http://schemas.microsoft.com/office/drawing/2014/main" id="{BC8FE318-906F-4EA5-9B25-B9CA26679122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CA9E8C0B-1C97-4D16-9DD8-EB4FE101D0F5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493714" y="4070350"/>
            <a:ext cx="6675436" cy="1566863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GB" noProof="0"/>
              <a:t>Click to add text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579469850"/>
      </p:ext>
    </p:extLst>
  </p:cSld>
  <p:clrMapOvr>
    <a:masterClrMapping/>
  </p:clrMapOvr>
</p:sldLayout>
</file>

<file path=ppt/slideLayouts/slideLayout1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00063" y="501649"/>
            <a:ext cx="11209537" cy="930275"/>
          </a:xfrm>
        </p:spPr>
        <p:txBody>
          <a:bodyPr/>
          <a:lstStyle>
            <a:lvl1pPr>
              <a:defRPr/>
            </a:lvl1pPr>
          </a:lstStyle>
          <a:p>
            <a:r>
              <a:rPr lang="en-GB"/>
              <a:t>Click to add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500063" y="1950097"/>
            <a:ext cx="3560736" cy="3687881"/>
          </a:xfrm>
          <a:solidFill>
            <a:schemeClr val="bg1"/>
          </a:solidFill>
        </p:spPr>
        <p:txBody>
          <a:bodyPr/>
          <a:lstStyle>
            <a:lvl1pPr>
              <a:defRPr/>
            </a:lvl1pPr>
          </a:lstStyle>
          <a:p>
            <a:pPr lvl="0"/>
            <a:r>
              <a:rPr lang="en-GB"/>
              <a:t>Click to add text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4326138" y="1950097"/>
            <a:ext cx="3560736" cy="3687881"/>
          </a:xfrm>
          <a:solidFill>
            <a:schemeClr val="bg1"/>
          </a:solidFill>
        </p:spPr>
        <p:txBody>
          <a:bodyPr/>
          <a:lstStyle>
            <a:lvl1pPr>
              <a:defRPr/>
            </a:lvl1pPr>
          </a:lstStyle>
          <a:p>
            <a:pPr lvl="0"/>
            <a:r>
              <a:rPr lang="en-GB"/>
              <a:t>Click to add text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43327ACD-F89A-484C-8B15-F2161D2D5BCB}"/>
              </a:ext>
            </a:extLst>
          </p:cNvPr>
          <p:cNvSpPr>
            <a:spLocks noGrp="1"/>
          </p:cNvSpPr>
          <p:nvPr>
            <p:ph sz="half" idx="13" hasCustomPrompt="1"/>
          </p:nvPr>
        </p:nvSpPr>
        <p:spPr>
          <a:xfrm>
            <a:off x="8131175" y="1968500"/>
            <a:ext cx="3559175" cy="3669478"/>
          </a:xfrm>
          <a:solidFill>
            <a:schemeClr val="bg1"/>
          </a:solidFill>
        </p:spPr>
        <p:txBody>
          <a:bodyPr/>
          <a:lstStyle>
            <a:lvl1pPr>
              <a:defRPr/>
            </a:lvl1pPr>
          </a:lstStyle>
          <a:p>
            <a:pPr lvl="0"/>
            <a:r>
              <a:rPr lang="en-GB"/>
              <a:t>Click to add text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18C6ED01-FBEF-43FA-9DEC-6C188F0B9998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GB"/>
              <a:t>Insert presentation title via Header &amp; Footer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E56BDAC3-1A7D-4E21-85A0-10315A7DA9F4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43A204BC-C5BA-4EF4-ABC8-D45123A0C528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1" name="Date Placeholder 10" hidden="1">
            <a:extLst>
              <a:ext uri="{FF2B5EF4-FFF2-40B4-BE49-F238E27FC236}">
                <a16:creationId xmlns:a16="http://schemas.microsoft.com/office/drawing/2014/main" id="{C8F53383-3780-4626-A2BE-E67BBD0A1DFE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75453036"/>
      </p:ext>
    </p:extLst>
  </p:cSld>
  <p:clrMapOvr>
    <a:masterClrMapping/>
  </p:clrMapOvr>
</p:sldLayout>
</file>

<file path=ppt/slideLayouts/slideLayout1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content 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00063" y="501649"/>
            <a:ext cx="11209537" cy="930275"/>
          </a:xfrm>
        </p:spPr>
        <p:txBody>
          <a:bodyPr/>
          <a:lstStyle>
            <a:lvl1pPr>
              <a:defRPr/>
            </a:lvl1pPr>
          </a:lstStyle>
          <a:p>
            <a:r>
              <a:rPr lang="en-GB"/>
              <a:t>Click to add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500063" y="1950097"/>
            <a:ext cx="2620800" cy="3687881"/>
          </a:xfrm>
          <a:solidFill>
            <a:schemeClr val="bg1"/>
          </a:solidFill>
        </p:spPr>
        <p:txBody>
          <a:bodyPr/>
          <a:lstStyle>
            <a:lvl1pPr>
              <a:defRPr/>
            </a:lvl1pPr>
          </a:lstStyle>
          <a:p>
            <a:pPr lvl="0"/>
            <a:r>
              <a:rPr lang="en-GB"/>
              <a:t>Click to add text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3360738" y="1950097"/>
            <a:ext cx="2619375" cy="3687881"/>
          </a:xfrm>
          <a:solidFill>
            <a:schemeClr val="bg1"/>
          </a:solidFill>
        </p:spPr>
        <p:txBody>
          <a:bodyPr/>
          <a:lstStyle>
            <a:lvl1pPr>
              <a:defRPr/>
            </a:lvl1pPr>
          </a:lstStyle>
          <a:p>
            <a:pPr lvl="0"/>
            <a:r>
              <a:rPr lang="en-GB"/>
              <a:t>Click to add text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43327ACD-F89A-484C-8B15-F2161D2D5BCB}"/>
              </a:ext>
            </a:extLst>
          </p:cNvPr>
          <p:cNvSpPr>
            <a:spLocks noGrp="1"/>
          </p:cNvSpPr>
          <p:nvPr>
            <p:ph sz="half" idx="13" hasCustomPrompt="1"/>
          </p:nvPr>
        </p:nvSpPr>
        <p:spPr>
          <a:xfrm>
            <a:off x="6219989" y="1950097"/>
            <a:ext cx="2619375" cy="3687881"/>
          </a:xfrm>
          <a:solidFill>
            <a:schemeClr val="bg1"/>
          </a:solidFill>
        </p:spPr>
        <p:txBody>
          <a:bodyPr/>
          <a:lstStyle>
            <a:lvl1pPr>
              <a:defRPr/>
            </a:lvl1pPr>
          </a:lstStyle>
          <a:p>
            <a:pPr lvl="0"/>
            <a:r>
              <a:rPr lang="en-GB"/>
              <a:t>Click to add text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18C6ED01-FBEF-43FA-9DEC-6C188F0B9998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GB"/>
              <a:t>Insert presentation title via Header &amp; Footer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E56BDAC3-1A7D-4E21-85A0-10315A7DA9F4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43A204BC-C5BA-4EF4-ABC8-D45123A0C528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1" name="Date Placeholder 10" hidden="1">
            <a:extLst>
              <a:ext uri="{FF2B5EF4-FFF2-40B4-BE49-F238E27FC236}">
                <a16:creationId xmlns:a16="http://schemas.microsoft.com/office/drawing/2014/main" id="{C8F53383-3780-4626-A2BE-E67BBD0A1DFE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8059DA8A-4391-4F2F-8A22-F32154823E87}"/>
              </a:ext>
            </a:extLst>
          </p:cNvPr>
          <p:cNvSpPr>
            <a:spLocks noGrp="1"/>
          </p:cNvSpPr>
          <p:nvPr>
            <p:ph sz="half" idx="17" hasCustomPrompt="1"/>
          </p:nvPr>
        </p:nvSpPr>
        <p:spPr>
          <a:xfrm>
            <a:off x="9069388" y="1950097"/>
            <a:ext cx="2619375" cy="3687881"/>
          </a:xfrm>
          <a:solidFill>
            <a:schemeClr val="bg1"/>
          </a:solidFill>
        </p:spPr>
        <p:txBody>
          <a:bodyPr/>
          <a:lstStyle>
            <a:lvl1pPr>
              <a:defRPr/>
            </a:lvl1pPr>
          </a:lstStyle>
          <a:p>
            <a:pPr lvl="0"/>
            <a:r>
              <a:rPr lang="en-GB"/>
              <a:t>Click to add text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462316233"/>
      </p:ext>
    </p:extLst>
  </p:cSld>
  <p:clrMapOvr>
    <a:masterClrMapping/>
  </p:clrMapOvr>
</p:sldLayout>
</file>

<file path=ppt/slideLayouts/slideLayout1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ulleted list with numbers 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00064" y="412442"/>
            <a:ext cx="11188800" cy="719138"/>
          </a:xfrm>
        </p:spPr>
        <p:txBody>
          <a:bodyPr/>
          <a:lstStyle>
            <a:lvl1pPr>
              <a:defRPr sz="2400"/>
            </a:lvl1pPr>
          </a:lstStyle>
          <a:p>
            <a:r>
              <a:rPr lang="en-GB" noProof="0"/>
              <a:t>Click to add title</a:t>
            </a:r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C5027FDC-6FFF-4553-A164-9D1EA73663F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00064" y="1943099"/>
            <a:ext cx="715961" cy="3694113"/>
          </a:xfrm>
        </p:spPr>
        <p:txBody>
          <a:bodyPr/>
          <a:lstStyle>
            <a:lvl1pPr marL="0" indent="0">
              <a:spcAft>
                <a:spcPts val="2400"/>
              </a:spcAft>
              <a:buNone/>
              <a:defRPr lang="en-US" sz="2800" kern="1200" dirty="0" smtClean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GB"/>
              <a:t>01 -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7049ABFC-94E9-40A1-97A7-B001CEAD3292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454148" y="1943099"/>
            <a:ext cx="9302400" cy="3694113"/>
          </a:xfrm>
        </p:spPr>
        <p:txBody>
          <a:bodyPr/>
          <a:lstStyle>
            <a:lvl1pPr marL="0" indent="0">
              <a:spcAft>
                <a:spcPts val="2400"/>
              </a:spcAft>
              <a:buNone/>
              <a:defRPr lang="en-US" sz="2800" kern="1200" dirty="0" smtClean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GB" noProof="0"/>
              <a:t>Click to add text</a:t>
            </a:r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56DACA2-719F-4647-9BA8-281A8F2BFCA5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GB"/>
              <a:t>Insert presentation title via Header &amp; Footer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DAB2A36-6220-480C-B58F-CFF0A15787CF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43A204BC-C5BA-4EF4-ABC8-D45123A0C528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6" name="Date Placeholder 5" hidden="1">
            <a:extLst>
              <a:ext uri="{FF2B5EF4-FFF2-40B4-BE49-F238E27FC236}">
                <a16:creationId xmlns:a16="http://schemas.microsoft.com/office/drawing/2014/main" id="{BC8FE318-906F-4EA5-9B25-B9CA26679122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0180411"/>
      </p:ext>
    </p:extLst>
  </p:cSld>
  <p:clrMapOvr>
    <a:masterClrMapping/>
  </p:clrMapOvr>
</p:sldLayout>
</file>

<file path=ppt/slideLayouts/slideLayout1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ulleted list with numbers 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ackground">
            <a:extLst>
              <a:ext uri="{FF2B5EF4-FFF2-40B4-BE49-F238E27FC236}">
                <a16:creationId xmlns:a16="http://schemas.microsoft.com/office/drawing/2014/main" id="{A5975426-E16F-4D12-98B6-8FE2A0F7895B}"/>
              </a:ext>
            </a:extLst>
          </p:cNvPr>
          <p:cNvSpPr/>
          <p:nvPr userDrawn="1"/>
        </p:nvSpPr>
        <p:spPr>
          <a:xfrm>
            <a:off x="0" y="0"/>
            <a:ext cx="12190476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37600" tIns="237600" rIns="237600" bIns="237600" rtlCol="0" anchor="ctr"/>
          <a:lstStyle/>
          <a:p>
            <a:pPr algn="ctr"/>
            <a:endParaRPr lang="en-GB" sz="2000" noProof="0" err="1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00064" y="412442"/>
            <a:ext cx="11190286" cy="719138"/>
          </a:xfrm>
        </p:spPr>
        <p:txBody>
          <a:bodyPr/>
          <a:lstStyle>
            <a:lvl1pPr>
              <a:defRPr sz="2400">
                <a:solidFill>
                  <a:schemeClr val="bg1"/>
                </a:solidFill>
              </a:defRPr>
            </a:lvl1pPr>
          </a:lstStyle>
          <a:p>
            <a:r>
              <a:rPr lang="en-GB" noProof="0"/>
              <a:t>Click to add title</a:t>
            </a:r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C5027FDC-6FFF-4553-A164-9D1EA73663F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00064" y="1943099"/>
            <a:ext cx="715961" cy="3694113"/>
          </a:xfrm>
        </p:spPr>
        <p:txBody>
          <a:bodyPr/>
          <a:lstStyle>
            <a:lvl1pPr marL="0" indent="0">
              <a:spcAft>
                <a:spcPts val="2400"/>
              </a:spcAft>
              <a:buNone/>
              <a:defRPr lang="en-US" sz="28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GB"/>
              <a:t>01 -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7049ABFC-94E9-40A1-97A7-B001CEAD3292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454149" y="1943099"/>
            <a:ext cx="9301164" cy="3694113"/>
          </a:xfrm>
        </p:spPr>
        <p:txBody>
          <a:bodyPr/>
          <a:lstStyle>
            <a:lvl1pPr marL="0" indent="0">
              <a:spcAft>
                <a:spcPts val="2400"/>
              </a:spcAft>
              <a:buNone/>
              <a:defRPr lang="en-US" sz="28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GB" noProof="0"/>
              <a:t>Click to add text</a:t>
            </a:r>
            <a:endParaRPr lang="en-GB"/>
          </a:p>
        </p:txBody>
      </p:sp>
      <p:pic>
        <p:nvPicPr>
          <p:cNvPr id="24" name="Logo">
            <a:extLst>
              <a:ext uri="{FF2B5EF4-FFF2-40B4-BE49-F238E27FC236}">
                <a16:creationId xmlns:a16="http://schemas.microsoft.com/office/drawing/2014/main" id="{1E4FBBA8-C15E-48AA-A048-FDFD4E9C671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59676" y="6134617"/>
            <a:ext cx="1435438" cy="320697"/>
          </a:xfrm>
          <a:prstGeom prst="rect">
            <a:avLst/>
          </a:prstGeom>
        </p:spPr>
      </p:pic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56DACA2-719F-4647-9BA8-281A8F2BFCA5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Insert presentation title via Header &amp; Footer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DAB2A36-6220-480C-B58F-CFF0A15787CF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43A204BC-C5BA-4EF4-ABC8-D45123A0C528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6" name="Date Placeholder 5" hidden="1">
            <a:extLst>
              <a:ext uri="{FF2B5EF4-FFF2-40B4-BE49-F238E27FC236}">
                <a16:creationId xmlns:a16="http://schemas.microsoft.com/office/drawing/2014/main" id="{BC8FE318-906F-4EA5-9B25-B9CA26679122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51341268"/>
      </p:ext>
    </p:extLst>
  </p:cSld>
  <p:clrMapOvr>
    <a:masterClrMapping/>
  </p:clrMapOvr>
</p:sldLayout>
</file>

<file path=ppt/slideLayouts/slideLayout1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ighlight mess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ackground">
            <a:extLst>
              <a:ext uri="{FF2B5EF4-FFF2-40B4-BE49-F238E27FC236}">
                <a16:creationId xmlns:a16="http://schemas.microsoft.com/office/drawing/2014/main" id="{A5975426-E16F-4D12-98B6-8FE2A0F7895B}"/>
              </a:ext>
            </a:extLst>
          </p:cNvPr>
          <p:cNvSpPr/>
          <p:nvPr userDrawn="1"/>
        </p:nvSpPr>
        <p:spPr>
          <a:xfrm>
            <a:off x="0" y="0"/>
            <a:ext cx="12190476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37600" tIns="237600" rIns="237600" bIns="237600" rtlCol="0" anchor="ctr"/>
          <a:lstStyle/>
          <a:p>
            <a:pPr algn="ctr"/>
            <a:endParaRPr lang="en-GB" sz="2000" noProof="0" err="1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00064" y="412442"/>
            <a:ext cx="11190286" cy="719138"/>
          </a:xfrm>
        </p:spPr>
        <p:txBody>
          <a:bodyPr/>
          <a:lstStyle>
            <a:lvl1pPr>
              <a:defRPr sz="2400">
                <a:solidFill>
                  <a:schemeClr val="bg1"/>
                </a:solidFill>
              </a:defRPr>
            </a:lvl1pPr>
          </a:lstStyle>
          <a:p>
            <a:r>
              <a:rPr lang="en-GB" noProof="0"/>
              <a:t>Click to add title</a:t>
            </a:r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C5027FDC-6FFF-4553-A164-9D1EA73663F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23386" y="1943100"/>
            <a:ext cx="6615577" cy="2711450"/>
          </a:xfrm>
        </p:spPr>
        <p:txBody>
          <a:bodyPr/>
          <a:lstStyle>
            <a:lvl1pPr marL="0" indent="0">
              <a:buNone/>
              <a:defRPr lang="en-US" sz="23000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GB"/>
              <a:t>62%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7049ABFC-94E9-40A1-97A7-B001CEAD3292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4314825" y="5084763"/>
            <a:ext cx="7375525" cy="547687"/>
          </a:xfr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lang="en-US" sz="3000" i="0" kern="1200" dirty="0" smtClean="0">
                <a:solidFill>
                  <a:schemeClr val="bg1"/>
                </a:solidFill>
                <a:latin typeface="Maersk Text Office Light" panose="00000400000000000000" pitchFamily="2" charset="0"/>
                <a:ea typeface="+mn-ea"/>
                <a:cs typeface="+mn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noProof="0"/>
              <a:t>Click to add </a:t>
            </a:r>
            <a:r>
              <a:rPr lang="en-GB"/>
              <a:t>text</a:t>
            </a:r>
          </a:p>
        </p:txBody>
      </p:sp>
      <p:pic>
        <p:nvPicPr>
          <p:cNvPr id="24" name="Logo">
            <a:extLst>
              <a:ext uri="{FF2B5EF4-FFF2-40B4-BE49-F238E27FC236}">
                <a16:creationId xmlns:a16="http://schemas.microsoft.com/office/drawing/2014/main" id="{1E4FBBA8-C15E-48AA-A048-FDFD4E9C671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59676" y="6134617"/>
            <a:ext cx="1435438" cy="320697"/>
          </a:xfrm>
          <a:prstGeom prst="rect">
            <a:avLst/>
          </a:prstGeom>
        </p:spPr>
      </p:pic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56DACA2-719F-4647-9BA8-281A8F2BFCA5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Insert presentation title via Header &amp; Footer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DAB2A36-6220-480C-B58F-CFF0A15787CF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43A204BC-C5BA-4EF4-ABC8-D45123A0C528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6" name="Date Placeholder 5" hidden="1">
            <a:extLst>
              <a:ext uri="{FF2B5EF4-FFF2-40B4-BE49-F238E27FC236}">
                <a16:creationId xmlns:a16="http://schemas.microsoft.com/office/drawing/2014/main" id="{BC8FE318-906F-4EA5-9B25-B9CA26679122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59869281"/>
      </p:ext>
    </p:extLst>
  </p:cSld>
  <p:clrMapOvr>
    <a:masterClrMapping/>
  </p:clrMapOvr>
</p:sldLayout>
</file>

<file path=ppt/slideLayouts/slideLayout1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veral text box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96536757-24D6-4CE3-BC82-E594F5B33A4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add title</a:t>
            </a:r>
            <a:endParaRPr lang="en-GB"/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6EEC2DAD-CD0D-4A12-B275-257EC3F16D2C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500063" y="1527716"/>
            <a:ext cx="5484812" cy="1753641"/>
          </a:xfrm>
        </p:spPr>
        <p:txBody>
          <a:bodyPr/>
          <a:lstStyle>
            <a:lvl1pPr marL="0" indent="0">
              <a:buFont typeface="Arial" panose="020B0604020202020204" pitchFamily="34" charset="0"/>
              <a:buChar char="​"/>
              <a:defRPr sz="1100" b="1">
                <a:solidFill>
                  <a:schemeClr val="accent1"/>
                </a:solidFill>
              </a:defRPr>
            </a:lvl1pPr>
            <a:lvl2pPr marL="180000" indent="-180000">
              <a:spcBef>
                <a:spcPts val="0"/>
              </a:spcBef>
              <a:buFont typeface="Arial" panose="020B0604020202020204" pitchFamily="34" charset="0"/>
              <a:buChar char="•"/>
              <a:defRPr sz="1100" b="0">
                <a:solidFill>
                  <a:schemeClr val="tx1"/>
                </a:solidFill>
              </a:defRPr>
            </a:lvl2pPr>
            <a:lvl3pPr marL="360000">
              <a:spcBef>
                <a:spcPts val="0"/>
              </a:spcBef>
              <a:defRPr>
                <a:solidFill>
                  <a:schemeClr val="tx1"/>
                </a:solidFill>
              </a:defRPr>
            </a:lvl3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GB" noProof="0"/>
              <a:t>Click to add text</a:t>
            </a:r>
            <a:endParaRPr lang="en-GB"/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31" name="Text Placeholder 3">
            <a:extLst>
              <a:ext uri="{FF2B5EF4-FFF2-40B4-BE49-F238E27FC236}">
                <a16:creationId xmlns:a16="http://schemas.microsoft.com/office/drawing/2014/main" id="{E3EA61B2-2CC5-4483-A81E-CE7D1E11351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00063" y="4070350"/>
            <a:ext cx="5484812" cy="1566850"/>
          </a:xfrm>
        </p:spPr>
        <p:txBody>
          <a:bodyPr/>
          <a:lstStyle>
            <a:lvl1pPr marL="0" indent="0">
              <a:buFont typeface="Arial" panose="020B0604020202020204" pitchFamily="34" charset="0"/>
              <a:buChar char="​"/>
              <a:defRPr sz="1100" b="1">
                <a:solidFill>
                  <a:schemeClr val="accent1"/>
                </a:solidFill>
              </a:defRPr>
            </a:lvl1pPr>
            <a:lvl2pPr marL="180000" indent="-180000">
              <a:spcBef>
                <a:spcPts val="0"/>
              </a:spcBef>
              <a:buFont typeface="Arial" panose="020B0604020202020204" pitchFamily="34" charset="0"/>
              <a:buChar char="•"/>
              <a:defRPr sz="1100" b="0">
                <a:solidFill>
                  <a:schemeClr val="tx1"/>
                </a:solidFill>
              </a:defRPr>
            </a:lvl2pPr>
            <a:lvl3pPr marL="360000">
              <a:defRPr>
                <a:solidFill>
                  <a:schemeClr val="tx1"/>
                </a:solidFill>
              </a:defRPr>
            </a:lvl3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GB" noProof="0"/>
              <a:t>Click to add text</a:t>
            </a:r>
          </a:p>
          <a:p>
            <a:pPr lvl="1"/>
            <a:r>
              <a:rPr lang="en-GB" noProof="0"/>
              <a:t>2</a:t>
            </a:r>
          </a:p>
          <a:p>
            <a:pPr lvl="2"/>
            <a:r>
              <a:rPr lang="en-GB" noProof="0"/>
              <a:t>3</a:t>
            </a:r>
          </a:p>
          <a:p>
            <a:pPr lvl="3"/>
            <a:r>
              <a:rPr lang="en-GB" noProof="0"/>
              <a:t>4</a:t>
            </a:r>
          </a:p>
          <a:p>
            <a:pPr lvl="4"/>
            <a:r>
              <a:rPr lang="en-GB" noProof="0"/>
              <a:t>5</a:t>
            </a:r>
          </a:p>
          <a:p>
            <a:pPr lvl="5"/>
            <a:r>
              <a:rPr lang="en-GB" noProof="0"/>
              <a:t>6</a:t>
            </a:r>
            <a:endParaRPr lang="en-GB"/>
          </a:p>
        </p:txBody>
      </p:sp>
      <p:sp>
        <p:nvSpPr>
          <p:cNvPr id="4" name="Content Placeholder 4">
            <a:extLst>
              <a:ext uri="{FF2B5EF4-FFF2-40B4-BE49-F238E27FC236}">
                <a16:creationId xmlns:a16="http://schemas.microsoft.com/office/drawing/2014/main" id="{25700A65-5A8D-4928-8A10-F9DB7E931F98}"/>
              </a:ext>
            </a:extLst>
          </p:cNvPr>
          <p:cNvSpPr>
            <a:spLocks noGrp="1"/>
          </p:cNvSpPr>
          <p:nvPr>
            <p:ph sz="quarter" idx="25" hasCustomPrompt="1"/>
          </p:nvPr>
        </p:nvSpPr>
        <p:spPr>
          <a:xfrm>
            <a:off x="6225806" y="1527717"/>
            <a:ext cx="5467350" cy="2537993"/>
          </a:xfrm>
        </p:spPr>
        <p:txBody>
          <a:bodyPr tIns="72000"/>
          <a:lstStyle>
            <a:lvl1pPr>
              <a:defRPr sz="1100">
                <a:solidFill>
                  <a:schemeClr val="tx1"/>
                </a:solidFill>
              </a:defRPr>
            </a:lvl1pPr>
            <a:lvl2pPr>
              <a:defRPr sz="1100">
                <a:solidFill>
                  <a:schemeClr val="tx1"/>
                </a:solidFill>
              </a:defRPr>
            </a:lvl2pPr>
            <a:lvl3pPr>
              <a:defRPr sz="1100">
                <a:solidFill>
                  <a:schemeClr val="tx1"/>
                </a:solidFill>
              </a:defRPr>
            </a:lvl3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GB" noProof="0"/>
              <a:t>Click to add text</a:t>
            </a:r>
            <a:endParaRPr lang="en-GB"/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33" name="Text Placeholder 5">
            <a:extLst>
              <a:ext uri="{FF2B5EF4-FFF2-40B4-BE49-F238E27FC236}">
                <a16:creationId xmlns:a16="http://schemas.microsoft.com/office/drawing/2014/main" id="{A2424BA5-C278-45AB-B9F5-B85D4A3A86B9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222999" y="4654550"/>
            <a:ext cx="4532313" cy="982663"/>
          </a:xfrm>
        </p:spPr>
        <p:txBody>
          <a:bodyPr tIns="0" numCol="2" spcCol="180000"/>
          <a:lstStyle>
            <a:lvl1pPr marL="0" indent="0">
              <a:spcAft>
                <a:spcPts val="0"/>
              </a:spcAft>
              <a:buClrTx/>
              <a:buFont typeface="Arial" panose="020B0604020202020204" pitchFamily="34" charset="0"/>
              <a:buChar char="​"/>
              <a:defRPr sz="1100" b="1">
                <a:solidFill>
                  <a:schemeClr val="accent1"/>
                </a:solidFill>
              </a:defRPr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1100">
                <a:solidFill>
                  <a:srgbClr val="878787"/>
                </a:solidFill>
              </a:defRPr>
            </a:lvl2pPr>
            <a:lvl3pPr marL="1800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100">
                <a:solidFill>
                  <a:srgbClr val="878787"/>
                </a:solidFill>
              </a:defRPr>
            </a:lvl3pPr>
          </a:lstStyle>
          <a:p>
            <a:pPr lvl="0"/>
            <a:r>
              <a:rPr lang="en-GB" noProof="0"/>
              <a:t>Click to add text</a:t>
            </a:r>
          </a:p>
          <a:p>
            <a:pPr lvl="1"/>
            <a:r>
              <a:rPr lang="en-GB" noProof="0"/>
              <a:t>1</a:t>
            </a:r>
          </a:p>
          <a:p>
            <a:pPr lvl="2"/>
            <a:r>
              <a:rPr lang="en-GB" noProof="0"/>
              <a:t>2</a:t>
            </a:r>
          </a:p>
          <a:p>
            <a:pPr lvl="3"/>
            <a:r>
              <a:rPr lang="en-GB" noProof="0"/>
              <a:t>3</a:t>
            </a:r>
            <a:endParaRPr lang="en-GB"/>
          </a:p>
        </p:txBody>
      </p:sp>
      <p:grpSp>
        <p:nvGrpSpPr>
          <p:cNvPr id="16" name="Group logo">
            <a:extLst>
              <a:ext uri="{FF2B5EF4-FFF2-40B4-BE49-F238E27FC236}">
                <a16:creationId xmlns:a16="http://schemas.microsoft.com/office/drawing/2014/main" id="{F096A198-57B0-402E-B8FD-71C5BF944700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10256489" y="6137500"/>
            <a:ext cx="1436163" cy="320400"/>
            <a:chOff x="6478" y="3868"/>
            <a:chExt cx="892" cy="199"/>
          </a:xfrm>
        </p:grpSpPr>
        <p:sp>
          <p:nvSpPr>
            <p:cNvPr id="17" name="Freeform 5">
              <a:extLst>
                <a:ext uri="{FF2B5EF4-FFF2-40B4-BE49-F238E27FC236}">
                  <a16:creationId xmlns:a16="http://schemas.microsoft.com/office/drawing/2014/main" id="{9735D8F0-DF96-4E27-BA61-1D988B86919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749" y="3923"/>
              <a:ext cx="104" cy="88"/>
            </a:xfrm>
            <a:custGeom>
              <a:avLst/>
              <a:gdLst>
                <a:gd name="T0" fmla="*/ 0 w 104"/>
                <a:gd name="T1" fmla="*/ 88 h 88"/>
                <a:gd name="T2" fmla="*/ 0 w 104"/>
                <a:gd name="T3" fmla="*/ 0 h 88"/>
                <a:gd name="T4" fmla="*/ 23 w 104"/>
                <a:gd name="T5" fmla="*/ 0 h 88"/>
                <a:gd name="T6" fmla="*/ 52 w 104"/>
                <a:gd name="T7" fmla="*/ 66 h 88"/>
                <a:gd name="T8" fmla="*/ 81 w 104"/>
                <a:gd name="T9" fmla="*/ 0 h 88"/>
                <a:gd name="T10" fmla="*/ 104 w 104"/>
                <a:gd name="T11" fmla="*/ 0 h 88"/>
                <a:gd name="T12" fmla="*/ 104 w 104"/>
                <a:gd name="T13" fmla="*/ 88 h 88"/>
                <a:gd name="T14" fmla="*/ 85 w 104"/>
                <a:gd name="T15" fmla="*/ 88 h 88"/>
                <a:gd name="T16" fmla="*/ 85 w 104"/>
                <a:gd name="T17" fmla="*/ 37 h 88"/>
                <a:gd name="T18" fmla="*/ 62 w 104"/>
                <a:gd name="T19" fmla="*/ 88 h 88"/>
                <a:gd name="T20" fmla="*/ 42 w 104"/>
                <a:gd name="T21" fmla="*/ 88 h 88"/>
                <a:gd name="T22" fmla="*/ 19 w 104"/>
                <a:gd name="T23" fmla="*/ 38 h 88"/>
                <a:gd name="T24" fmla="*/ 19 w 104"/>
                <a:gd name="T25" fmla="*/ 88 h 88"/>
                <a:gd name="T26" fmla="*/ 0 w 104"/>
                <a:gd name="T27" fmla="*/ 88 h 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04" h="88">
                  <a:moveTo>
                    <a:pt x="0" y="88"/>
                  </a:moveTo>
                  <a:lnTo>
                    <a:pt x="0" y="0"/>
                  </a:lnTo>
                  <a:lnTo>
                    <a:pt x="23" y="0"/>
                  </a:lnTo>
                  <a:lnTo>
                    <a:pt x="52" y="66"/>
                  </a:lnTo>
                  <a:lnTo>
                    <a:pt x="81" y="0"/>
                  </a:lnTo>
                  <a:lnTo>
                    <a:pt x="104" y="0"/>
                  </a:lnTo>
                  <a:lnTo>
                    <a:pt x="104" y="88"/>
                  </a:lnTo>
                  <a:lnTo>
                    <a:pt x="85" y="88"/>
                  </a:lnTo>
                  <a:lnTo>
                    <a:pt x="85" y="37"/>
                  </a:lnTo>
                  <a:lnTo>
                    <a:pt x="62" y="88"/>
                  </a:lnTo>
                  <a:lnTo>
                    <a:pt x="42" y="88"/>
                  </a:lnTo>
                  <a:lnTo>
                    <a:pt x="19" y="38"/>
                  </a:lnTo>
                  <a:lnTo>
                    <a:pt x="19" y="88"/>
                  </a:lnTo>
                  <a:lnTo>
                    <a:pt x="0" y="88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18" name="Freeform 6">
              <a:extLst>
                <a:ext uri="{FF2B5EF4-FFF2-40B4-BE49-F238E27FC236}">
                  <a16:creationId xmlns:a16="http://schemas.microsoft.com/office/drawing/2014/main" id="{1497644D-7612-422C-AF4D-1E0DD385458D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861" y="3923"/>
              <a:ext cx="106" cy="88"/>
            </a:xfrm>
            <a:custGeom>
              <a:avLst/>
              <a:gdLst>
                <a:gd name="T0" fmla="*/ 23 w 106"/>
                <a:gd name="T1" fmla="*/ 88 h 88"/>
                <a:gd name="T2" fmla="*/ 0 w 106"/>
                <a:gd name="T3" fmla="*/ 88 h 88"/>
                <a:gd name="T4" fmla="*/ 40 w 106"/>
                <a:gd name="T5" fmla="*/ 0 h 88"/>
                <a:gd name="T6" fmla="*/ 67 w 106"/>
                <a:gd name="T7" fmla="*/ 0 h 88"/>
                <a:gd name="T8" fmla="*/ 106 w 106"/>
                <a:gd name="T9" fmla="*/ 88 h 88"/>
                <a:gd name="T10" fmla="*/ 84 w 106"/>
                <a:gd name="T11" fmla="*/ 88 h 88"/>
                <a:gd name="T12" fmla="*/ 76 w 106"/>
                <a:gd name="T13" fmla="*/ 71 h 88"/>
                <a:gd name="T14" fmla="*/ 30 w 106"/>
                <a:gd name="T15" fmla="*/ 71 h 88"/>
                <a:gd name="T16" fmla="*/ 23 w 106"/>
                <a:gd name="T17" fmla="*/ 88 h 88"/>
                <a:gd name="T18" fmla="*/ 69 w 106"/>
                <a:gd name="T19" fmla="*/ 54 h 88"/>
                <a:gd name="T20" fmla="*/ 53 w 106"/>
                <a:gd name="T21" fmla="*/ 17 h 88"/>
                <a:gd name="T22" fmla="*/ 38 w 106"/>
                <a:gd name="T23" fmla="*/ 54 h 88"/>
                <a:gd name="T24" fmla="*/ 69 w 106"/>
                <a:gd name="T25" fmla="*/ 54 h 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06" h="88">
                  <a:moveTo>
                    <a:pt x="23" y="88"/>
                  </a:moveTo>
                  <a:lnTo>
                    <a:pt x="0" y="88"/>
                  </a:lnTo>
                  <a:lnTo>
                    <a:pt x="40" y="0"/>
                  </a:lnTo>
                  <a:lnTo>
                    <a:pt x="67" y="0"/>
                  </a:lnTo>
                  <a:lnTo>
                    <a:pt x="106" y="88"/>
                  </a:lnTo>
                  <a:lnTo>
                    <a:pt x="84" y="88"/>
                  </a:lnTo>
                  <a:lnTo>
                    <a:pt x="76" y="71"/>
                  </a:lnTo>
                  <a:lnTo>
                    <a:pt x="30" y="71"/>
                  </a:lnTo>
                  <a:lnTo>
                    <a:pt x="23" y="88"/>
                  </a:lnTo>
                  <a:close/>
                  <a:moveTo>
                    <a:pt x="69" y="54"/>
                  </a:moveTo>
                  <a:lnTo>
                    <a:pt x="53" y="17"/>
                  </a:lnTo>
                  <a:lnTo>
                    <a:pt x="38" y="54"/>
                  </a:lnTo>
                  <a:lnTo>
                    <a:pt x="69" y="54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19" name="Freeform 7">
              <a:extLst>
                <a:ext uri="{FF2B5EF4-FFF2-40B4-BE49-F238E27FC236}">
                  <a16:creationId xmlns:a16="http://schemas.microsoft.com/office/drawing/2014/main" id="{A6B732CD-52AC-420B-8B09-36FD5C70C89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976" y="3923"/>
              <a:ext cx="84" cy="88"/>
            </a:xfrm>
            <a:custGeom>
              <a:avLst/>
              <a:gdLst>
                <a:gd name="T0" fmla="*/ 0 w 84"/>
                <a:gd name="T1" fmla="*/ 88 h 88"/>
                <a:gd name="T2" fmla="*/ 0 w 84"/>
                <a:gd name="T3" fmla="*/ 0 h 88"/>
                <a:gd name="T4" fmla="*/ 83 w 84"/>
                <a:gd name="T5" fmla="*/ 0 h 88"/>
                <a:gd name="T6" fmla="*/ 83 w 84"/>
                <a:gd name="T7" fmla="*/ 18 h 88"/>
                <a:gd name="T8" fmla="*/ 20 w 84"/>
                <a:gd name="T9" fmla="*/ 18 h 88"/>
                <a:gd name="T10" fmla="*/ 20 w 84"/>
                <a:gd name="T11" fmla="*/ 35 h 88"/>
                <a:gd name="T12" fmla="*/ 75 w 84"/>
                <a:gd name="T13" fmla="*/ 35 h 88"/>
                <a:gd name="T14" fmla="*/ 75 w 84"/>
                <a:gd name="T15" fmla="*/ 53 h 88"/>
                <a:gd name="T16" fmla="*/ 20 w 84"/>
                <a:gd name="T17" fmla="*/ 53 h 88"/>
                <a:gd name="T18" fmla="*/ 20 w 84"/>
                <a:gd name="T19" fmla="*/ 71 h 88"/>
                <a:gd name="T20" fmla="*/ 84 w 84"/>
                <a:gd name="T21" fmla="*/ 71 h 88"/>
                <a:gd name="T22" fmla="*/ 84 w 84"/>
                <a:gd name="T23" fmla="*/ 88 h 88"/>
                <a:gd name="T24" fmla="*/ 0 w 84"/>
                <a:gd name="T25" fmla="*/ 88 h 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84" h="88">
                  <a:moveTo>
                    <a:pt x="0" y="88"/>
                  </a:moveTo>
                  <a:lnTo>
                    <a:pt x="0" y="0"/>
                  </a:lnTo>
                  <a:lnTo>
                    <a:pt x="83" y="0"/>
                  </a:lnTo>
                  <a:lnTo>
                    <a:pt x="83" y="18"/>
                  </a:lnTo>
                  <a:lnTo>
                    <a:pt x="20" y="18"/>
                  </a:lnTo>
                  <a:lnTo>
                    <a:pt x="20" y="35"/>
                  </a:lnTo>
                  <a:lnTo>
                    <a:pt x="75" y="35"/>
                  </a:lnTo>
                  <a:lnTo>
                    <a:pt x="75" y="53"/>
                  </a:lnTo>
                  <a:lnTo>
                    <a:pt x="20" y="53"/>
                  </a:lnTo>
                  <a:lnTo>
                    <a:pt x="20" y="71"/>
                  </a:lnTo>
                  <a:lnTo>
                    <a:pt x="84" y="71"/>
                  </a:lnTo>
                  <a:lnTo>
                    <a:pt x="84" y="88"/>
                  </a:lnTo>
                  <a:lnTo>
                    <a:pt x="0" y="88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20" name="Freeform 8">
              <a:extLst>
                <a:ext uri="{FF2B5EF4-FFF2-40B4-BE49-F238E27FC236}">
                  <a16:creationId xmlns:a16="http://schemas.microsoft.com/office/drawing/2014/main" id="{C85937AE-5276-446F-AB67-7B60605D469B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7076" y="3923"/>
              <a:ext cx="85" cy="88"/>
            </a:xfrm>
            <a:custGeom>
              <a:avLst/>
              <a:gdLst>
                <a:gd name="T0" fmla="*/ 0 w 94"/>
                <a:gd name="T1" fmla="*/ 96 h 96"/>
                <a:gd name="T2" fmla="*/ 0 w 94"/>
                <a:gd name="T3" fmla="*/ 0 h 96"/>
                <a:gd name="T4" fmla="*/ 77 w 94"/>
                <a:gd name="T5" fmla="*/ 0 h 96"/>
                <a:gd name="T6" fmla="*/ 93 w 94"/>
                <a:gd name="T7" fmla="*/ 16 h 96"/>
                <a:gd name="T8" fmla="*/ 93 w 94"/>
                <a:gd name="T9" fmla="*/ 48 h 96"/>
                <a:gd name="T10" fmla="*/ 74 w 94"/>
                <a:gd name="T11" fmla="*/ 63 h 96"/>
                <a:gd name="T12" fmla="*/ 72 w 94"/>
                <a:gd name="T13" fmla="*/ 63 h 96"/>
                <a:gd name="T14" fmla="*/ 94 w 94"/>
                <a:gd name="T15" fmla="*/ 96 h 96"/>
                <a:gd name="T16" fmla="*/ 69 w 94"/>
                <a:gd name="T17" fmla="*/ 96 h 96"/>
                <a:gd name="T18" fmla="*/ 48 w 94"/>
                <a:gd name="T19" fmla="*/ 63 h 96"/>
                <a:gd name="T20" fmla="*/ 23 w 94"/>
                <a:gd name="T21" fmla="*/ 63 h 96"/>
                <a:gd name="T22" fmla="*/ 23 w 94"/>
                <a:gd name="T23" fmla="*/ 96 h 96"/>
                <a:gd name="T24" fmla="*/ 0 w 94"/>
                <a:gd name="T25" fmla="*/ 96 h 96"/>
                <a:gd name="T26" fmla="*/ 23 w 94"/>
                <a:gd name="T27" fmla="*/ 44 h 96"/>
                <a:gd name="T28" fmla="*/ 71 w 94"/>
                <a:gd name="T29" fmla="*/ 44 h 96"/>
                <a:gd name="T30" fmla="*/ 71 w 94"/>
                <a:gd name="T31" fmla="*/ 19 h 96"/>
                <a:gd name="T32" fmla="*/ 23 w 94"/>
                <a:gd name="T33" fmla="*/ 19 h 96"/>
                <a:gd name="T34" fmla="*/ 23 w 94"/>
                <a:gd name="T35" fmla="*/ 44 h 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94" h="96">
                  <a:moveTo>
                    <a:pt x="0" y="96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77" y="0"/>
                    <a:pt x="77" y="0"/>
                    <a:pt x="77" y="0"/>
                  </a:cubicBezTo>
                  <a:cubicBezTo>
                    <a:pt x="87" y="0"/>
                    <a:pt x="93" y="6"/>
                    <a:pt x="93" y="16"/>
                  </a:cubicBezTo>
                  <a:cubicBezTo>
                    <a:pt x="93" y="48"/>
                    <a:pt x="93" y="48"/>
                    <a:pt x="93" y="48"/>
                  </a:cubicBezTo>
                  <a:cubicBezTo>
                    <a:pt x="93" y="56"/>
                    <a:pt x="87" y="63"/>
                    <a:pt x="74" y="63"/>
                  </a:cubicBezTo>
                  <a:cubicBezTo>
                    <a:pt x="73" y="63"/>
                    <a:pt x="72" y="63"/>
                    <a:pt x="72" y="63"/>
                  </a:cubicBezTo>
                  <a:cubicBezTo>
                    <a:pt x="94" y="96"/>
                    <a:pt x="94" y="96"/>
                    <a:pt x="94" y="96"/>
                  </a:cubicBezTo>
                  <a:cubicBezTo>
                    <a:pt x="69" y="96"/>
                    <a:pt x="69" y="96"/>
                    <a:pt x="69" y="96"/>
                  </a:cubicBezTo>
                  <a:cubicBezTo>
                    <a:pt x="48" y="63"/>
                    <a:pt x="48" y="63"/>
                    <a:pt x="48" y="63"/>
                  </a:cubicBezTo>
                  <a:cubicBezTo>
                    <a:pt x="23" y="63"/>
                    <a:pt x="23" y="63"/>
                    <a:pt x="23" y="63"/>
                  </a:cubicBezTo>
                  <a:cubicBezTo>
                    <a:pt x="23" y="96"/>
                    <a:pt x="23" y="96"/>
                    <a:pt x="23" y="96"/>
                  </a:cubicBezTo>
                  <a:lnTo>
                    <a:pt x="0" y="96"/>
                  </a:lnTo>
                  <a:close/>
                  <a:moveTo>
                    <a:pt x="23" y="44"/>
                  </a:moveTo>
                  <a:cubicBezTo>
                    <a:pt x="71" y="44"/>
                    <a:pt x="71" y="44"/>
                    <a:pt x="71" y="44"/>
                  </a:cubicBezTo>
                  <a:cubicBezTo>
                    <a:pt x="71" y="19"/>
                    <a:pt x="71" y="19"/>
                    <a:pt x="71" y="19"/>
                  </a:cubicBezTo>
                  <a:cubicBezTo>
                    <a:pt x="23" y="19"/>
                    <a:pt x="23" y="19"/>
                    <a:pt x="23" y="19"/>
                  </a:cubicBezTo>
                  <a:cubicBezTo>
                    <a:pt x="23" y="44"/>
                    <a:pt x="23" y="44"/>
                    <a:pt x="23" y="44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21" name="Freeform 9">
              <a:extLst>
                <a:ext uri="{FF2B5EF4-FFF2-40B4-BE49-F238E27FC236}">
                  <a16:creationId xmlns:a16="http://schemas.microsoft.com/office/drawing/2014/main" id="{1142013A-0C22-460F-9469-E0A34D93C5A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177" y="3923"/>
              <a:ext cx="84" cy="88"/>
            </a:xfrm>
            <a:custGeom>
              <a:avLst/>
              <a:gdLst>
                <a:gd name="T0" fmla="*/ 23 w 92"/>
                <a:gd name="T1" fmla="*/ 96 h 96"/>
                <a:gd name="T2" fmla="*/ 15 w 92"/>
                <a:gd name="T3" fmla="*/ 96 h 96"/>
                <a:gd name="T4" fmla="*/ 0 w 92"/>
                <a:gd name="T5" fmla="*/ 82 h 96"/>
                <a:gd name="T6" fmla="*/ 0 w 92"/>
                <a:gd name="T7" fmla="*/ 70 h 96"/>
                <a:gd name="T8" fmla="*/ 23 w 92"/>
                <a:gd name="T9" fmla="*/ 70 h 96"/>
                <a:gd name="T10" fmla="*/ 23 w 92"/>
                <a:gd name="T11" fmla="*/ 77 h 96"/>
                <a:gd name="T12" fmla="*/ 70 w 92"/>
                <a:gd name="T13" fmla="*/ 77 h 96"/>
                <a:gd name="T14" fmla="*/ 70 w 92"/>
                <a:gd name="T15" fmla="*/ 57 h 96"/>
                <a:gd name="T16" fmla="*/ 16 w 92"/>
                <a:gd name="T17" fmla="*/ 57 h 96"/>
                <a:gd name="T18" fmla="*/ 1 w 92"/>
                <a:gd name="T19" fmla="*/ 43 h 96"/>
                <a:gd name="T20" fmla="*/ 1 w 92"/>
                <a:gd name="T21" fmla="*/ 15 h 96"/>
                <a:gd name="T22" fmla="*/ 16 w 92"/>
                <a:gd name="T23" fmla="*/ 0 h 96"/>
                <a:gd name="T24" fmla="*/ 78 w 92"/>
                <a:gd name="T25" fmla="*/ 0 h 96"/>
                <a:gd name="T26" fmla="*/ 92 w 92"/>
                <a:gd name="T27" fmla="*/ 16 h 96"/>
                <a:gd name="T28" fmla="*/ 92 w 92"/>
                <a:gd name="T29" fmla="*/ 27 h 96"/>
                <a:gd name="T30" fmla="*/ 70 w 92"/>
                <a:gd name="T31" fmla="*/ 27 h 96"/>
                <a:gd name="T32" fmla="*/ 70 w 92"/>
                <a:gd name="T33" fmla="*/ 19 h 96"/>
                <a:gd name="T34" fmla="*/ 23 w 92"/>
                <a:gd name="T35" fmla="*/ 19 h 96"/>
                <a:gd name="T36" fmla="*/ 23 w 92"/>
                <a:gd name="T37" fmla="*/ 38 h 96"/>
                <a:gd name="T38" fmla="*/ 77 w 92"/>
                <a:gd name="T39" fmla="*/ 38 h 96"/>
                <a:gd name="T40" fmla="*/ 92 w 92"/>
                <a:gd name="T41" fmla="*/ 54 h 96"/>
                <a:gd name="T42" fmla="*/ 92 w 92"/>
                <a:gd name="T43" fmla="*/ 81 h 96"/>
                <a:gd name="T44" fmla="*/ 77 w 92"/>
                <a:gd name="T45" fmla="*/ 96 h 96"/>
                <a:gd name="T46" fmla="*/ 23 w 92"/>
                <a:gd name="T47" fmla="*/ 96 h 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92" h="96">
                  <a:moveTo>
                    <a:pt x="23" y="96"/>
                  </a:moveTo>
                  <a:cubicBezTo>
                    <a:pt x="15" y="96"/>
                    <a:pt x="15" y="96"/>
                    <a:pt x="15" y="96"/>
                  </a:cubicBezTo>
                  <a:cubicBezTo>
                    <a:pt x="5" y="96"/>
                    <a:pt x="0" y="90"/>
                    <a:pt x="0" y="82"/>
                  </a:cubicBezTo>
                  <a:cubicBezTo>
                    <a:pt x="0" y="70"/>
                    <a:pt x="0" y="70"/>
                    <a:pt x="0" y="70"/>
                  </a:cubicBezTo>
                  <a:cubicBezTo>
                    <a:pt x="23" y="70"/>
                    <a:pt x="23" y="70"/>
                    <a:pt x="23" y="70"/>
                  </a:cubicBezTo>
                  <a:cubicBezTo>
                    <a:pt x="23" y="77"/>
                    <a:pt x="23" y="77"/>
                    <a:pt x="23" y="77"/>
                  </a:cubicBezTo>
                  <a:cubicBezTo>
                    <a:pt x="70" y="77"/>
                    <a:pt x="70" y="77"/>
                    <a:pt x="70" y="77"/>
                  </a:cubicBezTo>
                  <a:cubicBezTo>
                    <a:pt x="70" y="57"/>
                    <a:pt x="70" y="57"/>
                    <a:pt x="70" y="57"/>
                  </a:cubicBezTo>
                  <a:cubicBezTo>
                    <a:pt x="70" y="57"/>
                    <a:pt x="24" y="57"/>
                    <a:pt x="16" y="57"/>
                  </a:cubicBezTo>
                  <a:cubicBezTo>
                    <a:pt x="7" y="57"/>
                    <a:pt x="1" y="51"/>
                    <a:pt x="1" y="43"/>
                  </a:cubicBezTo>
                  <a:cubicBezTo>
                    <a:pt x="1" y="15"/>
                    <a:pt x="1" y="15"/>
                    <a:pt x="1" y="15"/>
                  </a:cubicBezTo>
                  <a:cubicBezTo>
                    <a:pt x="1" y="6"/>
                    <a:pt x="8" y="0"/>
                    <a:pt x="16" y="0"/>
                  </a:cubicBezTo>
                  <a:cubicBezTo>
                    <a:pt x="24" y="0"/>
                    <a:pt x="78" y="0"/>
                    <a:pt x="78" y="0"/>
                  </a:cubicBezTo>
                  <a:cubicBezTo>
                    <a:pt x="86" y="0"/>
                    <a:pt x="92" y="6"/>
                    <a:pt x="92" y="16"/>
                  </a:cubicBezTo>
                  <a:cubicBezTo>
                    <a:pt x="92" y="25"/>
                    <a:pt x="92" y="27"/>
                    <a:pt x="92" y="27"/>
                  </a:cubicBezTo>
                  <a:cubicBezTo>
                    <a:pt x="70" y="27"/>
                    <a:pt x="70" y="27"/>
                    <a:pt x="70" y="27"/>
                  </a:cubicBezTo>
                  <a:cubicBezTo>
                    <a:pt x="70" y="19"/>
                    <a:pt x="70" y="19"/>
                    <a:pt x="70" y="19"/>
                  </a:cubicBezTo>
                  <a:cubicBezTo>
                    <a:pt x="23" y="19"/>
                    <a:pt x="23" y="19"/>
                    <a:pt x="23" y="19"/>
                  </a:cubicBezTo>
                  <a:cubicBezTo>
                    <a:pt x="23" y="38"/>
                    <a:pt x="23" y="38"/>
                    <a:pt x="23" y="38"/>
                  </a:cubicBezTo>
                  <a:cubicBezTo>
                    <a:pt x="77" y="38"/>
                    <a:pt x="77" y="38"/>
                    <a:pt x="77" y="38"/>
                  </a:cubicBezTo>
                  <a:cubicBezTo>
                    <a:pt x="85" y="38"/>
                    <a:pt x="92" y="44"/>
                    <a:pt x="92" y="54"/>
                  </a:cubicBezTo>
                  <a:cubicBezTo>
                    <a:pt x="92" y="81"/>
                    <a:pt x="92" y="81"/>
                    <a:pt x="92" y="81"/>
                  </a:cubicBezTo>
                  <a:cubicBezTo>
                    <a:pt x="92" y="90"/>
                    <a:pt x="87" y="96"/>
                    <a:pt x="77" y="96"/>
                  </a:cubicBezTo>
                  <a:cubicBezTo>
                    <a:pt x="68" y="96"/>
                    <a:pt x="23" y="96"/>
                    <a:pt x="23" y="96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22" name="Freeform 10">
              <a:extLst>
                <a:ext uri="{FF2B5EF4-FFF2-40B4-BE49-F238E27FC236}">
                  <a16:creationId xmlns:a16="http://schemas.microsoft.com/office/drawing/2014/main" id="{0F3AFC74-3794-4E77-9F20-A4B649553CE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280" y="3923"/>
              <a:ext cx="90" cy="88"/>
            </a:xfrm>
            <a:custGeom>
              <a:avLst/>
              <a:gdLst>
                <a:gd name="T0" fmla="*/ 0 w 90"/>
                <a:gd name="T1" fmla="*/ 88 h 88"/>
                <a:gd name="T2" fmla="*/ 0 w 90"/>
                <a:gd name="T3" fmla="*/ 0 h 88"/>
                <a:gd name="T4" fmla="*/ 21 w 90"/>
                <a:gd name="T5" fmla="*/ 0 h 88"/>
                <a:gd name="T6" fmla="*/ 21 w 90"/>
                <a:gd name="T7" fmla="*/ 36 h 88"/>
                <a:gd name="T8" fmla="*/ 60 w 90"/>
                <a:gd name="T9" fmla="*/ 0 h 88"/>
                <a:gd name="T10" fmla="*/ 88 w 90"/>
                <a:gd name="T11" fmla="*/ 0 h 88"/>
                <a:gd name="T12" fmla="*/ 42 w 90"/>
                <a:gd name="T13" fmla="*/ 42 h 88"/>
                <a:gd name="T14" fmla="*/ 90 w 90"/>
                <a:gd name="T15" fmla="*/ 88 h 88"/>
                <a:gd name="T16" fmla="*/ 61 w 90"/>
                <a:gd name="T17" fmla="*/ 88 h 88"/>
                <a:gd name="T18" fmla="*/ 21 w 90"/>
                <a:gd name="T19" fmla="*/ 48 h 88"/>
                <a:gd name="T20" fmla="*/ 21 w 90"/>
                <a:gd name="T21" fmla="*/ 88 h 88"/>
                <a:gd name="T22" fmla="*/ 0 w 90"/>
                <a:gd name="T23" fmla="*/ 88 h 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90" h="88">
                  <a:moveTo>
                    <a:pt x="0" y="88"/>
                  </a:moveTo>
                  <a:lnTo>
                    <a:pt x="0" y="0"/>
                  </a:lnTo>
                  <a:lnTo>
                    <a:pt x="21" y="0"/>
                  </a:lnTo>
                  <a:lnTo>
                    <a:pt x="21" y="36"/>
                  </a:lnTo>
                  <a:lnTo>
                    <a:pt x="60" y="0"/>
                  </a:lnTo>
                  <a:lnTo>
                    <a:pt x="88" y="0"/>
                  </a:lnTo>
                  <a:lnTo>
                    <a:pt x="42" y="42"/>
                  </a:lnTo>
                  <a:lnTo>
                    <a:pt x="90" y="88"/>
                  </a:lnTo>
                  <a:lnTo>
                    <a:pt x="61" y="88"/>
                  </a:lnTo>
                  <a:lnTo>
                    <a:pt x="21" y="48"/>
                  </a:lnTo>
                  <a:lnTo>
                    <a:pt x="21" y="88"/>
                  </a:lnTo>
                  <a:lnTo>
                    <a:pt x="0" y="88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24" name="Freeform 11">
              <a:extLst>
                <a:ext uri="{FF2B5EF4-FFF2-40B4-BE49-F238E27FC236}">
                  <a16:creationId xmlns:a16="http://schemas.microsoft.com/office/drawing/2014/main" id="{1D726B94-52B6-40D9-90FC-C0F4F132404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478" y="3868"/>
              <a:ext cx="187" cy="199"/>
            </a:xfrm>
            <a:custGeom>
              <a:avLst/>
              <a:gdLst>
                <a:gd name="T0" fmla="*/ 206 w 206"/>
                <a:gd name="T1" fmla="*/ 193 h 218"/>
                <a:gd name="T2" fmla="*/ 181 w 206"/>
                <a:gd name="T3" fmla="*/ 218 h 218"/>
                <a:gd name="T4" fmla="*/ 24 w 206"/>
                <a:gd name="T5" fmla="*/ 218 h 218"/>
                <a:gd name="T6" fmla="*/ 0 w 206"/>
                <a:gd name="T7" fmla="*/ 193 h 218"/>
                <a:gd name="T8" fmla="*/ 0 w 206"/>
                <a:gd name="T9" fmla="*/ 25 h 218"/>
                <a:gd name="T10" fmla="*/ 24 w 206"/>
                <a:gd name="T11" fmla="*/ 0 h 218"/>
                <a:gd name="T12" fmla="*/ 181 w 206"/>
                <a:gd name="T13" fmla="*/ 0 h 218"/>
                <a:gd name="T14" fmla="*/ 206 w 206"/>
                <a:gd name="T15" fmla="*/ 25 h 218"/>
                <a:gd name="T16" fmla="*/ 206 w 206"/>
                <a:gd name="T17" fmla="*/ 193 h 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06" h="218">
                  <a:moveTo>
                    <a:pt x="206" y="193"/>
                  </a:moveTo>
                  <a:cubicBezTo>
                    <a:pt x="206" y="207"/>
                    <a:pt x="195" y="218"/>
                    <a:pt x="181" y="218"/>
                  </a:cubicBezTo>
                  <a:cubicBezTo>
                    <a:pt x="24" y="218"/>
                    <a:pt x="24" y="218"/>
                    <a:pt x="24" y="218"/>
                  </a:cubicBezTo>
                  <a:cubicBezTo>
                    <a:pt x="11" y="218"/>
                    <a:pt x="0" y="207"/>
                    <a:pt x="0" y="193"/>
                  </a:cubicBezTo>
                  <a:cubicBezTo>
                    <a:pt x="0" y="25"/>
                    <a:pt x="0" y="25"/>
                    <a:pt x="0" y="25"/>
                  </a:cubicBezTo>
                  <a:cubicBezTo>
                    <a:pt x="0" y="11"/>
                    <a:pt x="11" y="0"/>
                    <a:pt x="24" y="0"/>
                  </a:cubicBezTo>
                  <a:cubicBezTo>
                    <a:pt x="181" y="0"/>
                    <a:pt x="181" y="0"/>
                    <a:pt x="181" y="0"/>
                  </a:cubicBezTo>
                  <a:cubicBezTo>
                    <a:pt x="195" y="0"/>
                    <a:pt x="206" y="11"/>
                    <a:pt x="206" y="25"/>
                  </a:cubicBezTo>
                  <a:lnTo>
                    <a:pt x="206" y="193"/>
                  </a:lnTo>
                  <a:close/>
                </a:path>
              </a:pathLst>
            </a:custGeom>
            <a:solidFill>
              <a:srgbClr val="42B0D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25" name="Freeform 12">
              <a:extLst>
                <a:ext uri="{FF2B5EF4-FFF2-40B4-BE49-F238E27FC236}">
                  <a16:creationId xmlns:a16="http://schemas.microsoft.com/office/drawing/2014/main" id="{04D1092F-9F78-4F84-96C4-3D628BA8E4A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488" y="3883"/>
              <a:ext cx="166" cy="164"/>
            </a:xfrm>
            <a:custGeom>
              <a:avLst/>
              <a:gdLst>
                <a:gd name="T0" fmla="*/ 114 w 166"/>
                <a:gd name="T1" fmla="*/ 79 h 164"/>
                <a:gd name="T2" fmla="*/ 150 w 166"/>
                <a:gd name="T3" fmla="*/ 32 h 164"/>
                <a:gd name="T4" fmla="*/ 150 w 166"/>
                <a:gd name="T5" fmla="*/ 32 h 164"/>
                <a:gd name="T6" fmla="*/ 96 w 166"/>
                <a:gd name="T7" fmla="*/ 59 h 164"/>
                <a:gd name="T8" fmla="*/ 83 w 166"/>
                <a:gd name="T9" fmla="*/ 0 h 164"/>
                <a:gd name="T10" fmla="*/ 83 w 166"/>
                <a:gd name="T11" fmla="*/ 0 h 164"/>
                <a:gd name="T12" fmla="*/ 70 w 166"/>
                <a:gd name="T13" fmla="*/ 59 h 164"/>
                <a:gd name="T14" fmla="*/ 16 w 166"/>
                <a:gd name="T15" fmla="*/ 32 h 164"/>
                <a:gd name="T16" fmla="*/ 16 w 166"/>
                <a:gd name="T17" fmla="*/ 32 h 164"/>
                <a:gd name="T18" fmla="*/ 53 w 166"/>
                <a:gd name="T19" fmla="*/ 79 h 164"/>
                <a:gd name="T20" fmla="*/ 0 w 166"/>
                <a:gd name="T21" fmla="*/ 105 h 164"/>
                <a:gd name="T22" fmla="*/ 0 w 166"/>
                <a:gd name="T23" fmla="*/ 105 h 164"/>
                <a:gd name="T24" fmla="*/ 59 w 166"/>
                <a:gd name="T25" fmla="*/ 105 h 164"/>
                <a:gd name="T26" fmla="*/ 46 w 166"/>
                <a:gd name="T27" fmla="*/ 164 h 164"/>
                <a:gd name="T28" fmla="*/ 46 w 166"/>
                <a:gd name="T29" fmla="*/ 164 h 164"/>
                <a:gd name="T30" fmla="*/ 83 w 166"/>
                <a:gd name="T31" fmla="*/ 117 h 164"/>
                <a:gd name="T32" fmla="*/ 120 w 166"/>
                <a:gd name="T33" fmla="*/ 164 h 164"/>
                <a:gd name="T34" fmla="*/ 121 w 166"/>
                <a:gd name="T35" fmla="*/ 164 h 164"/>
                <a:gd name="T36" fmla="*/ 107 w 166"/>
                <a:gd name="T37" fmla="*/ 105 h 164"/>
                <a:gd name="T38" fmla="*/ 166 w 166"/>
                <a:gd name="T39" fmla="*/ 105 h 164"/>
                <a:gd name="T40" fmla="*/ 166 w 166"/>
                <a:gd name="T41" fmla="*/ 105 h 164"/>
                <a:gd name="T42" fmla="*/ 114 w 166"/>
                <a:gd name="T43" fmla="*/ 79 h 1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166" h="164">
                  <a:moveTo>
                    <a:pt x="114" y="79"/>
                  </a:moveTo>
                  <a:lnTo>
                    <a:pt x="150" y="32"/>
                  </a:lnTo>
                  <a:lnTo>
                    <a:pt x="150" y="32"/>
                  </a:lnTo>
                  <a:lnTo>
                    <a:pt x="96" y="59"/>
                  </a:lnTo>
                  <a:lnTo>
                    <a:pt x="83" y="0"/>
                  </a:lnTo>
                  <a:lnTo>
                    <a:pt x="83" y="0"/>
                  </a:lnTo>
                  <a:lnTo>
                    <a:pt x="70" y="59"/>
                  </a:lnTo>
                  <a:lnTo>
                    <a:pt x="16" y="32"/>
                  </a:lnTo>
                  <a:lnTo>
                    <a:pt x="16" y="32"/>
                  </a:lnTo>
                  <a:lnTo>
                    <a:pt x="53" y="79"/>
                  </a:lnTo>
                  <a:lnTo>
                    <a:pt x="0" y="105"/>
                  </a:lnTo>
                  <a:lnTo>
                    <a:pt x="0" y="105"/>
                  </a:lnTo>
                  <a:lnTo>
                    <a:pt x="59" y="105"/>
                  </a:lnTo>
                  <a:lnTo>
                    <a:pt x="46" y="164"/>
                  </a:lnTo>
                  <a:lnTo>
                    <a:pt x="46" y="164"/>
                  </a:lnTo>
                  <a:lnTo>
                    <a:pt x="83" y="117"/>
                  </a:lnTo>
                  <a:lnTo>
                    <a:pt x="120" y="164"/>
                  </a:lnTo>
                  <a:lnTo>
                    <a:pt x="121" y="164"/>
                  </a:lnTo>
                  <a:lnTo>
                    <a:pt x="107" y="105"/>
                  </a:lnTo>
                  <a:lnTo>
                    <a:pt x="166" y="105"/>
                  </a:lnTo>
                  <a:lnTo>
                    <a:pt x="166" y="105"/>
                  </a:lnTo>
                  <a:lnTo>
                    <a:pt x="114" y="79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</p:grpSp>
      <p:cxnSp>
        <p:nvCxnSpPr>
          <p:cNvPr id="27" name="Straight Connector 1">
            <a:extLst>
              <a:ext uri="{FF2B5EF4-FFF2-40B4-BE49-F238E27FC236}">
                <a16:creationId xmlns:a16="http://schemas.microsoft.com/office/drawing/2014/main" id="{7096DEC8-77C9-4DD3-9025-ECDC80F2146B}"/>
              </a:ext>
            </a:extLst>
          </p:cNvPr>
          <p:cNvCxnSpPr/>
          <p:nvPr userDrawn="1"/>
        </p:nvCxnSpPr>
        <p:spPr>
          <a:xfrm>
            <a:off x="500064" y="3521075"/>
            <a:ext cx="5484811" cy="0"/>
          </a:xfrm>
          <a:prstGeom prst="line">
            <a:avLst/>
          </a:prstGeom>
          <a:ln w="12700">
            <a:solidFill>
              <a:srgbClr val="87878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">
            <a:extLst>
              <a:ext uri="{FF2B5EF4-FFF2-40B4-BE49-F238E27FC236}">
                <a16:creationId xmlns:a16="http://schemas.microsoft.com/office/drawing/2014/main" id="{EA90E9CF-510E-4225-A3BB-91F013987BD5}"/>
              </a:ext>
            </a:extLst>
          </p:cNvPr>
          <p:cNvCxnSpPr/>
          <p:nvPr userDrawn="1"/>
        </p:nvCxnSpPr>
        <p:spPr>
          <a:xfrm>
            <a:off x="6225806" y="1527717"/>
            <a:ext cx="5468400" cy="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3">
            <a:extLst>
              <a:ext uri="{FF2B5EF4-FFF2-40B4-BE49-F238E27FC236}">
                <a16:creationId xmlns:a16="http://schemas.microsoft.com/office/drawing/2014/main" id="{CA039D30-14CC-454E-9DA1-C777E3C44776}"/>
              </a:ext>
            </a:extLst>
          </p:cNvPr>
          <p:cNvCxnSpPr/>
          <p:nvPr userDrawn="1"/>
        </p:nvCxnSpPr>
        <p:spPr>
          <a:xfrm>
            <a:off x="6225806" y="4400550"/>
            <a:ext cx="5468400" cy="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Date Placeholder 1" hidden="1">
            <a:extLst>
              <a:ext uri="{FF2B5EF4-FFF2-40B4-BE49-F238E27FC236}">
                <a16:creationId xmlns:a16="http://schemas.microsoft.com/office/drawing/2014/main" id="{2C382236-11EE-4251-B331-C34A1F0BC3C7}"/>
              </a:ext>
            </a:extLst>
          </p:cNvPr>
          <p:cNvSpPr>
            <a:spLocks noGrp="1"/>
          </p:cNvSpPr>
          <p:nvPr>
            <p:ph type="dt" sz="half" idx="26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662E7F8-5569-4FBF-9D79-FD373EB71C09}"/>
              </a:ext>
            </a:extLst>
          </p:cNvPr>
          <p:cNvSpPr>
            <a:spLocks noGrp="1"/>
          </p:cNvSpPr>
          <p:nvPr>
            <p:ph type="ftr" sz="quarter" idx="27"/>
          </p:nvPr>
        </p:nvSpPr>
        <p:spPr/>
        <p:txBody>
          <a:bodyPr/>
          <a:lstStyle/>
          <a:p>
            <a:r>
              <a:rPr lang="en-GB"/>
              <a:t>Insert presentation title via Header &amp; Footer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7D00A7CC-3278-4F1E-AD5C-F27447EEAE98}"/>
              </a:ext>
            </a:extLst>
          </p:cNvPr>
          <p:cNvSpPr>
            <a:spLocks noGrp="1"/>
          </p:cNvSpPr>
          <p:nvPr>
            <p:ph type="sldNum" sz="quarter" idx="28"/>
          </p:nvPr>
        </p:nvSpPr>
        <p:spPr/>
        <p:txBody>
          <a:bodyPr/>
          <a:lstStyle/>
          <a:p>
            <a:fld id="{43A204BC-C5BA-4EF4-ABC8-D45123A0C528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29338986"/>
      </p:ext>
    </p:extLst>
  </p:cSld>
  <p:clrMapOvr>
    <a:masterClrMapping/>
  </p:clrMapOvr>
</p:sldLayout>
</file>

<file path=ppt/slideLayouts/slideLayout1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pictur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icture Placeholder 3"/>
          <p:cNvSpPr>
            <a:spLocks noGrp="1"/>
          </p:cNvSpPr>
          <p:nvPr>
            <p:ph type="pic" sz="quarter" idx="14" hasCustomPrompt="1"/>
          </p:nvPr>
        </p:nvSpPr>
        <p:spPr>
          <a:xfrm>
            <a:off x="8131175" y="501650"/>
            <a:ext cx="3559176" cy="5135563"/>
          </a:xfrm>
          <a:noFill/>
          <a:ln>
            <a:noFill/>
          </a:ln>
        </p:spPr>
        <p:txBody>
          <a:bodyPr tIns="72000" anchor="t" anchorCtr="0"/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1200"/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Click here and insert picture</a:t>
            </a:r>
          </a:p>
        </p:txBody>
      </p:sp>
      <p:grpSp>
        <p:nvGrpSpPr>
          <p:cNvPr id="16" name="Group logo">
            <a:extLst>
              <a:ext uri="{FF2B5EF4-FFF2-40B4-BE49-F238E27FC236}">
                <a16:creationId xmlns:a16="http://schemas.microsoft.com/office/drawing/2014/main" id="{F096A198-57B0-402E-B8FD-71C5BF944700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10256489" y="6137500"/>
            <a:ext cx="1436163" cy="320400"/>
            <a:chOff x="6478" y="3868"/>
            <a:chExt cx="892" cy="199"/>
          </a:xfrm>
        </p:grpSpPr>
        <p:sp>
          <p:nvSpPr>
            <p:cNvPr id="17" name="Freeform 5">
              <a:extLst>
                <a:ext uri="{FF2B5EF4-FFF2-40B4-BE49-F238E27FC236}">
                  <a16:creationId xmlns:a16="http://schemas.microsoft.com/office/drawing/2014/main" id="{9735D8F0-DF96-4E27-BA61-1D988B86919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749" y="3923"/>
              <a:ext cx="104" cy="88"/>
            </a:xfrm>
            <a:custGeom>
              <a:avLst/>
              <a:gdLst>
                <a:gd name="T0" fmla="*/ 0 w 104"/>
                <a:gd name="T1" fmla="*/ 88 h 88"/>
                <a:gd name="T2" fmla="*/ 0 w 104"/>
                <a:gd name="T3" fmla="*/ 0 h 88"/>
                <a:gd name="T4" fmla="*/ 23 w 104"/>
                <a:gd name="T5" fmla="*/ 0 h 88"/>
                <a:gd name="T6" fmla="*/ 52 w 104"/>
                <a:gd name="T7" fmla="*/ 66 h 88"/>
                <a:gd name="T8" fmla="*/ 81 w 104"/>
                <a:gd name="T9" fmla="*/ 0 h 88"/>
                <a:gd name="T10" fmla="*/ 104 w 104"/>
                <a:gd name="T11" fmla="*/ 0 h 88"/>
                <a:gd name="T12" fmla="*/ 104 w 104"/>
                <a:gd name="T13" fmla="*/ 88 h 88"/>
                <a:gd name="T14" fmla="*/ 85 w 104"/>
                <a:gd name="T15" fmla="*/ 88 h 88"/>
                <a:gd name="T16" fmla="*/ 85 w 104"/>
                <a:gd name="T17" fmla="*/ 37 h 88"/>
                <a:gd name="T18" fmla="*/ 62 w 104"/>
                <a:gd name="T19" fmla="*/ 88 h 88"/>
                <a:gd name="T20" fmla="*/ 42 w 104"/>
                <a:gd name="T21" fmla="*/ 88 h 88"/>
                <a:gd name="T22" fmla="*/ 19 w 104"/>
                <a:gd name="T23" fmla="*/ 38 h 88"/>
                <a:gd name="T24" fmla="*/ 19 w 104"/>
                <a:gd name="T25" fmla="*/ 88 h 88"/>
                <a:gd name="T26" fmla="*/ 0 w 104"/>
                <a:gd name="T27" fmla="*/ 88 h 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04" h="88">
                  <a:moveTo>
                    <a:pt x="0" y="88"/>
                  </a:moveTo>
                  <a:lnTo>
                    <a:pt x="0" y="0"/>
                  </a:lnTo>
                  <a:lnTo>
                    <a:pt x="23" y="0"/>
                  </a:lnTo>
                  <a:lnTo>
                    <a:pt x="52" y="66"/>
                  </a:lnTo>
                  <a:lnTo>
                    <a:pt x="81" y="0"/>
                  </a:lnTo>
                  <a:lnTo>
                    <a:pt x="104" y="0"/>
                  </a:lnTo>
                  <a:lnTo>
                    <a:pt x="104" y="88"/>
                  </a:lnTo>
                  <a:lnTo>
                    <a:pt x="85" y="88"/>
                  </a:lnTo>
                  <a:lnTo>
                    <a:pt x="85" y="37"/>
                  </a:lnTo>
                  <a:lnTo>
                    <a:pt x="62" y="88"/>
                  </a:lnTo>
                  <a:lnTo>
                    <a:pt x="42" y="88"/>
                  </a:lnTo>
                  <a:lnTo>
                    <a:pt x="19" y="38"/>
                  </a:lnTo>
                  <a:lnTo>
                    <a:pt x="19" y="88"/>
                  </a:lnTo>
                  <a:lnTo>
                    <a:pt x="0" y="88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18" name="Freeform 6">
              <a:extLst>
                <a:ext uri="{FF2B5EF4-FFF2-40B4-BE49-F238E27FC236}">
                  <a16:creationId xmlns:a16="http://schemas.microsoft.com/office/drawing/2014/main" id="{1497644D-7612-422C-AF4D-1E0DD385458D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861" y="3923"/>
              <a:ext cx="106" cy="88"/>
            </a:xfrm>
            <a:custGeom>
              <a:avLst/>
              <a:gdLst>
                <a:gd name="T0" fmla="*/ 23 w 106"/>
                <a:gd name="T1" fmla="*/ 88 h 88"/>
                <a:gd name="T2" fmla="*/ 0 w 106"/>
                <a:gd name="T3" fmla="*/ 88 h 88"/>
                <a:gd name="T4" fmla="*/ 40 w 106"/>
                <a:gd name="T5" fmla="*/ 0 h 88"/>
                <a:gd name="T6" fmla="*/ 67 w 106"/>
                <a:gd name="T7" fmla="*/ 0 h 88"/>
                <a:gd name="T8" fmla="*/ 106 w 106"/>
                <a:gd name="T9" fmla="*/ 88 h 88"/>
                <a:gd name="T10" fmla="*/ 84 w 106"/>
                <a:gd name="T11" fmla="*/ 88 h 88"/>
                <a:gd name="T12" fmla="*/ 76 w 106"/>
                <a:gd name="T13" fmla="*/ 71 h 88"/>
                <a:gd name="T14" fmla="*/ 30 w 106"/>
                <a:gd name="T15" fmla="*/ 71 h 88"/>
                <a:gd name="T16" fmla="*/ 23 w 106"/>
                <a:gd name="T17" fmla="*/ 88 h 88"/>
                <a:gd name="T18" fmla="*/ 69 w 106"/>
                <a:gd name="T19" fmla="*/ 54 h 88"/>
                <a:gd name="T20" fmla="*/ 53 w 106"/>
                <a:gd name="T21" fmla="*/ 17 h 88"/>
                <a:gd name="T22" fmla="*/ 38 w 106"/>
                <a:gd name="T23" fmla="*/ 54 h 88"/>
                <a:gd name="T24" fmla="*/ 69 w 106"/>
                <a:gd name="T25" fmla="*/ 54 h 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06" h="88">
                  <a:moveTo>
                    <a:pt x="23" y="88"/>
                  </a:moveTo>
                  <a:lnTo>
                    <a:pt x="0" y="88"/>
                  </a:lnTo>
                  <a:lnTo>
                    <a:pt x="40" y="0"/>
                  </a:lnTo>
                  <a:lnTo>
                    <a:pt x="67" y="0"/>
                  </a:lnTo>
                  <a:lnTo>
                    <a:pt x="106" y="88"/>
                  </a:lnTo>
                  <a:lnTo>
                    <a:pt x="84" y="88"/>
                  </a:lnTo>
                  <a:lnTo>
                    <a:pt x="76" y="71"/>
                  </a:lnTo>
                  <a:lnTo>
                    <a:pt x="30" y="71"/>
                  </a:lnTo>
                  <a:lnTo>
                    <a:pt x="23" y="88"/>
                  </a:lnTo>
                  <a:close/>
                  <a:moveTo>
                    <a:pt x="69" y="54"/>
                  </a:moveTo>
                  <a:lnTo>
                    <a:pt x="53" y="17"/>
                  </a:lnTo>
                  <a:lnTo>
                    <a:pt x="38" y="54"/>
                  </a:lnTo>
                  <a:lnTo>
                    <a:pt x="69" y="54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19" name="Freeform 7">
              <a:extLst>
                <a:ext uri="{FF2B5EF4-FFF2-40B4-BE49-F238E27FC236}">
                  <a16:creationId xmlns:a16="http://schemas.microsoft.com/office/drawing/2014/main" id="{A6B732CD-52AC-420B-8B09-36FD5C70C89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976" y="3923"/>
              <a:ext cx="84" cy="88"/>
            </a:xfrm>
            <a:custGeom>
              <a:avLst/>
              <a:gdLst>
                <a:gd name="T0" fmla="*/ 0 w 84"/>
                <a:gd name="T1" fmla="*/ 88 h 88"/>
                <a:gd name="T2" fmla="*/ 0 w 84"/>
                <a:gd name="T3" fmla="*/ 0 h 88"/>
                <a:gd name="T4" fmla="*/ 83 w 84"/>
                <a:gd name="T5" fmla="*/ 0 h 88"/>
                <a:gd name="T6" fmla="*/ 83 w 84"/>
                <a:gd name="T7" fmla="*/ 18 h 88"/>
                <a:gd name="T8" fmla="*/ 20 w 84"/>
                <a:gd name="T9" fmla="*/ 18 h 88"/>
                <a:gd name="T10" fmla="*/ 20 w 84"/>
                <a:gd name="T11" fmla="*/ 35 h 88"/>
                <a:gd name="T12" fmla="*/ 75 w 84"/>
                <a:gd name="T13" fmla="*/ 35 h 88"/>
                <a:gd name="T14" fmla="*/ 75 w 84"/>
                <a:gd name="T15" fmla="*/ 53 h 88"/>
                <a:gd name="T16" fmla="*/ 20 w 84"/>
                <a:gd name="T17" fmla="*/ 53 h 88"/>
                <a:gd name="T18" fmla="*/ 20 w 84"/>
                <a:gd name="T19" fmla="*/ 71 h 88"/>
                <a:gd name="T20" fmla="*/ 84 w 84"/>
                <a:gd name="T21" fmla="*/ 71 h 88"/>
                <a:gd name="T22" fmla="*/ 84 w 84"/>
                <a:gd name="T23" fmla="*/ 88 h 88"/>
                <a:gd name="T24" fmla="*/ 0 w 84"/>
                <a:gd name="T25" fmla="*/ 88 h 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84" h="88">
                  <a:moveTo>
                    <a:pt x="0" y="88"/>
                  </a:moveTo>
                  <a:lnTo>
                    <a:pt x="0" y="0"/>
                  </a:lnTo>
                  <a:lnTo>
                    <a:pt x="83" y="0"/>
                  </a:lnTo>
                  <a:lnTo>
                    <a:pt x="83" y="18"/>
                  </a:lnTo>
                  <a:lnTo>
                    <a:pt x="20" y="18"/>
                  </a:lnTo>
                  <a:lnTo>
                    <a:pt x="20" y="35"/>
                  </a:lnTo>
                  <a:lnTo>
                    <a:pt x="75" y="35"/>
                  </a:lnTo>
                  <a:lnTo>
                    <a:pt x="75" y="53"/>
                  </a:lnTo>
                  <a:lnTo>
                    <a:pt x="20" y="53"/>
                  </a:lnTo>
                  <a:lnTo>
                    <a:pt x="20" y="71"/>
                  </a:lnTo>
                  <a:lnTo>
                    <a:pt x="84" y="71"/>
                  </a:lnTo>
                  <a:lnTo>
                    <a:pt x="84" y="88"/>
                  </a:lnTo>
                  <a:lnTo>
                    <a:pt x="0" y="88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20" name="Freeform 8">
              <a:extLst>
                <a:ext uri="{FF2B5EF4-FFF2-40B4-BE49-F238E27FC236}">
                  <a16:creationId xmlns:a16="http://schemas.microsoft.com/office/drawing/2014/main" id="{C85937AE-5276-446F-AB67-7B60605D469B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7076" y="3923"/>
              <a:ext cx="85" cy="88"/>
            </a:xfrm>
            <a:custGeom>
              <a:avLst/>
              <a:gdLst>
                <a:gd name="T0" fmla="*/ 0 w 94"/>
                <a:gd name="T1" fmla="*/ 96 h 96"/>
                <a:gd name="T2" fmla="*/ 0 w 94"/>
                <a:gd name="T3" fmla="*/ 0 h 96"/>
                <a:gd name="T4" fmla="*/ 77 w 94"/>
                <a:gd name="T5" fmla="*/ 0 h 96"/>
                <a:gd name="T6" fmla="*/ 93 w 94"/>
                <a:gd name="T7" fmla="*/ 16 h 96"/>
                <a:gd name="T8" fmla="*/ 93 w 94"/>
                <a:gd name="T9" fmla="*/ 48 h 96"/>
                <a:gd name="T10" fmla="*/ 74 w 94"/>
                <a:gd name="T11" fmla="*/ 63 h 96"/>
                <a:gd name="T12" fmla="*/ 72 w 94"/>
                <a:gd name="T13" fmla="*/ 63 h 96"/>
                <a:gd name="T14" fmla="*/ 94 w 94"/>
                <a:gd name="T15" fmla="*/ 96 h 96"/>
                <a:gd name="T16" fmla="*/ 69 w 94"/>
                <a:gd name="T17" fmla="*/ 96 h 96"/>
                <a:gd name="T18" fmla="*/ 48 w 94"/>
                <a:gd name="T19" fmla="*/ 63 h 96"/>
                <a:gd name="T20" fmla="*/ 23 w 94"/>
                <a:gd name="T21" fmla="*/ 63 h 96"/>
                <a:gd name="T22" fmla="*/ 23 w 94"/>
                <a:gd name="T23" fmla="*/ 96 h 96"/>
                <a:gd name="T24" fmla="*/ 0 w 94"/>
                <a:gd name="T25" fmla="*/ 96 h 96"/>
                <a:gd name="T26" fmla="*/ 23 w 94"/>
                <a:gd name="T27" fmla="*/ 44 h 96"/>
                <a:gd name="T28" fmla="*/ 71 w 94"/>
                <a:gd name="T29" fmla="*/ 44 h 96"/>
                <a:gd name="T30" fmla="*/ 71 w 94"/>
                <a:gd name="T31" fmla="*/ 19 h 96"/>
                <a:gd name="T32" fmla="*/ 23 w 94"/>
                <a:gd name="T33" fmla="*/ 19 h 96"/>
                <a:gd name="T34" fmla="*/ 23 w 94"/>
                <a:gd name="T35" fmla="*/ 44 h 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94" h="96">
                  <a:moveTo>
                    <a:pt x="0" y="96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77" y="0"/>
                    <a:pt x="77" y="0"/>
                    <a:pt x="77" y="0"/>
                  </a:cubicBezTo>
                  <a:cubicBezTo>
                    <a:pt x="87" y="0"/>
                    <a:pt x="93" y="6"/>
                    <a:pt x="93" y="16"/>
                  </a:cubicBezTo>
                  <a:cubicBezTo>
                    <a:pt x="93" y="48"/>
                    <a:pt x="93" y="48"/>
                    <a:pt x="93" y="48"/>
                  </a:cubicBezTo>
                  <a:cubicBezTo>
                    <a:pt x="93" y="56"/>
                    <a:pt x="87" y="63"/>
                    <a:pt x="74" y="63"/>
                  </a:cubicBezTo>
                  <a:cubicBezTo>
                    <a:pt x="73" y="63"/>
                    <a:pt x="72" y="63"/>
                    <a:pt x="72" y="63"/>
                  </a:cubicBezTo>
                  <a:cubicBezTo>
                    <a:pt x="94" y="96"/>
                    <a:pt x="94" y="96"/>
                    <a:pt x="94" y="96"/>
                  </a:cubicBezTo>
                  <a:cubicBezTo>
                    <a:pt x="69" y="96"/>
                    <a:pt x="69" y="96"/>
                    <a:pt x="69" y="96"/>
                  </a:cubicBezTo>
                  <a:cubicBezTo>
                    <a:pt x="48" y="63"/>
                    <a:pt x="48" y="63"/>
                    <a:pt x="48" y="63"/>
                  </a:cubicBezTo>
                  <a:cubicBezTo>
                    <a:pt x="23" y="63"/>
                    <a:pt x="23" y="63"/>
                    <a:pt x="23" y="63"/>
                  </a:cubicBezTo>
                  <a:cubicBezTo>
                    <a:pt x="23" y="96"/>
                    <a:pt x="23" y="96"/>
                    <a:pt x="23" y="96"/>
                  </a:cubicBezTo>
                  <a:lnTo>
                    <a:pt x="0" y="96"/>
                  </a:lnTo>
                  <a:close/>
                  <a:moveTo>
                    <a:pt x="23" y="44"/>
                  </a:moveTo>
                  <a:cubicBezTo>
                    <a:pt x="71" y="44"/>
                    <a:pt x="71" y="44"/>
                    <a:pt x="71" y="44"/>
                  </a:cubicBezTo>
                  <a:cubicBezTo>
                    <a:pt x="71" y="19"/>
                    <a:pt x="71" y="19"/>
                    <a:pt x="71" y="19"/>
                  </a:cubicBezTo>
                  <a:cubicBezTo>
                    <a:pt x="23" y="19"/>
                    <a:pt x="23" y="19"/>
                    <a:pt x="23" y="19"/>
                  </a:cubicBezTo>
                  <a:cubicBezTo>
                    <a:pt x="23" y="44"/>
                    <a:pt x="23" y="44"/>
                    <a:pt x="23" y="44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21" name="Freeform 9">
              <a:extLst>
                <a:ext uri="{FF2B5EF4-FFF2-40B4-BE49-F238E27FC236}">
                  <a16:creationId xmlns:a16="http://schemas.microsoft.com/office/drawing/2014/main" id="{1142013A-0C22-460F-9469-E0A34D93C5A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177" y="3923"/>
              <a:ext cx="84" cy="88"/>
            </a:xfrm>
            <a:custGeom>
              <a:avLst/>
              <a:gdLst>
                <a:gd name="T0" fmla="*/ 23 w 92"/>
                <a:gd name="T1" fmla="*/ 96 h 96"/>
                <a:gd name="T2" fmla="*/ 15 w 92"/>
                <a:gd name="T3" fmla="*/ 96 h 96"/>
                <a:gd name="T4" fmla="*/ 0 w 92"/>
                <a:gd name="T5" fmla="*/ 82 h 96"/>
                <a:gd name="T6" fmla="*/ 0 w 92"/>
                <a:gd name="T7" fmla="*/ 70 h 96"/>
                <a:gd name="T8" fmla="*/ 23 w 92"/>
                <a:gd name="T9" fmla="*/ 70 h 96"/>
                <a:gd name="T10" fmla="*/ 23 w 92"/>
                <a:gd name="T11" fmla="*/ 77 h 96"/>
                <a:gd name="T12" fmla="*/ 70 w 92"/>
                <a:gd name="T13" fmla="*/ 77 h 96"/>
                <a:gd name="T14" fmla="*/ 70 w 92"/>
                <a:gd name="T15" fmla="*/ 57 h 96"/>
                <a:gd name="T16" fmla="*/ 16 w 92"/>
                <a:gd name="T17" fmla="*/ 57 h 96"/>
                <a:gd name="T18" fmla="*/ 1 w 92"/>
                <a:gd name="T19" fmla="*/ 43 h 96"/>
                <a:gd name="T20" fmla="*/ 1 w 92"/>
                <a:gd name="T21" fmla="*/ 15 h 96"/>
                <a:gd name="T22" fmla="*/ 16 w 92"/>
                <a:gd name="T23" fmla="*/ 0 h 96"/>
                <a:gd name="T24" fmla="*/ 78 w 92"/>
                <a:gd name="T25" fmla="*/ 0 h 96"/>
                <a:gd name="T26" fmla="*/ 92 w 92"/>
                <a:gd name="T27" fmla="*/ 16 h 96"/>
                <a:gd name="T28" fmla="*/ 92 w 92"/>
                <a:gd name="T29" fmla="*/ 27 h 96"/>
                <a:gd name="T30" fmla="*/ 70 w 92"/>
                <a:gd name="T31" fmla="*/ 27 h 96"/>
                <a:gd name="T32" fmla="*/ 70 w 92"/>
                <a:gd name="T33" fmla="*/ 19 h 96"/>
                <a:gd name="T34" fmla="*/ 23 w 92"/>
                <a:gd name="T35" fmla="*/ 19 h 96"/>
                <a:gd name="T36" fmla="*/ 23 w 92"/>
                <a:gd name="T37" fmla="*/ 38 h 96"/>
                <a:gd name="T38" fmla="*/ 77 w 92"/>
                <a:gd name="T39" fmla="*/ 38 h 96"/>
                <a:gd name="T40" fmla="*/ 92 w 92"/>
                <a:gd name="T41" fmla="*/ 54 h 96"/>
                <a:gd name="T42" fmla="*/ 92 w 92"/>
                <a:gd name="T43" fmla="*/ 81 h 96"/>
                <a:gd name="T44" fmla="*/ 77 w 92"/>
                <a:gd name="T45" fmla="*/ 96 h 96"/>
                <a:gd name="T46" fmla="*/ 23 w 92"/>
                <a:gd name="T47" fmla="*/ 96 h 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92" h="96">
                  <a:moveTo>
                    <a:pt x="23" y="96"/>
                  </a:moveTo>
                  <a:cubicBezTo>
                    <a:pt x="15" y="96"/>
                    <a:pt x="15" y="96"/>
                    <a:pt x="15" y="96"/>
                  </a:cubicBezTo>
                  <a:cubicBezTo>
                    <a:pt x="5" y="96"/>
                    <a:pt x="0" y="90"/>
                    <a:pt x="0" y="82"/>
                  </a:cubicBezTo>
                  <a:cubicBezTo>
                    <a:pt x="0" y="70"/>
                    <a:pt x="0" y="70"/>
                    <a:pt x="0" y="70"/>
                  </a:cubicBezTo>
                  <a:cubicBezTo>
                    <a:pt x="23" y="70"/>
                    <a:pt x="23" y="70"/>
                    <a:pt x="23" y="70"/>
                  </a:cubicBezTo>
                  <a:cubicBezTo>
                    <a:pt x="23" y="77"/>
                    <a:pt x="23" y="77"/>
                    <a:pt x="23" y="77"/>
                  </a:cubicBezTo>
                  <a:cubicBezTo>
                    <a:pt x="70" y="77"/>
                    <a:pt x="70" y="77"/>
                    <a:pt x="70" y="77"/>
                  </a:cubicBezTo>
                  <a:cubicBezTo>
                    <a:pt x="70" y="57"/>
                    <a:pt x="70" y="57"/>
                    <a:pt x="70" y="57"/>
                  </a:cubicBezTo>
                  <a:cubicBezTo>
                    <a:pt x="70" y="57"/>
                    <a:pt x="24" y="57"/>
                    <a:pt x="16" y="57"/>
                  </a:cubicBezTo>
                  <a:cubicBezTo>
                    <a:pt x="7" y="57"/>
                    <a:pt x="1" y="51"/>
                    <a:pt x="1" y="43"/>
                  </a:cubicBezTo>
                  <a:cubicBezTo>
                    <a:pt x="1" y="15"/>
                    <a:pt x="1" y="15"/>
                    <a:pt x="1" y="15"/>
                  </a:cubicBezTo>
                  <a:cubicBezTo>
                    <a:pt x="1" y="6"/>
                    <a:pt x="8" y="0"/>
                    <a:pt x="16" y="0"/>
                  </a:cubicBezTo>
                  <a:cubicBezTo>
                    <a:pt x="24" y="0"/>
                    <a:pt x="78" y="0"/>
                    <a:pt x="78" y="0"/>
                  </a:cubicBezTo>
                  <a:cubicBezTo>
                    <a:pt x="86" y="0"/>
                    <a:pt x="92" y="6"/>
                    <a:pt x="92" y="16"/>
                  </a:cubicBezTo>
                  <a:cubicBezTo>
                    <a:pt x="92" y="25"/>
                    <a:pt x="92" y="27"/>
                    <a:pt x="92" y="27"/>
                  </a:cubicBezTo>
                  <a:cubicBezTo>
                    <a:pt x="70" y="27"/>
                    <a:pt x="70" y="27"/>
                    <a:pt x="70" y="27"/>
                  </a:cubicBezTo>
                  <a:cubicBezTo>
                    <a:pt x="70" y="19"/>
                    <a:pt x="70" y="19"/>
                    <a:pt x="70" y="19"/>
                  </a:cubicBezTo>
                  <a:cubicBezTo>
                    <a:pt x="23" y="19"/>
                    <a:pt x="23" y="19"/>
                    <a:pt x="23" y="19"/>
                  </a:cubicBezTo>
                  <a:cubicBezTo>
                    <a:pt x="23" y="38"/>
                    <a:pt x="23" y="38"/>
                    <a:pt x="23" y="38"/>
                  </a:cubicBezTo>
                  <a:cubicBezTo>
                    <a:pt x="77" y="38"/>
                    <a:pt x="77" y="38"/>
                    <a:pt x="77" y="38"/>
                  </a:cubicBezTo>
                  <a:cubicBezTo>
                    <a:pt x="85" y="38"/>
                    <a:pt x="92" y="44"/>
                    <a:pt x="92" y="54"/>
                  </a:cubicBezTo>
                  <a:cubicBezTo>
                    <a:pt x="92" y="81"/>
                    <a:pt x="92" y="81"/>
                    <a:pt x="92" y="81"/>
                  </a:cubicBezTo>
                  <a:cubicBezTo>
                    <a:pt x="92" y="90"/>
                    <a:pt x="87" y="96"/>
                    <a:pt x="77" y="96"/>
                  </a:cubicBezTo>
                  <a:cubicBezTo>
                    <a:pt x="68" y="96"/>
                    <a:pt x="23" y="96"/>
                    <a:pt x="23" y="96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22" name="Freeform 10">
              <a:extLst>
                <a:ext uri="{FF2B5EF4-FFF2-40B4-BE49-F238E27FC236}">
                  <a16:creationId xmlns:a16="http://schemas.microsoft.com/office/drawing/2014/main" id="{0F3AFC74-3794-4E77-9F20-A4B649553CE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280" y="3923"/>
              <a:ext cx="90" cy="88"/>
            </a:xfrm>
            <a:custGeom>
              <a:avLst/>
              <a:gdLst>
                <a:gd name="T0" fmla="*/ 0 w 90"/>
                <a:gd name="T1" fmla="*/ 88 h 88"/>
                <a:gd name="T2" fmla="*/ 0 w 90"/>
                <a:gd name="T3" fmla="*/ 0 h 88"/>
                <a:gd name="T4" fmla="*/ 21 w 90"/>
                <a:gd name="T5" fmla="*/ 0 h 88"/>
                <a:gd name="T6" fmla="*/ 21 w 90"/>
                <a:gd name="T7" fmla="*/ 36 h 88"/>
                <a:gd name="T8" fmla="*/ 60 w 90"/>
                <a:gd name="T9" fmla="*/ 0 h 88"/>
                <a:gd name="T10" fmla="*/ 88 w 90"/>
                <a:gd name="T11" fmla="*/ 0 h 88"/>
                <a:gd name="T12" fmla="*/ 42 w 90"/>
                <a:gd name="T13" fmla="*/ 42 h 88"/>
                <a:gd name="T14" fmla="*/ 90 w 90"/>
                <a:gd name="T15" fmla="*/ 88 h 88"/>
                <a:gd name="T16" fmla="*/ 61 w 90"/>
                <a:gd name="T17" fmla="*/ 88 h 88"/>
                <a:gd name="T18" fmla="*/ 21 w 90"/>
                <a:gd name="T19" fmla="*/ 48 h 88"/>
                <a:gd name="T20" fmla="*/ 21 w 90"/>
                <a:gd name="T21" fmla="*/ 88 h 88"/>
                <a:gd name="T22" fmla="*/ 0 w 90"/>
                <a:gd name="T23" fmla="*/ 88 h 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90" h="88">
                  <a:moveTo>
                    <a:pt x="0" y="88"/>
                  </a:moveTo>
                  <a:lnTo>
                    <a:pt x="0" y="0"/>
                  </a:lnTo>
                  <a:lnTo>
                    <a:pt x="21" y="0"/>
                  </a:lnTo>
                  <a:lnTo>
                    <a:pt x="21" y="36"/>
                  </a:lnTo>
                  <a:lnTo>
                    <a:pt x="60" y="0"/>
                  </a:lnTo>
                  <a:lnTo>
                    <a:pt x="88" y="0"/>
                  </a:lnTo>
                  <a:lnTo>
                    <a:pt x="42" y="42"/>
                  </a:lnTo>
                  <a:lnTo>
                    <a:pt x="90" y="88"/>
                  </a:lnTo>
                  <a:lnTo>
                    <a:pt x="61" y="88"/>
                  </a:lnTo>
                  <a:lnTo>
                    <a:pt x="21" y="48"/>
                  </a:lnTo>
                  <a:lnTo>
                    <a:pt x="21" y="88"/>
                  </a:lnTo>
                  <a:lnTo>
                    <a:pt x="0" y="88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24" name="Freeform 11">
              <a:extLst>
                <a:ext uri="{FF2B5EF4-FFF2-40B4-BE49-F238E27FC236}">
                  <a16:creationId xmlns:a16="http://schemas.microsoft.com/office/drawing/2014/main" id="{1D726B94-52B6-40D9-90FC-C0F4F132404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478" y="3868"/>
              <a:ext cx="187" cy="199"/>
            </a:xfrm>
            <a:custGeom>
              <a:avLst/>
              <a:gdLst>
                <a:gd name="T0" fmla="*/ 206 w 206"/>
                <a:gd name="T1" fmla="*/ 193 h 218"/>
                <a:gd name="T2" fmla="*/ 181 w 206"/>
                <a:gd name="T3" fmla="*/ 218 h 218"/>
                <a:gd name="T4" fmla="*/ 24 w 206"/>
                <a:gd name="T5" fmla="*/ 218 h 218"/>
                <a:gd name="T6" fmla="*/ 0 w 206"/>
                <a:gd name="T7" fmla="*/ 193 h 218"/>
                <a:gd name="T8" fmla="*/ 0 w 206"/>
                <a:gd name="T9" fmla="*/ 25 h 218"/>
                <a:gd name="T10" fmla="*/ 24 w 206"/>
                <a:gd name="T11" fmla="*/ 0 h 218"/>
                <a:gd name="T12" fmla="*/ 181 w 206"/>
                <a:gd name="T13" fmla="*/ 0 h 218"/>
                <a:gd name="T14" fmla="*/ 206 w 206"/>
                <a:gd name="T15" fmla="*/ 25 h 218"/>
                <a:gd name="T16" fmla="*/ 206 w 206"/>
                <a:gd name="T17" fmla="*/ 193 h 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06" h="218">
                  <a:moveTo>
                    <a:pt x="206" y="193"/>
                  </a:moveTo>
                  <a:cubicBezTo>
                    <a:pt x="206" y="207"/>
                    <a:pt x="195" y="218"/>
                    <a:pt x="181" y="218"/>
                  </a:cubicBezTo>
                  <a:cubicBezTo>
                    <a:pt x="24" y="218"/>
                    <a:pt x="24" y="218"/>
                    <a:pt x="24" y="218"/>
                  </a:cubicBezTo>
                  <a:cubicBezTo>
                    <a:pt x="11" y="218"/>
                    <a:pt x="0" y="207"/>
                    <a:pt x="0" y="193"/>
                  </a:cubicBezTo>
                  <a:cubicBezTo>
                    <a:pt x="0" y="25"/>
                    <a:pt x="0" y="25"/>
                    <a:pt x="0" y="25"/>
                  </a:cubicBezTo>
                  <a:cubicBezTo>
                    <a:pt x="0" y="11"/>
                    <a:pt x="11" y="0"/>
                    <a:pt x="24" y="0"/>
                  </a:cubicBezTo>
                  <a:cubicBezTo>
                    <a:pt x="181" y="0"/>
                    <a:pt x="181" y="0"/>
                    <a:pt x="181" y="0"/>
                  </a:cubicBezTo>
                  <a:cubicBezTo>
                    <a:pt x="195" y="0"/>
                    <a:pt x="206" y="11"/>
                    <a:pt x="206" y="25"/>
                  </a:cubicBezTo>
                  <a:lnTo>
                    <a:pt x="206" y="193"/>
                  </a:lnTo>
                  <a:close/>
                </a:path>
              </a:pathLst>
            </a:custGeom>
            <a:solidFill>
              <a:srgbClr val="42B0D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25" name="Freeform 12">
              <a:extLst>
                <a:ext uri="{FF2B5EF4-FFF2-40B4-BE49-F238E27FC236}">
                  <a16:creationId xmlns:a16="http://schemas.microsoft.com/office/drawing/2014/main" id="{04D1092F-9F78-4F84-96C4-3D628BA8E4A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488" y="3883"/>
              <a:ext cx="166" cy="164"/>
            </a:xfrm>
            <a:custGeom>
              <a:avLst/>
              <a:gdLst>
                <a:gd name="T0" fmla="*/ 114 w 166"/>
                <a:gd name="T1" fmla="*/ 79 h 164"/>
                <a:gd name="T2" fmla="*/ 150 w 166"/>
                <a:gd name="T3" fmla="*/ 32 h 164"/>
                <a:gd name="T4" fmla="*/ 150 w 166"/>
                <a:gd name="T5" fmla="*/ 32 h 164"/>
                <a:gd name="T6" fmla="*/ 96 w 166"/>
                <a:gd name="T7" fmla="*/ 59 h 164"/>
                <a:gd name="T8" fmla="*/ 83 w 166"/>
                <a:gd name="T9" fmla="*/ 0 h 164"/>
                <a:gd name="T10" fmla="*/ 83 w 166"/>
                <a:gd name="T11" fmla="*/ 0 h 164"/>
                <a:gd name="T12" fmla="*/ 70 w 166"/>
                <a:gd name="T13" fmla="*/ 59 h 164"/>
                <a:gd name="T14" fmla="*/ 16 w 166"/>
                <a:gd name="T15" fmla="*/ 32 h 164"/>
                <a:gd name="T16" fmla="*/ 16 w 166"/>
                <a:gd name="T17" fmla="*/ 32 h 164"/>
                <a:gd name="T18" fmla="*/ 53 w 166"/>
                <a:gd name="T19" fmla="*/ 79 h 164"/>
                <a:gd name="T20" fmla="*/ 0 w 166"/>
                <a:gd name="T21" fmla="*/ 105 h 164"/>
                <a:gd name="T22" fmla="*/ 0 w 166"/>
                <a:gd name="T23" fmla="*/ 105 h 164"/>
                <a:gd name="T24" fmla="*/ 59 w 166"/>
                <a:gd name="T25" fmla="*/ 105 h 164"/>
                <a:gd name="T26" fmla="*/ 46 w 166"/>
                <a:gd name="T27" fmla="*/ 164 h 164"/>
                <a:gd name="T28" fmla="*/ 46 w 166"/>
                <a:gd name="T29" fmla="*/ 164 h 164"/>
                <a:gd name="T30" fmla="*/ 83 w 166"/>
                <a:gd name="T31" fmla="*/ 117 h 164"/>
                <a:gd name="T32" fmla="*/ 120 w 166"/>
                <a:gd name="T33" fmla="*/ 164 h 164"/>
                <a:gd name="T34" fmla="*/ 121 w 166"/>
                <a:gd name="T35" fmla="*/ 164 h 164"/>
                <a:gd name="T36" fmla="*/ 107 w 166"/>
                <a:gd name="T37" fmla="*/ 105 h 164"/>
                <a:gd name="T38" fmla="*/ 166 w 166"/>
                <a:gd name="T39" fmla="*/ 105 h 164"/>
                <a:gd name="T40" fmla="*/ 166 w 166"/>
                <a:gd name="T41" fmla="*/ 105 h 164"/>
                <a:gd name="T42" fmla="*/ 114 w 166"/>
                <a:gd name="T43" fmla="*/ 79 h 1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166" h="164">
                  <a:moveTo>
                    <a:pt x="114" y="79"/>
                  </a:moveTo>
                  <a:lnTo>
                    <a:pt x="150" y="32"/>
                  </a:lnTo>
                  <a:lnTo>
                    <a:pt x="150" y="32"/>
                  </a:lnTo>
                  <a:lnTo>
                    <a:pt x="96" y="59"/>
                  </a:lnTo>
                  <a:lnTo>
                    <a:pt x="83" y="0"/>
                  </a:lnTo>
                  <a:lnTo>
                    <a:pt x="83" y="0"/>
                  </a:lnTo>
                  <a:lnTo>
                    <a:pt x="70" y="59"/>
                  </a:lnTo>
                  <a:lnTo>
                    <a:pt x="16" y="32"/>
                  </a:lnTo>
                  <a:lnTo>
                    <a:pt x="16" y="32"/>
                  </a:lnTo>
                  <a:lnTo>
                    <a:pt x="53" y="79"/>
                  </a:lnTo>
                  <a:lnTo>
                    <a:pt x="0" y="105"/>
                  </a:lnTo>
                  <a:lnTo>
                    <a:pt x="0" y="105"/>
                  </a:lnTo>
                  <a:lnTo>
                    <a:pt x="59" y="105"/>
                  </a:lnTo>
                  <a:lnTo>
                    <a:pt x="46" y="164"/>
                  </a:lnTo>
                  <a:lnTo>
                    <a:pt x="46" y="164"/>
                  </a:lnTo>
                  <a:lnTo>
                    <a:pt x="83" y="117"/>
                  </a:lnTo>
                  <a:lnTo>
                    <a:pt x="120" y="164"/>
                  </a:lnTo>
                  <a:lnTo>
                    <a:pt x="121" y="164"/>
                  </a:lnTo>
                  <a:lnTo>
                    <a:pt x="107" y="105"/>
                  </a:lnTo>
                  <a:lnTo>
                    <a:pt x="166" y="105"/>
                  </a:lnTo>
                  <a:lnTo>
                    <a:pt x="166" y="105"/>
                  </a:lnTo>
                  <a:lnTo>
                    <a:pt x="114" y="79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</p:grpSp>
      <p:sp>
        <p:nvSpPr>
          <p:cNvPr id="8" name="Title 1">
            <a:extLst>
              <a:ext uri="{FF2B5EF4-FFF2-40B4-BE49-F238E27FC236}">
                <a16:creationId xmlns:a16="http://schemas.microsoft.com/office/drawing/2014/main" id="{E637B88C-6BF1-4846-8D23-5E4678D6149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0399" y="501649"/>
            <a:ext cx="6676689" cy="930275"/>
          </a:xfrm>
        </p:spPr>
        <p:txBody>
          <a:bodyPr/>
          <a:lstStyle>
            <a:lvl1pPr>
              <a:defRPr/>
            </a:lvl1pPr>
          </a:lstStyle>
          <a:p>
            <a:r>
              <a:rPr lang="en-GB" noProof="0"/>
              <a:t>Click to add title</a:t>
            </a:r>
            <a:endParaRPr lang="en-GB"/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6EEC2DAD-CD0D-4A12-B275-257EC3F16D2C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500063" y="1943100"/>
            <a:ext cx="4530725" cy="1577975"/>
          </a:xfrm>
        </p:spPr>
        <p:txBody>
          <a:bodyPr/>
          <a:lstStyle>
            <a:lvl1pPr>
              <a:defRPr sz="1100">
                <a:solidFill>
                  <a:schemeClr val="tx1"/>
                </a:solidFill>
              </a:defRPr>
            </a:lvl1pPr>
            <a:lvl2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100" b="1">
                <a:solidFill>
                  <a:schemeClr val="accent1"/>
                </a:solidFill>
              </a:defRPr>
            </a:lvl2pPr>
            <a:lvl3pPr marL="360000">
              <a:defRPr>
                <a:solidFill>
                  <a:schemeClr val="tx1"/>
                </a:solidFill>
              </a:defRPr>
            </a:lvl3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GB" noProof="0"/>
              <a:t>Click to add text</a:t>
            </a:r>
            <a:endParaRPr lang="en-GB"/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31" name="Text Placeholder 3">
            <a:extLst>
              <a:ext uri="{FF2B5EF4-FFF2-40B4-BE49-F238E27FC236}">
                <a16:creationId xmlns:a16="http://schemas.microsoft.com/office/drawing/2014/main" id="{E3EA61B2-2CC5-4483-A81E-CE7D1E11351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00063" y="4078099"/>
            <a:ext cx="4532400" cy="230376"/>
          </a:xfrm>
        </p:spPr>
        <p:txBody>
          <a:bodyPr/>
          <a:lstStyle>
            <a:lvl1pPr marL="0" indent="0">
              <a:buFont typeface="Arial" panose="020B0604020202020204" pitchFamily="34" charset="0"/>
              <a:buChar char="​"/>
              <a:defRPr sz="1100" b="1">
                <a:solidFill>
                  <a:schemeClr val="accent1"/>
                </a:solidFill>
              </a:defRPr>
            </a:lvl1pPr>
            <a:lvl2pPr marL="180000" indent="-180000">
              <a:spcBef>
                <a:spcPts val="0"/>
              </a:spcBef>
              <a:buFont typeface="Arial" panose="020B0604020202020204" pitchFamily="34" charset="0"/>
              <a:buChar char="•"/>
              <a:defRPr sz="1100" b="0">
                <a:solidFill>
                  <a:srgbClr val="687A86"/>
                </a:solidFill>
              </a:defRPr>
            </a:lvl2pPr>
            <a:lvl3pPr marL="360000">
              <a:defRPr>
                <a:solidFill>
                  <a:srgbClr val="687A86"/>
                </a:solidFill>
              </a:defRPr>
            </a:lvl3pPr>
            <a:lvl5pPr>
              <a:defRPr>
                <a:solidFill>
                  <a:srgbClr val="687A86"/>
                </a:solidFill>
              </a:defRPr>
            </a:lvl5pPr>
          </a:lstStyle>
          <a:p>
            <a:pPr lvl="0"/>
            <a:r>
              <a:rPr lang="en-GB" noProof="0"/>
              <a:t>Click to add text</a:t>
            </a:r>
            <a:endParaRPr lang="en-GB"/>
          </a:p>
        </p:txBody>
      </p:sp>
      <p:sp>
        <p:nvSpPr>
          <p:cNvPr id="33" name="Text Placeholder 4">
            <a:extLst>
              <a:ext uri="{FF2B5EF4-FFF2-40B4-BE49-F238E27FC236}">
                <a16:creationId xmlns:a16="http://schemas.microsoft.com/office/drawing/2014/main" id="{A2424BA5-C278-45AB-B9F5-B85D4A3A86B9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00063" y="4440055"/>
            <a:ext cx="3578225" cy="876454"/>
          </a:xfrm>
        </p:spPr>
        <p:txBody>
          <a:bodyPr tIns="90000" numCol="2" spcCol="180000"/>
          <a:lstStyle>
            <a:lvl1pPr marL="198000" indent="-198000">
              <a:spcAft>
                <a:spcPts val="300"/>
              </a:spcAft>
              <a:buClrTx/>
              <a:buFont typeface="+mj-lt"/>
              <a:buAutoNum type="arabicPeriod"/>
              <a:defRPr sz="1100">
                <a:solidFill>
                  <a:srgbClr val="878787"/>
                </a:solidFill>
              </a:defRPr>
            </a:lvl1pPr>
          </a:lstStyle>
          <a:p>
            <a:pPr lvl="0"/>
            <a:r>
              <a:rPr lang="en-GB" noProof="0"/>
              <a:t>Click to add text</a:t>
            </a:r>
            <a:endParaRPr lang="en-GB"/>
          </a:p>
        </p:txBody>
      </p:sp>
      <p:cxnSp>
        <p:nvCxnSpPr>
          <p:cNvPr id="12" name="Straight Connector 1">
            <a:extLst>
              <a:ext uri="{FF2B5EF4-FFF2-40B4-BE49-F238E27FC236}">
                <a16:creationId xmlns:a16="http://schemas.microsoft.com/office/drawing/2014/main" id="{CA039D30-14CC-454E-9DA1-C777E3C44776}"/>
              </a:ext>
            </a:extLst>
          </p:cNvPr>
          <p:cNvCxnSpPr/>
          <p:nvPr userDrawn="1"/>
        </p:nvCxnSpPr>
        <p:spPr>
          <a:xfrm>
            <a:off x="500064" y="4308475"/>
            <a:ext cx="5484811" cy="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">
            <a:extLst>
              <a:ext uri="{FF2B5EF4-FFF2-40B4-BE49-F238E27FC236}">
                <a16:creationId xmlns:a16="http://schemas.microsoft.com/office/drawing/2014/main" id="{EA3D1E53-A268-4438-A6D9-6DD6795760C6}"/>
              </a:ext>
            </a:extLst>
          </p:cNvPr>
          <p:cNvCxnSpPr/>
          <p:nvPr userDrawn="1"/>
        </p:nvCxnSpPr>
        <p:spPr>
          <a:xfrm>
            <a:off x="500064" y="5637213"/>
            <a:ext cx="5484811" cy="0"/>
          </a:xfrm>
          <a:prstGeom prst="line">
            <a:avLst/>
          </a:prstGeom>
          <a:ln w="12700">
            <a:solidFill>
              <a:srgbClr val="87878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Date Placeholder 1" hidden="1">
            <a:extLst>
              <a:ext uri="{FF2B5EF4-FFF2-40B4-BE49-F238E27FC236}">
                <a16:creationId xmlns:a16="http://schemas.microsoft.com/office/drawing/2014/main" id="{83C375B8-9D52-48FF-B9DE-8BD6EEC3AB3E}"/>
              </a:ext>
            </a:extLst>
          </p:cNvPr>
          <p:cNvSpPr>
            <a:spLocks noGrp="1"/>
          </p:cNvSpPr>
          <p:nvPr>
            <p:ph type="dt" sz="half" idx="25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F4DD863-7BBE-4D3F-8B44-500AE483AC81}"/>
              </a:ext>
            </a:extLst>
          </p:cNvPr>
          <p:cNvSpPr>
            <a:spLocks noGrp="1"/>
          </p:cNvSpPr>
          <p:nvPr>
            <p:ph type="ftr" sz="quarter" idx="26"/>
          </p:nvPr>
        </p:nvSpPr>
        <p:spPr/>
        <p:txBody>
          <a:bodyPr/>
          <a:lstStyle/>
          <a:p>
            <a:r>
              <a:rPr lang="en-GB"/>
              <a:t>Insert presentation title via Header &amp; Footer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EBACDB-2C17-4569-8330-7E4B0C324ABA}"/>
              </a:ext>
            </a:extLst>
          </p:cNvPr>
          <p:cNvSpPr>
            <a:spLocks noGrp="1"/>
          </p:cNvSpPr>
          <p:nvPr>
            <p:ph type="sldNum" sz="quarter" idx="27"/>
          </p:nvPr>
        </p:nvSpPr>
        <p:spPr/>
        <p:txBody>
          <a:bodyPr/>
          <a:lstStyle/>
          <a:p>
            <a:fld id="{43A204BC-C5BA-4EF4-ABC8-D45123A0C528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63316329"/>
      </p:ext>
    </p:extLst>
  </p:cSld>
  <p:clrMapOvr>
    <a:masterClrMapping/>
  </p:clrMapOvr>
</p:sldLayout>
</file>

<file path=ppt/slideLayouts/slideLayout1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reaker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00062" y="3521074"/>
            <a:ext cx="10491787" cy="2116137"/>
          </a:xfrm>
        </p:spPr>
        <p:txBody>
          <a:bodyPr/>
          <a:lstStyle>
            <a:lvl1pPr>
              <a:defRPr sz="4000" b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GB" noProof="0"/>
              <a:t>Click to add title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A9A96F2B-17B8-409E-AEA9-1195DB57C00A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Insert presentation title via Header &amp; Footer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644E83C0-32E9-43EF-864A-C6C827731210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43A204BC-C5BA-4EF4-ABC8-D45123A0C528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6" name="Date Placeholder 5" hidden="1">
            <a:extLst>
              <a:ext uri="{FF2B5EF4-FFF2-40B4-BE49-F238E27FC236}">
                <a16:creationId xmlns:a16="http://schemas.microsoft.com/office/drawing/2014/main" id="{08F8CACC-6EC3-45E4-B2E4-A9916C3AA0BC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>
            <a:lvl1pPr>
              <a:defRPr>
                <a:noFill/>
              </a:defRPr>
            </a:lvl1pPr>
          </a:lstStyle>
          <a:p>
            <a:endParaRPr lang="en-GB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55D39A8-1DFB-490B-B73E-DECDD50DB28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59676" y="6134617"/>
            <a:ext cx="1435438" cy="3206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4223430"/>
      </p:ext>
    </p:extLst>
  </p:cSld>
  <p:clrMapOvr>
    <a:masterClrMapping/>
  </p:clrMapOvr>
</p:sldLayout>
</file>

<file path=ppt/slideLayouts/slideLayout1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reaker w. picture A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/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3200" cy="6861600"/>
          </a:xfrm>
        </p:spPr>
        <p:txBody>
          <a:bodyPr tIns="72000" anchor="t" anchorCtr="0"/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1200">
                <a:solidFill>
                  <a:schemeClr val="bg1"/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Click here and insert picture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00063" y="3429000"/>
            <a:ext cx="5484812" cy="2208212"/>
          </a:xfrm>
        </p:spPr>
        <p:txBody>
          <a:bodyPr/>
          <a:lstStyle>
            <a:lvl1pPr>
              <a:defRPr b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GB" noProof="0"/>
              <a:t>Click to add title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A9A96F2B-17B8-409E-AEA9-1195DB57C00A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Insert presentation title via Header &amp; Footer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644E83C0-32E9-43EF-864A-C6C827731210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43A204BC-C5BA-4EF4-ABC8-D45123A0C528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396DE752-EA38-4814-AFA5-3A736D036BFE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0252534" y="6134616"/>
            <a:ext cx="1435437" cy="320697"/>
          </a:xfrm>
          <a:blipFill>
            <a:blip r:embed="rId2"/>
            <a:stretch>
              <a:fillRect/>
            </a:stretch>
          </a:blipFill>
        </p:spPr>
        <p:txBody>
          <a:bodyPr/>
          <a:lstStyle>
            <a:lvl1pPr marL="0" indent="0">
              <a:buNone/>
              <a:defRPr sz="100">
                <a:noFill/>
              </a:defRPr>
            </a:lvl1pPr>
          </a:lstStyle>
          <a:p>
            <a:pPr lvl="0"/>
            <a:r>
              <a:rPr lang="en-GB"/>
              <a:t>.</a:t>
            </a:r>
          </a:p>
        </p:txBody>
      </p:sp>
      <p:sp>
        <p:nvSpPr>
          <p:cNvPr id="6" name="Date Placeholder 5" hidden="1">
            <a:extLst>
              <a:ext uri="{FF2B5EF4-FFF2-40B4-BE49-F238E27FC236}">
                <a16:creationId xmlns:a16="http://schemas.microsoft.com/office/drawing/2014/main" id="{08F8CACC-6EC3-45E4-B2E4-A9916C3AA0BC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>
            <a:lvl1pPr>
              <a:defRPr>
                <a:noFill/>
              </a:defRPr>
            </a:lvl1pPr>
          </a:lstStyle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25171767"/>
      </p:ext>
    </p:extLst>
  </p:cSld>
  <p:clrMapOvr>
    <a:masterClrMapping/>
  </p:clrMapOvr>
</p:sldLayout>
</file>

<file path=ppt/slideLayouts/slideLayout1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reaker w. picture B">
    <p:bg>
      <p:bgPr>
        <a:solidFill>
          <a:srgbClr val="CFCFC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/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3200" cy="6861600"/>
          </a:xfrm>
        </p:spPr>
        <p:txBody>
          <a:bodyPr tIns="72000" anchor="t" anchorCtr="0"/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1200">
                <a:solidFill>
                  <a:schemeClr val="bg1"/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Click here and insert picture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00062" y="3429000"/>
            <a:ext cx="5484813" cy="2208212"/>
          </a:xfrm>
        </p:spPr>
        <p:txBody>
          <a:bodyPr/>
          <a:lstStyle>
            <a:lvl1pPr>
              <a:defRPr sz="4000" b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GB" noProof="0"/>
              <a:t>Click to add title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A9A96F2B-17B8-409E-AEA9-1195DB57C00A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Insert presentation title via Header &amp; Footer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644E83C0-32E9-43EF-864A-C6C827731210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43A204BC-C5BA-4EF4-ABC8-D45123A0C528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6" name="Date Placeholder 5" hidden="1">
            <a:extLst>
              <a:ext uri="{FF2B5EF4-FFF2-40B4-BE49-F238E27FC236}">
                <a16:creationId xmlns:a16="http://schemas.microsoft.com/office/drawing/2014/main" id="{08F8CACC-6EC3-45E4-B2E4-A9916C3AA0BC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>
            <a:lvl1pPr>
              <a:defRPr>
                <a:noFill/>
              </a:defRPr>
            </a:lvl1pPr>
          </a:lstStyle>
          <a:p>
            <a:endParaRPr lang="en-GB"/>
          </a:p>
        </p:txBody>
      </p:sp>
      <p:sp>
        <p:nvSpPr>
          <p:cNvPr id="8" name="Text Placeholder 12">
            <a:extLst>
              <a:ext uri="{FF2B5EF4-FFF2-40B4-BE49-F238E27FC236}">
                <a16:creationId xmlns:a16="http://schemas.microsoft.com/office/drawing/2014/main" id="{BD99E0C0-56FA-4B2A-BB66-76081F6E2F70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0252534" y="6134616"/>
            <a:ext cx="1435437" cy="320697"/>
          </a:xfrm>
          <a:blipFill>
            <a:blip r:embed="rId2"/>
            <a:stretch>
              <a:fillRect/>
            </a:stretch>
          </a:blipFill>
        </p:spPr>
        <p:txBody>
          <a:bodyPr/>
          <a:lstStyle>
            <a:lvl1pPr marL="0" indent="0">
              <a:buNone/>
              <a:defRPr sz="100">
                <a:noFill/>
              </a:defRPr>
            </a:lvl1pPr>
          </a:lstStyle>
          <a:p>
            <a:pPr lvl="0"/>
            <a:r>
              <a:rPr lang="en-GB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249290661"/>
      </p:ext>
    </p:extLst>
  </p:cSld>
  <p:clrMapOvr>
    <a:masterClrMapping/>
  </p:clrMapOvr>
</p:sldLayout>
</file>

<file path=ppt/slideLayouts/slideLayout1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reaker w. picture C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/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3200" cy="6861600"/>
          </a:xfrm>
        </p:spPr>
        <p:txBody>
          <a:bodyPr tIns="72000" anchor="t" anchorCtr="0"/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1200">
                <a:solidFill>
                  <a:schemeClr val="bg1"/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Click here and insert picture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223000" y="3429000"/>
            <a:ext cx="5467350" cy="2208212"/>
          </a:xfrm>
        </p:spPr>
        <p:txBody>
          <a:bodyPr/>
          <a:lstStyle>
            <a:lvl1pPr>
              <a:defRPr sz="4000" b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GB" noProof="0"/>
              <a:t>Click to add title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A9A96F2B-17B8-409E-AEA9-1195DB57C00A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Insert presentation title via Header &amp; Footer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644E83C0-32E9-43EF-864A-C6C827731210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43A204BC-C5BA-4EF4-ABC8-D45123A0C528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6" name="Date Placeholder 5" hidden="1">
            <a:extLst>
              <a:ext uri="{FF2B5EF4-FFF2-40B4-BE49-F238E27FC236}">
                <a16:creationId xmlns:a16="http://schemas.microsoft.com/office/drawing/2014/main" id="{08F8CACC-6EC3-45E4-B2E4-A9916C3AA0BC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>
            <a:lvl1pPr>
              <a:defRPr>
                <a:noFill/>
              </a:defRPr>
            </a:lvl1pPr>
          </a:lstStyle>
          <a:p>
            <a:endParaRPr lang="en-GB"/>
          </a:p>
        </p:txBody>
      </p:sp>
      <p:sp>
        <p:nvSpPr>
          <p:cNvPr id="8" name="Text Placeholder 12">
            <a:extLst>
              <a:ext uri="{FF2B5EF4-FFF2-40B4-BE49-F238E27FC236}">
                <a16:creationId xmlns:a16="http://schemas.microsoft.com/office/drawing/2014/main" id="{E9CFB424-23CA-445E-B56D-C6954152948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0252534" y="6134616"/>
            <a:ext cx="1435437" cy="320697"/>
          </a:xfrm>
          <a:blipFill>
            <a:blip r:embed="rId2"/>
            <a:stretch>
              <a:fillRect/>
            </a:stretch>
          </a:blipFill>
        </p:spPr>
        <p:txBody>
          <a:bodyPr/>
          <a:lstStyle>
            <a:lvl1pPr marL="0" indent="0">
              <a:buNone/>
              <a:defRPr sz="100">
                <a:noFill/>
              </a:defRPr>
            </a:lvl1pPr>
          </a:lstStyle>
          <a:p>
            <a:pPr lvl="0"/>
            <a:r>
              <a:rPr lang="en-GB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140686093"/>
      </p:ext>
    </p:extLst>
  </p:cSld>
  <p:clrMapOvr>
    <a:masterClrMapping/>
  </p:clrMapOvr>
</p:sldLayout>
</file>

<file path=ppt/slideLayouts/slideLayout1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ase story A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/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3200" cy="6861600"/>
          </a:xfrm>
        </p:spPr>
        <p:txBody>
          <a:bodyPr tIns="72000" anchor="t" anchorCtr="0"/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1200">
                <a:solidFill>
                  <a:schemeClr val="bg1"/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Click here and insert picture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00063" y="2732088"/>
            <a:ext cx="5484812" cy="2125662"/>
          </a:xfrm>
        </p:spPr>
        <p:txBody>
          <a:bodyPr/>
          <a:lstStyle>
            <a:lvl1pPr>
              <a:defRPr sz="4000" b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GB" noProof="0"/>
              <a:t>Click to add title</a:t>
            </a: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248F43D1-063F-48C6-A5D5-90EFC34AB131}"/>
              </a:ext>
            </a:extLst>
          </p:cNvPr>
          <p:cNvSpPr>
            <a:spLocks noGrp="1"/>
          </p:cNvSpPr>
          <p:nvPr>
            <p:ph sz="quarter" idx="21" hasCustomPrompt="1"/>
          </p:nvPr>
        </p:nvSpPr>
        <p:spPr>
          <a:xfrm>
            <a:off x="500062" y="6278400"/>
            <a:ext cx="2862000" cy="133200"/>
          </a:xfrm>
        </p:spPr>
        <p:txBody>
          <a:bodyPr/>
          <a:lstStyle>
            <a:lvl1pPr marL="0" indent="0">
              <a:buNone/>
              <a:defRPr sz="900">
                <a:solidFill>
                  <a:schemeClr val="bg1"/>
                </a:solidFill>
              </a:defRPr>
            </a:lvl1pPr>
            <a:lvl2pPr marL="180000" indent="0">
              <a:buNone/>
              <a:defRPr/>
            </a:lvl2pPr>
          </a:lstStyle>
          <a:p>
            <a:pPr lvl="0"/>
            <a:r>
              <a:rPr lang="en-GB"/>
              <a:t>Insert case story</a:t>
            </a:r>
          </a:p>
        </p:txBody>
      </p:sp>
      <p:sp>
        <p:nvSpPr>
          <p:cNvPr id="12" name="Text Placeholder logo">
            <a:extLst>
              <a:ext uri="{FF2B5EF4-FFF2-40B4-BE49-F238E27FC236}">
                <a16:creationId xmlns:a16="http://schemas.microsoft.com/office/drawing/2014/main" id="{B9A1D87C-1728-4DC9-BEC9-168709C842A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0252534" y="6134616"/>
            <a:ext cx="1435437" cy="320697"/>
          </a:xfrm>
          <a:blipFill>
            <a:blip r:embed="rId2"/>
            <a:stretch>
              <a:fillRect/>
            </a:stretch>
          </a:blipFill>
        </p:spPr>
        <p:txBody>
          <a:bodyPr/>
          <a:lstStyle>
            <a:lvl1pPr marL="0" indent="0">
              <a:buNone/>
              <a:defRPr sz="100">
                <a:noFill/>
              </a:defRPr>
            </a:lvl1pPr>
          </a:lstStyle>
          <a:p>
            <a:pPr lvl="0"/>
            <a:r>
              <a:rPr lang="en-GB"/>
              <a:t>.</a:t>
            </a:r>
          </a:p>
        </p:txBody>
      </p:sp>
      <p:sp>
        <p:nvSpPr>
          <p:cNvPr id="9" name="Footer Placeholder 8" hidden="1">
            <a:extLst>
              <a:ext uri="{FF2B5EF4-FFF2-40B4-BE49-F238E27FC236}">
                <a16:creationId xmlns:a16="http://schemas.microsoft.com/office/drawing/2014/main" id="{A9A96F2B-17B8-409E-AEA9-1195DB57C00A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0" y="6858000"/>
            <a:ext cx="0" cy="0"/>
          </a:xfrm>
        </p:spPr>
        <p:txBody>
          <a:bodyPr/>
          <a:lstStyle>
            <a:lvl1pPr>
              <a:defRPr sz="100">
                <a:noFill/>
              </a:defRPr>
            </a:lvl1pPr>
          </a:lstStyle>
          <a:p>
            <a:r>
              <a:rPr lang="en-GB"/>
              <a:t>Insert presentation title via Header &amp; Footer</a:t>
            </a:r>
          </a:p>
        </p:txBody>
      </p:sp>
      <p:sp>
        <p:nvSpPr>
          <p:cNvPr id="10" name="Slide Number Placeholder 9" hidden="1">
            <a:extLst>
              <a:ext uri="{FF2B5EF4-FFF2-40B4-BE49-F238E27FC236}">
                <a16:creationId xmlns:a16="http://schemas.microsoft.com/office/drawing/2014/main" id="{644E83C0-32E9-43EF-864A-C6C827731210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0" y="6858000"/>
            <a:ext cx="0" cy="0"/>
          </a:xfrm>
        </p:spPr>
        <p:txBody>
          <a:bodyPr/>
          <a:lstStyle>
            <a:lvl1pPr>
              <a:defRPr sz="100">
                <a:noFill/>
              </a:defRPr>
            </a:lvl1pPr>
          </a:lstStyle>
          <a:p>
            <a:endParaRPr lang="en-GB"/>
          </a:p>
          <a:p>
            <a:r>
              <a:rPr lang="en-GB"/>
              <a:t>.</a:t>
            </a:r>
          </a:p>
        </p:txBody>
      </p:sp>
      <p:sp>
        <p:nvSpPr>
          <p:cNvPr id="6" name="Date Placeholder 5" hidden="1">
            <a:extLst>
              <a:ext uri="{FF2B5EF4-FFF2-40B4-BE49-F238E27FC236}">
                <a16:creationId xmlns:a16="http://schemas.microsoft.com/office/drawing/2014/main" id="{08F8CACC-6EC3-45E4-B2E4-A9916C3AA0BC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>
            <a:lvl1pPr>
              <a:defRPr>
                <a:noFill/>
              </a:defRPr>
            </a:lvl1pPr>
          </a:lstStyle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04397400"/>
      </p:ext>
    </p:extLst>
  </p:cSld>
  <p:clrMapOvr>
    <a:masterClrMapping/>
  </p:clrMapOvr>
</p:sldLayout>
</file>

<file path=ppt/slideLayouts/slideLayout1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se story 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/>
          <p:cNvSpPr>
            <a:spLocks noGrp="1"/>
          </p:cNvSpPr>
          <p:nvPr>
            <p:ph type="pic" sz="quarter" idx="13" hasCustomPrompt="1"/>
          </p:nvPr>
        </p:nvSpPr>
        <p:spPr>
          <a:xfrm>
            <a:off x="6223000" y="500063"/>
            <a:ext cx="5467350" cy="5137151"/>
          </a:xfrm>
        </p:spPr>
        <p:txBody>
          <a:bodyPr tIns="72000" anchor="t" anchorCtr="0"/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1200">
                <a:solidFill>
                  <a:schemeClr val="tx1"/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Click here and insert picture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00062" y="2735263"/>
            <a:ext cx="5484813" cy="2365375"/>
          </a:xfrm>
        </p:spPr>
        <p:txBody>
          <a:bodyPr/>
          <a:lstStyle>
            <a:lvl1pPr>
              <a:defRPr sz="4000" b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GB" noProof="0"/>
              <a:t>Click to add title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F149FF58-D257-4EC7-B21D-296239E0971A}"/>
              </a:ext>
            </a:extLst>
          </p:cNvPr>
          <p:cNvSpPr>
            <a:spLocks noGrp="1"/>
          </p:cNvSpPr>
          <p:nvPr>
            <p:ph sz="quarter" idx="19" hasCustomPrompt="1"/>
          </p:nvPr>
        </p:nvSpPr>
        <p:spPr>
          <a:xfrm>
            <a:off x="500062" y="6278400"/>
            <a:ext cx="2862000" cy="133200"/>
          </a:xfrm>
        </p:spPr>
        <p:txBody>
          <a:bodyPr/>
          <a:lstStyle>
            <a:lvl1pPr marL="0" indent="0">
              <a:buNone/>
              <a:defRPr sz="900">
                <a:solidFill>
                  <a:srgbClr val="687A86"/>
                </a:solidFill>
              </a:defRPr>
            </a:lvl1pPr>
            <a:lvl2pPr marL="180000" indent="0">
              <a:buNone/>
              <a:defRPr/>
            </a:lvl2pPr>
          </a:lstStyle>
          <a:p>
            <a:pPr lvl="0"/>
            <a:r>
              <a:rPr lang="en-GB"/>
              <a:t>Insert case story</a:t>
            </a:r>
          </a:p>
        </p:txBody>
      </p:sp>
      <p:sp>
        <p:nvSpPr>
          <p:cNvPr id="9" name="Footer Placeholder 8" hidden="1">
            <a:extLst>
              <a:ext uri="{FF2B5EF4-FFF2-40B4-BE49-F238E27FC236}">
                <a16:creationId xmlns:a16="http://schemas.microsoft.com/office/drawing/2014/main" id="{A9A96F2B-17B8-409E-AEA9-1195DB57C00A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0" y="6858000"/>
            <a:ext cx="0" cy="0"/>
          </a:xfrm>
        </p:spPr>
        <p:txBody>
          <a:bodyPr/>
          <a:lstStyle>
            <a:lvl1pPr>
              <a:defRPr sz="100">
                <a:noFill/>
              </a:defRPr>
            </a:lvl1pPr>
          </a:lstStyle>
          <a:p>
            <a:r>
              <a:rPr lang="en-GB"/>
              <a:t>Insert presentation title via Header &amp; Footer</a:t>
            </a:r>
          </a:p>
        </p:txBody>
      </p:sp>
      <p:sp>
        <p:nvSpPr>
          <p:cNvPr id="10" name="Slide Number Placeholder 9" hidden="1">
            <a:extLst>
              <a:ext uri="{FF2B5EF4-FFF2-40B4-BE49-F238E27FC236}">
                <a16:creationId xmlns:a16="http://schemas.microsoft.com/office/drawing/2014/main" id="{644E83C0-32E9-43EF-864A-C6C827731210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0" y="6858000"/>
            <a:ext cx="0" cy="0"/>
          </a:xfrm>
        </p:spPr>
        <p:txBody>
          <a:bodyPr/>
          <a:lstStyle>
            <a:lvl1pPr>
              <a:defRPr sz="100">
                <a:noFill/>
              </a:defRPr>
            </a:lvl1pPr>
          </a:lstStyle>
          <a:p>
            <a:endParaRPr lang="en-GB"/>
          </a:p>
          <a:p>
            <a:r>
              <a:rPr lang="en-GB"/>
              <a:t>.</a:t>
            </a:r>
          </a:p>
        </p:txBody>
      </p:sp>
      <p:sp>
        <p:nvSpPr>
          <p:cNvPr id="6" name="Date Placeholder 5" hidden="1">
            <a:extLst>
              <a:ext uri="{FF2B5EF4-FFF2-40B4-BE49-F238E27FC236}">
                <a16:creationId xmlns:a16="http://schemas.microsoft.com/office/drawing/2014/main" id="{08F8CACC-6EC3-45E4-B2E4-A9916C3AA0BC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>
            <a:lvl1pPr>
              <a:defRPr>
                <a:noFill/>
              </a:defRPr>
            </a:lvl1pPr>
          </a:lstStyle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2803446"/>
      </p:ext>
    </p:extLst>
  </p:cSld>
  <p:clrMapOvr>
    <a:masterClrMapping/>
  </p:clrMapOvr>
</p:sldLayout>
</file>

<file path=ppt/slideLayouts/slideLayout1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se story 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Background">
            <a:extLst>
              <a:ext uri="{FF2B5EF4-FFF2-40B4-BE49-F238E27FC236}">
                <a16:creationId xmlns:a16="http://schemas.microsoft.com/office/drawing/2014/main" id="{AF81BF6F-7D05-4852-828C-3879CADCF160}"/>
              </a:ext>
            </a:extLst>
          </p:cNvPr>
          <p:cNvSpPr/>
          <p:nvPr userDrawn="1"/>
        </p:nvSpPr>
        <p:spPr>
          <a:xfrm>
            <a:off x="0" y="0"/>
            <a:ext cx="12190476" cy="6858000"/>
          </a:xfrm>
          <a:prstGeom prst="rect">
            <a:avLst/>
          </a:prstGeom>
          <a:solidFill>
            <a:srgbClr val="ACACA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37600" tIns="237600" rIns="237600" bIns="237600" rtlCol="0" anchor="ctr"/>
          <a:lstStyle/>
          <a:p>
            <a:pPr algn="ctr"/>
            <a:endParaRPr lang="en-GB" sz="2000" noProof="0" err="1"/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D1FB8002-AF3C-460C-BA7E-9F5263B687B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0062" y="2732088"/>
            <a:ext cx="5484813" cy="2120712"/>
          </a:xfrm>
        </p:spPr>
        <p:txBody>
          <a:bodyPr/>
          <a:lstStyle>
            <a:lvl1pPr>
              <a:tabLst>
                <a:tab pos="936000" algn="l"/>
              </a:tabLst>
              <a:defRPr sz="4000" b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GB" noProof="0"/>
              <a:t>Click to add title, tab for first line indent</a:t>
            </a:r>
          </a:p>
        </p:txBody>
      </p:sp>
      <p:sp>
        <p:nvSpPr>
          <p:cNvPr id="21" name="Content Placeholder 2">
            <a:extLst>
              <a:ext uri="{FF2B5EF4-FFF2-40B4-BE49-F238E27FC236}">
                <a16:creationId xmlns:a16="http://schemas.microsoft.com/office/drawing/2014/main" id="{1BC693FA-5D05-4C1F-8558-FBF0F1B4B033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500062" y="6250512"/>
            <a:ext cx="2862000" cy="133200"/>
          </a:xfrm>
        </p:spPr>
        <p:txBody>
          <a:bodyPr/>
          <a:lstStyle>
            <a:lvl1pPr marL="0" indent="0">
              <a:buNone/>
              <a:defRPr sz="900">
                <a:solidFill>
                  <a:schemeClr val="bg1"/>
                </a:solidFill>
              </a:defRPr>
            </a:lvl1pPr>
            <a:lvl2pPr marL="180000" indent="0">
              <a:buNone/>
              <a:defRPr/>
            </a:lvl2pPr>
          </a:lstStyle>
          <a:p>
            <a:pPr lvl="0"/>
            <a:r>
              <a:rPr lang="en-GB"/>
              <a:t>Insert case story</a:t>
            </a:r>
          </a:p>
        </p:txBody>
      </p:sp>
      <p:sp>
        <p:nvSpPr>
          <p:cNvPr id="22" name="Content Placeholder 3">
            <a:extLst>
              <a:ext uri="{FF2B5EF4-FFF2-40B4-BE49-F238E27FC236}">
                <a16:creationId xmlns:a16="http://schemas.microsoft.com/office/drawing/2014/main" id="{F804FBC7-9C3E-4D1D-B918-9B6E55CB4AFF}"/>
              </a:ext>
            </a:extLst>
          </p:cNvPr>
          <p:cNvSpPr>
            <a:spLocks noGrp="1"/>
          </p:cNvSpPr>
          <p:nvPr>
            <p:ph sz="quarter" idx="19" hasCustomPrompt="1"/>
          </p:nvPr>
        </p:nvSpPr>
        <p:spPr>
          <a:xfrm>
            <a:off x="500062" y="5084763"/>
            <a:ext cx="5486400" cy="273600"/>
          </a:xfrm>
        </p:spPr>
        <p:txBody>
          <a:bodyPr anchor="b" anchorCtr="0"/>
          <a:lstStyle>
            <a:lvl1pPr marL="0" indent="0">
              <a:buNone/>
              <a:defRPr sz="2400">
                <a:solidFill>
                  <a:schemeClr val="bg1"/>
                </a:solidFill>
                <a:latin typeface="+mj-lt"/>
              </a:defRPr>
            </a:lvl1pPr>
            <a:lvl2pPr marL="180000" indent="0">
              <a:buNone/>
              <a:defRPr/>
            </a:lvl2pPr>
          </a:lstStyle>
          <a:p>
            <a:pPr lvl="0"/>
            <a:r>
              <a:rPr lang="en-GB"/>
              <a:t>Click to add text</a:t>
            </a:r>
            <a:endParaRPr lang="en-US"/>
          </a:p>
        </p:txBody>
      </p:sp>
      <p:pic>
        <p:nvPicPr>
          <p:cNvPr id="13" name="Logo">
            <a:extLst>
              <a:ext uri="{FF2B5EF4-FFF2-40B4-BE49-F238E27FC236}">
                <a16:creationId xmlns:a16="http://schemas.microsoft.com/office/drawing/2014/main" id="{81AC2EDD-D666-4150-9ABF-DE1FAABE1B2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57214" y="6137500"/>
            <a:ext cx="1435438" cy="320697"/>
          </a:xfrm>
          <a:prstGeom prst="rect">
            <a:avLst/>
          </a:prstGeom>
        </p:spPr>
      </p:pic>
      <p:sp>
        <p:nvSpPr>
          <p:cNvPr id="6" name="Date Placeholder 5" hidden="1">
            <a:extLst>
              <a:ext uri="{FF2B5EF4-FFF2-40B4-BE49-F238E27FC236}">
                <a16:creationId xmlns:a16="http://schemas.microsoft.com/office/drawing/2014/main" id="{BC8FE318-906F-4EA5-9B25-B9CA26679122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0" y="6858000"/>
            <a:ext cx="0" cy="0"/>
          </a:xfrm>
        </p:spPr>
        <p:txBody>
          <a:bodyPr/>
          <a:lstStyle/>
          <a:p>
            <a:endParaRPr lang="en-GB"/>
          </a:p>
        </p:txBody>
      </p:sp>
      <p:sp>
        <p:nvSpPr>
          <p:cNvPr id="27" name="Footer Placeholder 18" hidden="1">
            <a:extLst>
              <a:ext uri="{FF2B5EF4-FFF2-40B4-BE49-F238E27FC236}">
                <a16:creationId xmlns:a16="http://schemas.microsoft.com/office/drawing/2014/main" id="{7BC00E8E-7767-4CBC-8922-35975B938062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0" y="6858000"/>
            <a:ext cx="0" cy="0"/>
          </a:xfrm>
        </p:spPr>
        <p:txBody>
          <a:bodyPr/>
          <a:lstStyle>
            <a:lvl1pPr>
              <a:defRPr sz="100">
                <a:noFill/>
              </a:defRPr>
            </a:lvl1pPr>
          </a:lstStyle>
          <a:p>
            <a:r>
              <a:rPr lang="en-GB"/>
              <a:t>Insert presentation title via Header &amp; Footer</a:t>
            </a:r>
          </a:p>
        </p:txBody>
      </p:sp>
      <p:sp>
        <p:nvSpPr>
          <p:cNvPr id="28" name="Slide Number Placeholder 19" hidden="1">
            <a:extLst>
              <a:ext uri="{FF2B5EF4-FFF2-40B4-BE49-F238E27FC236}">
                <a16:creationId xmlns:a16="http://schemas.microsoft.com/office/drawing/2014/main" id="{768E6C0E-9500-4A30-831D-49B7D31ACD26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0" y="6858000"/>
            <a:ext cx="0" cy="0"/>
          </a:xfrm>
        </p:spPr>
        <p:txBody>
          <a:bodyPr/>
          <a:lstStyle>
            <a:lvl1pPr>
              <a:defRPr sz="100">
                <a:noFill/>
              </a:defRPr>
            </a:lvl1pPr>
          </a:lstStyle>
          <a:p>
            <a:r>
              <a:rPr lang="en-GB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746603497"/>
      </p:ext>
    </p:extLst>
  </p:cSld>
  <p:clrMapOvr>
    <a:masterClrMapping/>
  </p:clrMapOvr>
</p:sldLayout>
</file>

<file path=ppt/slideLayouts/slideLayout1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se story 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icture Placeholder 3"/>
          <p:cNvSpPr>
            <a:spLocks noGrp="1"/>
          </p:cNvSpPr>
          <p:nvPr>
            <p:ph type="pic" sz="quarter" idx="14" hasCustomPrompt="1"/>
          </p:nvPr>
        </p:nvSpPr>
        <p:spPr>
          <a:xfrm>
            <a:off x="6223001" y="501650"/>
            <a:ext cx="5467350" cy="5135563"/>
          </a:xfrm>
          <a:noFill/>
        </p:spPr>
        <p:txBody>
          <a:bodyPr tIns="72000" anchor="t" anchorCtr="0"/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1200"/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Click here and insert picture</a:t>
            </a:r>
          </a:p>
        </p:txBody>
      </p:sp>
      <p:sp>
        <p:nvSpPr>
          <p:cNvPr id="31" name="Title 1">
            <a:extLst>
              <a:ext uri="{FF2B5EF4-FFF2-40B4-BE49-F238E27FC236}">
                <a16:creationId xmlns:a16="http://schemas.microsoft.com/office/drawing/2014/main" id="{740DA269-FA7A-44B3-BAB8-307D66285E0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0062" y="2732088"/>
            <a:ext cx="5484813" cy="2125662"/>
          </a:xfrm>
        </p:spPr>
        <p:txBody>
          <a:bodyPr/>
          <a:lstStyle>
            <a:lvl1pPr>
              <a:tabLst>
                <a:tab pos="936000" algn="l"/>
              </a:tabLst>
              <a:defRPr sz="4000" b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GB" noProof="0"/>
              <a:t>Click to add title, tab for first line indent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A5760E0E-D53B-47E2-9695-6AA917F7B7A1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500062" y="6252276"/>
            <a:ext cx="2862000" cy="133200"/>
          </a:xfrm>
        </p:spPr>
        <p:txBody>
          <a:bodyPr/>
          <a:lstStyle>
            <a:lvl1pPr marL="0" indent="0">
              <a:buNone/>
              <a:defRPr sz="900">
                <a:solidFill>
                  <a:schemeClr val="tx1"/>
                </a:solidFill>
              </a:defRPr>
            </a:lvl1pPr>
            <a:lvl2pPr marL="180000" indent="0">
              <a:buNone/>
              <a:defRPr/>
            </a:lvl2pPr>
          </a:lstStyle>
          <a:p>
            <a:pPr lvl="0"/>
            <a:r>
              <a:rPr lang="en-GB"/>
              <a:t>Insert case story</a:t>
            </a:r>
          </a:p>
        </p:txBody>
      </p:sp>
      <p:sp>
        <p:nvSpPr>
          <p:cNvPr id="12" name="Content Placeholder 3">
            <a:extLst>
              <a:ext uri="{FF2B5EF4-FFF2-40B4-BE49-F238E27FC236}">
                <a16:creationId xmlns:a16="http://schemas.microsoft.com/office/drawing/2014/main" id="{37DD9DDB-5F46-40A0-A8FA-05AFD85DDCF9}"/>
              </a:ext>
            </a:extLst>
          </p:cNvPr>
          <p:cNvSpPr>
            <a:spLocks noGrp="1"/>
          </p:cNvSpPr>
          <p:nvPr>
            <p:ph sz="quarter" idx="19" hasCustomPrompt="1"/>
          </p:nvPr>
        </p:nvSpPr>
        <p:spPr>
          <a:xfrm>
            <a:off x="500062" y="5084763"/>
            <a:ext cx="5486400" cy="273600"/>
          </a:xfrm>
        </p:spPr>
        <p:txBody>
          <a:bodyPr anchor="b" anchorCtr="0"/>
          <a:lstStyle>
            <a:lvl1pPr marL="0" indent="0">
              <a:buNone/>
              <a:defRPr sz="2400">
                <a:solidFill>
                  <a:schemeClr val="tx1"/>
                </a:solidFill>
                <a:latin typeface="+mj-lt"/>
              </a:defRPr>
            </a:lvl1pPr>
            <a:lvl2pPr marL="180000" indent="0">
              <a:buNone/>
              <a:defRPr/>
            </a:lvl2pPr>
          </a:lstStyle>
          <a:p>
            <a:pPr lvl="0"/>
            <a:r>
              <a:rPr lang="en-GB"/>
              <a:t>Click to add text</a:t>
            </a:r>
            <a:endParaRPr lang="en-US"/>
          </a:p>
        </p:txBody>
      </p:sp>
      <p:grpSp>
        <p:nvGrpSpPr>
          <p:cNvPr id="16" name="Group logo">
            <a:extLst>
              <a:ext uri="{FF2B5EF4-FFF2-40B4-BE49-F238E27FC236}">
                <a16:creationId xmlns:a16="http://schemas.microsoft.com/office/drawing/2014/main" id="{F096A198-57B0-402E-B8FD-71C5BF944700}"/>
              </a:ext>
            </a:extLst>
          </p:cNvPr>
          <p:cNvGrpSpPr>
            <a:grpSpLocks noChangeAspect="1"/>
          </p:cNvGrpSpPr>
          <p:nvPr userDrawn="1"/>
        </p:nvGrpSpPr>
        <p:grpSpPr bwMode="auto">
          <a:xfrm>
            <a:off x="10256489" y="6137500"/>
            <a:ext cx="1436163" cy="320400"/>
            <a:chOff x="6478" y="3868"/>
            <a:chExt cx="892" cy="199"/>
          </a:xfrm>
        </p:grpSpPr>
        <p:sp>
          <p:nvSpPr>
            <p:cNvPr id="17" name="Freeform 5">
              <a:extLst>
                <a:ext uri="{FF2B5EF4-FFF2-40B4-BE49-F238E27FC236}">
                  <a16:creationId xmlns:a16="http://schemas.microsoft.com/office/drawing/2014/main" id="{9735D8F0-DF96-4E27-BA61-1D988B86919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749" y="3923"/>
              <a:ext cx="104" cy="88"/>
            </a:xfrm>
            <a:custGeom>
              <a:avLst/>
              <a:gdLst>
                <a:gd name="T0" fmla="*/ 0 w 104"/>
                <a:gd name="T1" fmla="*/ 88 h 88"/>
                <a:gd name="T2" fmla="*/ 0 w 104"/>
                <a:gd name="T3" fmla="*/ 0 h 88"/>
                <a:gd name="T4" fmla="*/ 23 w 104"/>
                <a:gd name="T5" fmla="*/ 0 h 88"/>
                <a:gd name="T6" fmla="*/ 52 w 104"/>
                <a:gd name="T7" fmla="*/ 66 h 88"/>
                <a:gd name="T8" fmla="*/ 81 w 104"/>
                <a:gd name="T9" fmla="*/ 0 h 88"/>
                <a:gd name="T10" fmla="*/ 104 w 104"/>
                <a:gd name="T11" fmla="*/ 0 h 88"/>
                <a:gd name="T12" fmla="*/ 104 w 104"/>
                <a:gd name="T13" fmla="*/ 88 h 88"/>
                <a:gd name="T14" fmla="*/ 85 w 104"/>
                <a:gd name="T15" fmla="*/ 88 h 88"/>
                <a:gd name="T16" fmla="*/ 85 w 104"/>
                <a:gd name="T17" fmla="*/ 37 h 88"/>
                <a:gd name="T18" fmla="*/ 62 w 104"/>
                <a:gd name="T19" fmla="*/ 88 h 88"/>
                <a:gd name="T20" fmla="*/ 42 w 104"/>
                <a:gd name="T21" fmla="*/ 88 h 88"/>
                <a:gd name="T22" fmla="*/ 19 w 104"/>
                <a:gd name="T23" fmla="*/ 38 h 88"/>
                <a:gd name="T24" fmla="*/ 19 w 104"/>
                <a:gd name="T25" fmla="*/ 88 h 88"/>
                <a:gd name="T26" fmla="*/ 0 w 104"/>
                <a:gd name="T27" fmla="*/ 88 h 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04" h="88">
                  <a:moveTo>
                    <a:pt x="0" y="88"/>
                  </a:moveTo>
                  <a:lnTo>
                    <a:pt x="0" y="0"/>
                  </a:lnTo>
                  <a:lnTo>
                    <a:pt x="23" y="0"/>
                  </a:lnTo>
                  <a:lnTo>
                    <a:pt x="52" y="66"/>
                  </a:lnTo>
                  <a:lnTo>
                    <a:pt x="81" y="0"/>
                  </a:lnTo>
                  <a:lnTo>
                    <a:pt x="104" y="0"/>
                  </a:lnTo>
                  <a:lnTo>
                    <a:pt x="104" y="88"/>
                  </a:lnTo>
                  <a:lnTo>
                    <a:pt x="85" y="88"/>
                  </a:lnTo>
                  <a:lnTo>
                    <a:pt x="85" y="37"/>
                  </a:lnTo>
                  <a:lnTo>
                    <a:pt x="62" y="88"/>
                  </a:lnTo>
                  <a:lnTo>
                    <a:pt x="42" y="88"/>
                  </a:lnTo>
                  <a:lnTo>
                    <a:pt x="19" y="38"/>
                  </a:lnTo>
                  <a:lnTo>
                    <a:pt x="19" y="88"/>
                  </a:lnTo>
                  <a:lnTo>
                    <a:pt x="0" y="88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18" name="Freeform 6">
              <a:extLst>
                <a:ext uri="{FF2B5EF4-FFF2-40B4-BE49-F238E27FC236}">
                  <a16:creationId xmlns:a16="http://schemas.microsoft.com/office/drawing/2014/main" id="{1497644D-7612-422C-AF4D-1E0DD385458D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6861" y="3923"/>
              <a:ext cx="106" cy="88"/>
            </a:xfrm>
            <a:custGeom>
              <a:avLst/>
              <a:gdLst>
                <a:gd name="T0" fmla="*/ 23 w 106"/>
                <a:gd name="T1" fmla="*/ 88 h 88"/>
                <a:gd name="T2" fmla="*/ 0 w 106"/>
                <a:gd name="T3" fmla="*/ 88 h 88"/>
                <a:gd name="T4" fmla="*/ 40 w 106"/>
                <a:gd name="T5" fmla="*/ 0 h 88"/>
                <a:gd name="T6" fmla="*/ 67 w 106"/>
                <a:gd name="T7" fmla="*/ 0 h 88"/>
                <a:gd name="T8" fmla="*/ 106 w 106"/>
                <a:gd name="T9" fmla="*/ 88 h 88"/>
                <a:gd name="T10" fmla="*/ 84 w 106"/>
                <a:gd name="T11" fmla="*/ 88 h 88"/>
                <a:gd name="T12" fmla="*/ 76 w 106"/>
                <a:gd name="T13" fmla="*/ 71 h 88"/>
                <a:gd name="T14" fmla="*/ 30 w 106"/>
                <a:gd name="T15" fmla="*/ 71 h 88"/>
                <a:gd name="T16" fmla="*/ 23 w 106"/>
                <a:gd name="T17" fmla="*/ 88 h 88"/>
                <a:gd name="T18" fmla="*/ 69 w 106"/>
                <a:gd name="T19" fmla="*/ 54 h 88"/>
                <a:gd name="T20" fmla="*/ 53 w 106"/>
                <a:gd name="T21" fmla="*/ 17 h 88"/>
                <a:gd name="T22" fmla="*/ 38 w 106"/>
                <a:gd name="T23" fmla="*/ 54 h 88"/>
                <a:gd name="T24" fmla="*/ 69 w 106"/>
                <a:gd name="T25" fmla="*/ 54 h 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06" h="88">
                  <a:moveTo>
                    <a:pt x="23" y="88"/>
                  </a:moveTo>
                  <a:lnTo>
                    <a:pt x="0" y="88"/>
                  </a:lnTo>
                  <a:lnTo>
                    <a:pt x="40" y="0"/>
                  </a:lnTo>
                  <a:lnTo>
                    <a:pt x="67" y="0"/>
                  </a:lnTo>
                  <a:lnTo>
                    <a:pt x="106" y="88"/>
                  </a:lnTo>
                  <a:lnTo>
                    <a:pt x="84" y="88"/>
                  </a:lnTo>
                  <a:lnTo>
                    <a:pt x="76" y="71"/>
                  </a:lnTo>
                  <a:lnTo>
                    <a:pt x="30" y="71"/>
                  </a:lnTo>
                  <a:lnTo>
                    <a:pt x="23" y="88"/>
                  </a:lnTo>
                  <a:close/>
                  <a:moveTo>
                    <a:pt x="69" y="54"/>
                  </a:moveTo>
                  <a:lnTo>
                    <a:pt x="53" y="17"/>
                  </a:lnTo>
                  <a:lnTo>
                    <a:pt x="38" y="54"/>
                  </a:lnTo>
                  <a:lnTo>
                    <a:pt x="69" y="54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19" name="Freeform 7">
              <a:extLst>
                <a:ext uri="{FF2B5EF4-FFF2-40B4-BE49-F238E27FC236}">
                  <a16:creationId xmlns:a16="http://schemas.microsoft.com/office/drawing/2014/main" id="{A6B732CD-52AC-420B-8B09-36FD5C70C89F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976" y="3923"/>
              <a:ext cx="84" cy="88"/>
            </a:xfrm>
            <a:custGeom>
              <a:avLst/>
              <a:gdLst>
                <a:gd name="T0" fmla="*/ 0 w 84"/>
                <a:gd name="T1" fmla="*/ 88 h 88"/>
                <a:gd name="T2" fmla="*/ 0 w 84"/>
                <a:gd name="T3" fmla="*/ 0 h 88"/>
                <a:gd name="T4" fmla="*/ 83 w 84"/>
                <a:gd name="T5" fmla="*/ 0 h 88"/>
                <a:gd name="T6" fmla="*/ 83 w 84"/>
                <a:gd name="T7" fmla="*/ 18 h 88"/>
                <a:gd name="T8" fmla="*/ 20 w 84"/>
                <a:gd name="T9" fmla="*/ 18 h 88"/>
                <a:gd name="T10" fmla="*/ 20 w 84"/>
                <a:gd name="T11" fmla="*/ 35 h 88"/>
                <a:gd name="T12" fmla="*/ 75 w 84"/>
                <a:gd name="T13" fmla="*/ 35 h 88"/>
                <a:gd name="T14" fmla="*/ 75 w 84"/>
                <a:gd name="T15" fmla="*/ 53 h 88"/>
                <a:gd name="T16" fmla="*/ 20 w 84"/>
                <a:gd name="T17" fmla="*/ 53 h 88"/>
                <a:gd name="T18" fmla="*/ 20 w 84"/>
                <a:gd name="T19" fmla="*/ 71 h 88"/>
                <a:gd name="T20" fmla="*/ 84 w 84"/>
                <a:gd name="T21" fmla="*/ 71 h 88"/>
                <a:gd name="T22" fmla="*/ 84 w 84"/>
                <a:gd name="T23" fmla="*/ 88 h 88"/>
                <a:gd name="T24" fmla="*/ 0 w 84"/>
                <a:gd name="T25" fmla="*/ 88 h 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84" h="88">
                  <a:moveTo>
                    <a:pt x="0" y="88"/>
                  </a:moveTo>
                  <a:lnTo>
                    <a:pt x="0" y="0"/>
                  </a:lnTo>
                  <a:lnTo>
                    <a:pt x="83" y="0"/>
                  </a:lnTo>
                  <a:lnTo>
                    <a:pt x="83" y="18"/>
                  </a:lnTo>
                  <a:lnTo>
                    <a:pt x="20" y="18"/>
                  </a:lnTo>
                  <a:lnTo>
                    <a:pt x="20" y="35"/>
                  </a:lnTo>
                  <a:lnTo>
                    <a:pt x="75" y="35"/>
                  </a:lnTo>
                  <a:lnTo>
                    <a:pt x="75" y="53"/>
                  </a:lnTo>
                  <a:lnTo>
                    <a:pt x="20" y="53"/>
                  </a:lnTo>
                  <a:lnTo>
                    <a:pt x="20" y="71"/>
                  </a:lnTo>
                  <a:lnTo>
                    <a:pt x="84" y="71"/>
                  </a:lnTo>
                  <a:lnTo>
                    <a:pt x="84" y="88"/>
                  </a:lnTo>
                  <a:lnTo>
                    <a:pt x="0" y="88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20" name="Freeform 8">
              <a:extLst>
                <a:ext uri="{FF2B5EF4-FFF2-40B4-BE49-F238E27FC236}">
                  <a16:creationId xmlns:a16="http://schemas.microsoft.com/office/drawing/2014/main" id="{C85937AE-5276-446F-AB67-7B60605D469B}"/>
                </a:ext>
              </a:extLst>
            </p:cNvPr>
            <p:cNvSpPr>
              <a:spLocks noEditPoints="1"/>
            </p:cNvSpPr>
            <p:nvPr userDrawn="1"/>
          </p:nvSpPr>
          <p:spPr bwMode="auto">
            <a:xfrm>
              <a:off x="7076" y="3923"/>
              <a:ext cx="85" cy="88"/>
            </a:xfrm>
            <a:custGeom>
              <a:avLst/>
              <a:gdLst>
                <a:gd name="T0" fmla="*/ 0 w 94"/>
                <a:gd name="T1" fmla="*/ 96 h 96"/>
                <a:gd name="T2" fmla="*/ 0 w 94"/>
                <a:gd name="T3" fmla="*/ 0 h 96"/>
                <a:gd name="T4" fmla="*/ 77 w 94"/>
                <a:gd name="T5" fmla="*/ 0 h 96"/>
                <a:gd name="T6" fmla="*/ 93 w 94"/>
                <a:gd name="T7" fmla="*/ 16 h 96"/>
                <a:gd name="T8" fmla="*/ 93 w 94"/>
                <a:gd name="T9" fmla="*/ 48 h 96"/>
                <a:gd name="T10" fmla="*/ 74 w 94"/>
                <a:gd name="T11" fmla="*/ 63 h 96"/>
                <a:gd name="T12" fmla="*/ 72 w 94"/>
                <a:gd name="T13" fmla="*/ 63 h 96"/>
                <a:gd name="T14" fmla="*/ 94 w 94"/>
                <a:gd name="T15" fmla="*/ 96 h 96"/>
                <a:gd name="T16" fmla="*/ 69 w 94"/>
                <a:gd name="T17" fmla="*/ 96 h 96"/>
                <a:gd name="T18" fmla="*/ 48 w 94"/>
                <a:gd name="T19" fmla="*/ 63 h 96"/>
                <a:gd name="T20" fmla="*/ 23 w 94"/>
                <a:gd name="T21" fmla="*/ 63 h 96"/>
                <a:gd name="T22" fmla="*/ 23 w 94"/>
                <a:gd name="T23" fmla="*/ 96 h 96"/>
                <a:gd name="T24" fmla="*/ 0 w 94"/>
                <a:gd name="T25" fmla="*/ 96 h 96"/>
                <a:gd name="T26" fmla="*/ 23 w 94"/>
                <a:gd name="T27" fmla="*/ 44 h 96"/>
                <a:gd name="T28" fmla="*/ 71 w 94"/>
                <a:gd name="T29" fmla="*/ 44 h 96"/>
                <a:gd name="T30" fmla="*/ 71 w 94"/>
                <a:gd name="T31" fmla="*/ 19 h 96"/>
                <a:gd name="T32" fmla="*/ 23 w 94"/>
                <a:gd name="T33" fmla="*/ 19 h 96"/>
                <a:gd name="T34" fmla="*/ 23 w 94"/>
                <a:gd name="T35" fmla="*/ 44 h 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94" h="96">
                  <a:moveTo>
                    <a:pt x="0" y="96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77" y="0"/>
                    <a:pt x="77" y="0"/>
                    <a:pt x="77" y="0"/>
                  </a:cubicBezTo>
                  <a:cubicBezTo>
                    <a:pt x="87" y="0"/>
                    <a:pt x="93" y="6"/>
                    <a:pt x="93" y="16"/>
                  </a:cubicBezTo>
                  <a:cubicBezTo>
                    <a:pt x="93" y="48"/>
                    <a:pt x="93" y="48"/>
                    <a:pt x="93" y="48"/>
                  </a:cubicBezTo>
                  <a:cubicBezTo>
                    <a:pt x="93" y="56"/>
                    <a:pt x="87" y="63"/>
                    <a:pt x="74" y="63"/>
                  </a:cubicBezTo>
                  <a:cubicBezTo>
                    <a:pt x="73" y="63"/>
                    <a:pt x="72" y="63"/>
                    <a:pt x="72" y="63"/>
                  </a:cubicBezTo>
                  <a:cubicBezTo>
                    <a:pt x="94" y="96"/>
                    <a:pt x="94" y="96"/>
                    <a:pt x="94" y="96"/>
                  </a:cubicBezTo>
                  <a:cubicBezTo>
                    <a:pt x="69" y="96"/>
                    <a:pt x="69" y="96"/>
                    <a:pt x="69" y="96"/>
                  </a:cubicBezTo>
                  <a:cubicBezTo>
                    <a:pt x="48" y="63"/>
                    <a:pt x="48" y="63"/>
                    <a:pt x="48" y="63"/>
                  </a:cubicBezTo>
                  <a:cubicBezTo>
                    <a:pt x="23" y="63"/>
                    <a:pt x="23" y="63"/>
                    <a:pt x="23" y="63"/>
                  </a:cubicBezTo>
                  <a:cubicBezTo>
                    <a:pt x="23" y="96"/>
                    <a:pt x="23" y="96"/>
                    <a:pt x="23" y="96"/>
                  </a:cubicBezTo>
                  <a:lnTo>
                    <a:pt x="0" y="96"/>
                  </a:lnTo>
                  <a:close/>
                  <a:moveTo>
                    <a:pt x="23" y="44"/>
                  </a:moveTo>
                  <a:cubicBezTo>
                    <a:pt x="71" y="44"/>
                    <a:pt x="71" y="44"/>
                    <a:pt x="71" y="44"/>
                  </a:cubicBezTo>
                  <a:cubicBezTo>
                    <a:pt x="71" y="19"/>
                    <a:pt x="71" y="19"/>
                    <a:pt x="71" y="19"/>
                  </a:cubicBezTo>
                  <a:cubicBezTo>
                    <a:pt x="23" y="19"/>
                    <a:pt x="23" y="19"/>
                    <a:pt x="23" y="19"/>
                  </a:cubicBezTo>
                  <a:cubicBezTo>
                    <a:pt x="23" y="44"/>
                    <a:pt x="23" y="44"/>
                    <a:pt x="23" y="44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21" name="Freeform 9">
              <a:extLst>
                <a:ext uri="{FF2B5EF4-FFF2-40B4-BE49-F238E27FC236}">
                  <a16:creationId xmlns:a16="http://schemas.microsoft.com/office/drawing/2014/main" id="{1142013A-0C22-460F-9469-E0A34D93C5A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177" y="3923"/>
              <a:ext cx="84" cy="88"/>
            </a:xfrm>
            <a:custGeom>
              <a:avLst/>
              <a:gdLst>
                <a:gd name="T0" fmla="*/ 23 w 92"/>
                <a:gd name="T1" fmla="*/ 96 h 96"/>
                <a:gd name="T2" fmla="*/ 15 w 92"/>
                <a:gd name="T3" fmla="*/ 96 h 96"/>
                <a:gd name="T4" fmla="*/ 0 w 92"/>
                <a:gd name="T5" fmla="*/ 82 h 96"/>
                <a:gd name="T6" fmla="*/ 0 w 92"/>
                <a:gd name="T7" fmla="*/ 70 h 96"/>
                <a:gd name="T8" fmla="*/ 23 w 92"/>
                <a:gd name="T9" fmla="*/ 70 h 96"/>
                <a:gd name="T10" fmla="*/ 23 w 92"/>
                <a:gd name="T11" fmla="*/ 77 h 96"/>
                <a:gd name="T12" fmla="*/ 70 w 92"/>
                <a:gd name="T13" fmla="*/ 77 h 96"/>
                <a:gd name="T14" fmla="*/ 70 w 92"/>
                <a:gd name="T15" fmla="*/ 57 h 96"/>
                <a:gd name="T16" fmla="*/ 16 w 92"/>
                <a:gd name="T17" fmla="*/ 57 h 96"/>
                <a:gd name="T18" fmla="*/ 1 w 92"/>
                <a:gd name="T19" fmla="*/ 43 h 96"/>
                <a:gd name="T20" fmla="*/ 1 w 92"/>
                <a:gd name="T21" fmla="*/ 15 h 96"/>
                <a:gd name="T22" fmla="*/ 16 w 92"/>
                <a:gd name="T23" fmla="*/ 0 h 96"/>
                <a:gd name="T24" fmla="*/ 78 w 92"/>
                <a:gd name="T25" fmla="*/ 0 h 96"/>
                <a:gd name="T26" fmla="*/ 92 w 92"/>
                <a:gd name="T27" fmla="*/ 16 h 96"/>
                <a:gd name="T28" fmla="*/ 92 w 92"/>
                <a:gd name="T29" fmla="*/ 27 h 96"/>
                <a:gd name="T30" fmla="*/ 70 w 92"/>
                <a:gd name="T31" fmla="*/ 27 h 96"/>
                <a:gd name="T32" fmla="*/ 70 w 92"/>
                <a:gd name="T33" fmla="*/ 19 h 96"/>
                <a:gd name="T34" fmla="*/ 23 w 92"/>
                <a:gd name="T35" fmla="*/ 19 h 96"/>
                <a:gd name="T36" fmla="*/ 23 w 92"/>
                <a:gd name="T37" fmla="*/ 38 h 96"/>
                <a:gd name="T38" fmla="*/ 77 w 92"/>
                <a:gd name="T39" fmla="*/ 38 h 96"/>
                <a:gd name="T40" fmla="*/ 92 w 92"/>
                <a:gd name="T41" fmla="*/ 54 h 96"/>
                <a:gd name="T42" fmla="*/ 92 w 92"/>
                <a:gd name="T43" fmla="*/ 81 h 96"/>
                <a:gd name="T44" fmla="*/ 77 w 92"/>
                <a:gd name="T45" fmla="*/ 96 h 96"/>
                <a:gd name="T46" fmla="*/ 23 w 92"/>
                <a:gd name="T47" fmla="*/ 96 h 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92" h="96">
                  <a:moveTo>
                    <a:pt x="23" y="96"/>
                  </a:moveTo>
                  <a:cubicBezTo>
                    <a:pt x="15" y="96"/>
                    <a:pt x="15" y="96"/>
                    <a:pt x="15" y="96"/>
                  </a:cubicBezTo>
                  <a:cubicBezTo>
                    <a:pt x="5" y="96"/>
                    <a:pt x="0" y="90"/>
                    <a:pt x="0" y="82"/>
                  </a:cubicBezTo>
                  <a:cubicBezTo>
                    <a:pt x="0" y="70"/>
                    <a:pt x="0" y="70"/>
                    <a:pt x="0" y="70"/>
                  </a:cubicBezTo>
                  <a:cubicBezTo>
                    <a:pt x="23" y="70"/>
                    <a:pt x="23" y="70"/>
                    <a:pt x="23" y="70"/>
                  </a:cubicBezTo>
                  <a:cubicBezTo>
                    <a:pt x="23" y="77"/>
                    <a:pt x="23" y="77"/>
                    <a:pt x="23" y="77"/>
                  </a:cubicBezTo>
                  <a:cubicBezTo>
                    <a:pt x="70" y="77"/>
                    <a:pt x="70" y="77"/>
                    <a:pt x="70" y="77"/>
                  </a:cubicBezTo>
                  <a:cubicBezTo>
                    <a:pt x="70" y="57"/>
                    <a:pt x="70" y="57"/>
                    <a:pt x="70" y="57"/>
                  </a:cubicBezTo>
                  <a:cubicBezTo>
                    <a:pt x="70" y="57"/>
                    <a:pt x="24" y="57"/>
                    <a:pt x="16" y="57"/>
                  </a:cubicBezTo>
                  <a:cubicBezTo>
                    <a:pt x="7" y="57"/>
                    <a:pt x="1" y="51"/>
                    <a:pt x="1" y="43"/>
                  </a:cubicBezTo>
                  <a:cubicBezTo>
                    <a:pt x="1" y="15"/>
                    <a:pt x="1" y="15"/>
                    <a:pt x="1" y="15"/>
                  </a:cubicBezTo>
                  <a:cubicBezTo>
                    <a:pt x="1" y="6"/>
                    <a:pt x="8" y="0"/>
                    <a:pt x="16" y="0"/>
                  </a:cubicBezTo>
                  <a:cubicBezTo>
                    <a:pt x="24" y="0"/>
                    <a:pt x="78" y="0"/>
                    <a:pt x="78" y="0"/>
                  </a:cubicBezTo>
                  <a:cubicBezTo>
                    <a:pt x="86" y="0"/>
                    <a:pt x="92" y="6"/>
                    <a:pt x="92" y="16"/>
                  </a:cubicBezTo>
                  <a:cubicBezTo>
                    <a:pt x="92" y="25"/>
                    <a:pt x="92" y="27"/>
                    <a:pt x="92" y="27"/>
                  </a:cubicBezTo>
                  <a:cubicBezTo>
                    <a:pt x="70" y="27"/>
                    <a:pt x="70" y="27"/>
                    <a:pt x="70" y="27"/>
                  </a:cubicBezTo>
                  <a:cubicBezTo>
                    <a:pt x="70" y="19"/>
                    <a:pt x="70" y="19"/>
                    <a:pt x="70" y="19"/>
                  </a:cubicBezTo>
                  <a:cubicBezTo>
                    <a:pt x="23" y="19"/>
                    <a:pt x="23" y="19"/>
                    <a:pt x="23" y="19"/>
                  </a:cubicBezTo>
                  <a:cubicBezTo>
                    <a:pt x="23" y="38"/>
                    <a:pt x="23" y="38"/>
                    <a:pt x="23" y="38"/>
                  </a:cubicBezTo>
                  <a:cubicBezTo>
                    <a:pt x="77" y="38"/>
                    <a:pt x="77" y="38"/>
                    <a:pt x="77" y="38"/>
                  </a:cubicBezTo>
                  <a:cubicBezTo>
                    <a:pt x="85" y="38"/>
                    <a:pt x="92" y="44"/>
                    <a:pt x="92" y="54"/>
                  </a:cubicBezTo>
                  <a:cubicBezTo>
                    <a:pt x="92" y="81"/>
                    <a:pt x="92" y="81"/>
                    <a:pt x="92" y="81"/>
                  </a:cubicBezTo>
                  <a:cubicBezTo>
                    <a:pt x="92" y="90"/>
                    <a:pt x="87" y="96"/>
                    <a:pt x="77" y="96"/>
                  </a:cubicBezTo>
                  <a:cubicBezTo>
                    <a:pt x="68" y="96"/>
                    <a:pt x="23" y="96"/>
                    <a:pt x="23" y="96"/>
                  </a:cubicBez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22" name="Freeform 10">
              <a:extLst>
                <a:ext uri="{FF2B5EF4-FFF2-40B4-BE49-F238E27FC236}">
                  <a16:creationId xmlns:a16="http://schemas.microsoft.com/office/drawing/2014/main" id="{0F3AFC74-3794-4E77-9F20-A4B649553CE2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7280" y="3923"/>
              <a:ext cx="90" cy="88"/>
            </a:xfrm>
            <a:custGeom>
              <a:avLst/>
              <a:gdLst>
                <a:gd name="T0" fmla="*/ 0 w 90"/>
                <a:gd name="T1" fmla="*/ 88 h 88"/>
                <a:gd name="T2" fmla="*/ 0 w 90"/>
                <a:gd name="T3" fmla="*/ 0 h 88"/>
                <a:gd name="T4" fmla="*/ 21 w 90"/>
                <a:gd name="T5" fmla="*/ 0 h 88"/>
                <a:gd name="T6" fmla="*/ 21 w 90"/>
                <a:gd name="T7" fmla="*/ 36 h 88"/>
                <a:gd name="T8" fmla="*/ 60 w 90"/>
                <a:gd name="T9" fmla="*/ 0 h 88"/>
                <a:gd name="T10" fmla="*/ 88 w 90"/>
                <a:gd name="T11" fmla="*/ 0 h 88"/>
                <a:gd name="T12" fmla="*/ 42 w 90"/>
                <a:gd name="T13" fmla="*/ 42 h 88"/>
                <a:gd name="T14" fmla="*/ 90 w 90"/>
                <a:gd name="T15" fmla="*/ 88 h 88"/>
                <a:gd name="T16" fmla="*/ 61 w 90"/>
                <a:gd name="T17" fmla="*/ 88 h 88"/>
                <a:gd name="T18" fmla="*/ 21 w 90"/>
                <a:gd name="T19" fmla="*/ 48 h 88"/>
                <a:gd name="T20" fmla="*/ 21 w 90"/>
                <a:gd name="T21" fmla="*/ 88 h 88"/>
                <a:gd name="T22" fmla="*/ 0 w 90"/>
                <a:gd name="T23" fmla="*/ 88 h 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</a:cxnLst>
              <a:rect l="0" t="0" r="r" b="b"/>
              <a:pathLst>
                <a:path w="90" h="88">
                  <a:moveTo>
                    <a:pt x="0" y="88"/>
                  </a:moveTo>
                  <a:lnTo>
                    <a:pt x="0" y="0"/>
                  </a:lnTo>
                  <a:lnTo>
                    <a:pt x="21" y="0"/>
                  </a:lnTo>
                  <a:lnTo>
                    <a:pt x="21" y="36"/>
                  </a:lnTo>
                  <a:lnTo>
                    <a:pt x="60" y="0"/>
                  </a:lnTo>
                  <a:lnTo>
                    <a:pt x="88" y="0"/>
                  </a:lnTo>
                  <a:lnTo>
                    <a:pt x="42" y="42"/>
                  </a:lnTo>
                  <a:lnTo>
                    <a:pt x="90" y="88"/>
                  </a:lnTo>
                  <a:lnTo>
                    <a:pt x="61" y="88"/>
                  </a:lnTo>
                  <a:lnTo>
                    <a:pt x="21" y="48"/>
                  </a:lnTo>
                  <a:lnTo>
                    <a:pt x="21" y="88"/>
                  </a:lnTo>
                  <a:lnTo>
                    <a:pt x="0" y="88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24" name="Freeform 11">
              <a:extLst>
                <a:ext uri="{FF2B5EF4-FFF2-40B4-BE49-F238E27FC236}">
                  <a16:creationId xmlns:a16="http://schemas.microsoft.com/office/drawing/2014/main" id="{1D726B94-52B6-40D9-90FC-C0F4F1324043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478" y="3868"/>
              <a:ext cx="187" cy="199"/>
            </a:xfrm>
            <a:custGeom>
              <a:avLst/>
              <a:gdLst>
                <a:gd name="T0" fmla="*/ 206 w 206"/>
                <a:gd name="T1" fmla="*/ 193 h 218"/>
                <a:gd name="T2" fmla="*/ 181 w 206"/>
                <a:gd name="T3" fmla="*/ 218 h 218"/>
                <a:gd name="T4" fmla="*/ 24 w 206"/>
                <a:gd name="T5" fmla="*/ 218 h 218"/>
                <a:gd name="T6" fmla="*/ 0 w 206"/>
                <a:gd name="T7" fmla="*/ 193 h 218"/>
                <a:gd name="T8" fmla="*/ 0 w 206"/>
                <a:gd name="T9" fmla="*/ 25 h 218"/>
                <a:gd name="T10" fmla="*/ 24 w 206"/>
                <a:gd name="T11" fmla="*/ 0 h 218"/>
                <a:gd name="T12" fmla="*/ 181 w 206"/>
                <a:gd name="T13" fmla="*/ 0 h 218"/>
                <a:gd name="T14" fmla="*/ 206 w 206"/>
                <a:gd name="T15" fmla="*/ 25 h 218"/>
                <a:gd name="T16" fmla="*/ 206 w 206"/>
                <a:gd name="T17" fmla="*/ 193 h 2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206" h="218">
                  <a:moveTo>
                    <a:pt x="206" y="193"/>
                  </a:moveTo>
                  <a:cubicBezTo>
                    <a:pt x="206" y="207"/>
                    <a:pt x="195" y="218"/>
                    <a:pt x="181" y="218"/>
                  </a:cubicBezTo>
                  <a:cubicBezTo>
                    <a:pt x="24" y="218"/>
                    <a:pt x="24" y="218"/>
                    <a:pt x="24" y="218"/>
                  </a:cubicBezTo>
                  <a:cubicBezTo>
                    <a:pt x="11" y="218"/>
                    <a:pt x="0" y="207"/>
                    <a:pt x="0" y="193"/>
                  </a:cubicBezTo>
                  <a:cubicBezTo>
                    <a:pt x="0" y="25"/>
                    <a:pt x="0" y="25"/>
                    <a:pt x="0" y="25"/>
                  </a:cubicBezTo>
                  <a:cubicBezTo>
                    <a:pt x="0" y="11"/>
                    <a:pt x="11" y="0"/>
                    <a:pt x="24" y="0"/>
                  </a:cubicBezTo>
                  <a:cubicBezTo>
                    <a:pt x="181" y="0"/>
                    <a:pt x="181" y="0"/>
                    <a:pt x="181" y="0"/>
                  </a:cubicBezTo>
                  <a:cubicBezTo>
                    <a:pt x="195" y="0"/>
                    <a:pt x="206" y="11"/>
                    <a:pt x="206" y="25"/>
                  </a:cubicBezTo>
                  <a:lnTo>
                    <a:pt x="206" y="193"/>
                  </a:lnTo>
                  <a:close/>
                </a:path>
              </a:pathLst>
            </a:custGeom>
            <a:solidFill>
              <a:srgbClr val="42B0D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  <p:sp>
          <p:nvSpPr>
            <p:cNvPr id="25" name="Freeform 12">
              <a:extLst>
                <a:ext uri="{FF2B5EF4-FFF2-40B4-BE49-F238E27FC236}">
                  <a16:creationId xmlns:a16="http://schemas.microsoft.com/office/drawing/2014/main" id="{04D1092F-9F78-4F84-96C4-3D628BA8E4A5}"/>
                </a:ext>
              </a:extLst>
            </p:cNvPr>
            <p:cNvSpPr>
              <a:spLocks/>
            </p:cNvSpPr>
            <p:nvPr userDrawn="1"/>
          </p:nvSpPr>
          <p:spPr bwMode="auto">
            <a:xfrm>
              <a:off x="6488" y="3883"/>
              <a:ext cx="166" cy="164"/>
            </a:xfrm>
            <a:custGeom>
              <a:avLst/>
              <a:gdLst>
                <a:gd name="T0" fmla="*/ 114 w 166"/>
                <a:gd name="T1" fmla="*/ 79 h 164"/>
                <a:gd name="T2" fmla="*/ 150 w 166"/>
                <a:gd name="T3" fmla="*/ 32 h 164"/>
                <a:gd name="T4" fmla="*/ 150 w 166"/>
                <a:gd name="T5" fmla="*/ 32 h 164"/>
                <a:gd name="T6" fmla="*/ 96 w 166"/>
                <a:gd name="T7" fmla="*/ 59 h 164"/>
                <a:gd name="T8" fmla="*/ 83 w 166"/>
                <a:gd name="T9" fmla="*/ 0 h 164"/>
                <a:gd name="T10" fmla="*/ 83 w 166"/>
                <a:gd name="T11" fmla="*/ 0 h 164"/>
                <a:gd name="T12" fmla="*/ 70 w 166"/>
                <a:gd name="T13" fmla="*/ 59 h 164"/>
                <a:gd name="T14" fmla="*/ 16 w 166"/>
                <a:gd name="T15" fmla="*/ 32 h 164"/>
                <a:gd name="T16" fmla="*/ 16 w 166"/>
                <a:gd name="T17" fmla="*/ 32 h 164"/>
                <a:gd name="T18" fmla="*/ 53 w 166"/>
                <a:gd name="T19" fmla="*/ 79 h 164"/>
                <a:gd name="T20" fmla="*/ 0 w 166"/>
                <a:gd name="T21" fmla="*/ 105 h 164"/>
                <a:gd name="T22" fmla="*/ 0 w 166"/>
                <a:gd name="T23" fmla="*/ 105 h 164"/>
                <a:gd name="T24" fmla="*/ 59 w 166"/>
                <a:gd name="T25" fmla="*/ 105 h 164"/>
                <a:gd name="T26" fmla="*/ 46 w 166"/>
                <a:gd name="T27" fmla="*/ 164 h 164"/>
                <a:gd name="T28" fmla="*/ 46 w 166"/>
                <a:gd name="T29" fmla="*/ 164 h 164"/>
                <a:gd name="T30" fmla="*/ 83 w 166"/>
                <a:gd name="T31" fmla="*/ 117 h 164"/>
                <a:gd name="T32" fmla="*/ 120 w 166"/>
                <a:gd name="T33" fmla="*/ 164 h 164"/>
                <a:gd name="T34" fmla="*/ 121 w 166"/>
                <a:gd name="T35" fmla="*/ 164 h 164"/>
                <a:gd name="T36" fmla="*/ 107 w 166"/>
                <a:gd name="T37" fmla="*/ 105 h 164"/>
                <a:gd name="T38" fmla="*/ 166 w 166"/>
                <a:gd name="T39" fmla="*/ 105 h 164"/>
                <a:gd name="T40" fmla="*/ 166 w 166"/>
                <a:gd name="T41" fmla="*/ 105 h 164"/>
                <a:gd name="T42" fmla="*/ 114 w 166"/>
                <a:gd name="T43" fmla="*/ 79 h 1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166" h="164">
                  <a:moveTo>
                    <a:pt x="114" y="79"/>
                  </a:moveTo>
                  <a:lnTo>
                    <a:pt x="150" y="32"/>
                  </a:lnTo>
                  <a:lnTo>
                    <a:pt x="150" y="32"/>
                  </a:lnTo>
                  <a:lnTo>
                    <a:pt x="96" y="59"/>
                  </a:lnTo>
                  <a:lnTo>
                    <a:pt x="83" y="0"/>
                  </a:lnTo>
                  <a:lnTo>
                    <a:pt x="83" y="0"/>
                  </a:lnTo>
                  <a:lnTo>
                    <a:pt x="70" y="59"/>
                  </a:lnTo>
                  <a:lnTo>
                    <a:pt x="16" y="32"/>
                  </a:lnTo>
                  <a:lnTo>
                    <a:pt x="16" y="32"/>
                  </a:lnTo>
                  <a:lnTo>
                    <a:pt x="53" y="79"/>
                  </a:lnTo>
                  <a:lnTo>
                    <a:pt x="0" y="105"/>
                  </a:lnTo>
                  <a:lnTo>
                    <a:pt x="0" y="105"/>
                  </a:lnTo>
                  <a:lnTo>
                    <a:pt x="59" y="105"/>
                  </a:lnTo>
                  <a:lnTo>
                    <a:pt x="46" y="164"/>
                  </a:lnTo>
                  <a:lnTo>
                    <a:pt x="46" y="164"/>
                  </a:lnTo>
                  <a:lnTo>
                    <a:pt x="83" y="117"/>
                  </a:lnTo>
                  <a:lnTo>
                    <a:pt x="120" y="164"/>
                  </a:lnTo>
                  <a:lnTo>
                    <a:pt x="121" y="164"/>
                  </a:lnTo>
                  <a:lnTo>
                    <a:pt x="107" y="105"/>
                  </a:lnTo>
                  <a:lnTo>
                    <a:pt x="166" y="105"/>
                  </a:lnTo>
                  <a:lnTo>
                    <a:pt x="166" y="105"/>
                  </a:lnTo>
                  <a:lnTo>
                    <a:pt x="114" y="79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GB"/>
            </a:p>
          </p:txBody>
        </p:sp>
      </p:grpSp>
      <p:sp>
        <p:nvSpPr>
          <p:cNvPr id="6" name="Date Placeholder 5" hidden="1">
            <a:extLst>
              <a:ext uri="{FF2B5EF4-FFF2-40B4-BE49-F238E27FC236}">
                <a16:creationId xmlns:a16="http://schemas.microsoft.com/office/drawing/2014/main" id="{BC8FE318-906F-4EA5-9B25-B9CA26679122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0" y="6858000"/>
            <a:ext cx="0" cy="0"/>
          </a:xfrm>
        </p:spPr>
        <p:txBody>
          <a:bodyPr/>
          <a:lstStyle/>
          <a:p>
            <a:endParaRPr lang="en-GB"/>
          </a:p>
        </p:txBody>
      </p:sp>
      <p:sp>
        <p:nvSpPr>
          <p:cNvPr id="27" name="Footer Placeholder 18" hidden="1">
            <a:extLst>
              <a:ext uri="{FF2B5EF4-FFF2-40B4-BE49-F238E27FC236}">
                <a16:creationId xmlns:a16="http://schemas.microsoft.com/office/drawing/2014/main" id="{7BC00E8E-7767-4CBC-8922-35975B938062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0" y="6858000"/>
            <a:ext cx="0" cy="0"/>
          </a:xfrm>
        </p:spPr>
        <p:txBody>
          <a:bodyPr/>
          <a:lstStyle>
            <a:lvl1pPr>
              <a:defRPr sz="100">
                <a:noFill/>
              </a:defRPr>
            </a:lvl1pPr>
          </a:lstStyle>
          <a:p>
            <a:r>
              <a:rPr lang="en-GB"/>
              <a:t>Insert presentation title via Header &amp; Footer</a:t>
            </a:r>
          </a:p>
        </p:txBody>
      </p:sp>
      <p:sp>
        <p:nvSpPr>
          <p:cNvPr id="28" name="Slide Number Placeholder 19" hidden="1">
            <a:extLst>
              <a:ext uri="{FF2B5EF4-FFF2-40B4-BE49-F238E27FC236}">
                <a16:creationId xmlns:a16="http://schemas.microsoft.com/office/drawing/2014/main" id="{768E6C0E-9500-4A30-831D-49B7D31ACD26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0" y="6858000"/>
            <a:ext cx="0" cy="0"/>
          </a:xfrm>
        </p:spPr>
        <p:txBody>
          <a:bodyPr/>
          <a:lstStyle>
            <a:lvl1pPr>
              <a:defRPr sz="100">
                <a:noFill/>
              </a:defRPr>
            </a:lvl1pPr>
          </a:lstStyle>
          <a:p>
            <a:r>
              <a:rPr lang="en-GB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73026348"/>
      </p:ext>
    </p:extLst>
  </p:cSld>
  <p:clrMapOvr>
    <a:masterClrMapping/>
  </p:clrMapOvr>
</p:sldLayout>
</file>

<file path=ppt/slideLayouts/slideLayout1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grey 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00063" y="501649"/>
            <a:ext cx="11190287" cy="930275"/>
          </a:xfrm>
        </p:spPr>
        <p:txBody>
          <a:bodyPr/>
          <a:lstStyle>
            <a:lvl1pPr>
              <a:defRPr/>
            </a:lvl1pPr>
          </a:lstStyle>
          <a:p>
            <a:r>
              <a:rPr lang="en-GB"/>
              <a:t>Click to add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500399" y="1950097"/>
            <a:ext cx="5484475" cy="3687881"/>
          </a:xfrm>
          <a:solidFill>
            <a:schemeClr val="bg2"/>
          </a:solidFill>
        </p:spPr>
        <p:txBody>
          <a:bodyPr lIns="237600" tIns="237600" rIns="237600" bIns="237600"/>
          <a:lstStyle>
            <a:lvl1pPr>
              <a:defRPr/>
            </a:lvl1pPr>
          </a:lstStyle>
          <a:p>
            <a:pPr lvl="0"/>
            <a:r>
              <a:rPr lang="en-GB"/>
              <a:t>Click to add text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6224788" y="1950097"/>
            <a:ext cx="5465562" cy="3687881"/>
          </a:xfrm>
          <a:solidFill>
            <a:schemeClr val="bg2"/>
          </a:solidFill>
        </p:spPr>
        <p:txBody>
          <a:bodyPr lIns="237600" tIns="237600" rIns="237600" bIns="237600"/>
          <a:lstStyle>
            <a:lvl1pPr>
              <a:defRPr/>
            </a:lvl1pPr>
          </a:lstStyle>
          <a:p>
            <a:pPr lvl="0"/>
            <a:r>
              <a:rPr lang="en-GB"/>
              <a:t>Click to add text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18C6ED01-FBEF-43FA-9DEC-6C188F0B9998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GB"/>
              <a:t>Insert presentation title via Header &amp; Footer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E56BDAC3-1A7D-4E21-85A0-10315A7DA9F4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43A204BC-C5BA-4EF4-ABC8-D45123A0C528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1" name="Date Placeholder 10" hidden="1">
            <a:extLst>
              <a:ext uri="{FF2B5EF4-FFF2-40B4-BE49-F238E27FC236}">
                <a16:creationId xmlns:a16="http://schemas.microsoft.com/office/drawing/2014/main" id="{C8F53383-3780-4626-A2BE-E67BBD0A1DFE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00124928"/>
      </p:ext>
    </p:extLst>
  </p:cSld>
  <p:clrMapOvr>
    <a:masterClrMapping/>
  </p:clrMapOvr>
</p:sldLayout>
</file>

<file path=ppt/slideLayouts/slideLayout1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grey 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500400" y="1950098"/>
            <a:ext cx="3560400" cy="3686400"/>
          </a:xfrm>
          <a:solidFill>
            <a:schemeClr val="bg2"/>
          </a:solidFill>
        </p:spPr>
        <p:txBody>
          <a:bodyPr lIns="237600" tIns="237600" rIns="237600" bIns="237600"/>
          <a:lstStyle>
            <a:lvl1pPr>
              <a:defRPr/>
            </a:lvl1pPr>
          </a:lstStyle>
          <a:p>
            <a:pPr lvl="0"/>
            <a:r>
              <a:rPr lang="en-GB"/>
              <a:t>Click to add text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4327201" y="1950097"/>
            <a:ext cx="7363150" cy="3686400"/>
          </a:xfrm>
          <a:solidFill>
            <a:schemeClr val="bg2"/>
          </a:solidFill>
        </p:spPr>
        <p:txBody>
          <a:bodyPr lIns="237600" tIns="237600" rIns="237600" bIns="237600"/>
          <a:lstStyle>
            <a:lvl1pPr>
              <a:defRPr/>
            </a:lvl1pPr>
          </a:lstStyle>
          <a:p>
            <a:pPr lvl="0"/>
            <a:r>
              <a:rPr lang="en-GB"/>
              <a:t>Click to add text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18C6ED01-FBEF-43FA-9DEC-6C188F0B9998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GB"/>
              <a:t>Insert presentation title via Header &amp; Footer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E56BDAC3-1A7D-4E21-85A0-10315A7DA9F4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43A204BC-C5BA-4EF4-ABC8-D45123A0C528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1" name="Date Placeholder 10" hidden="1">
            <a:extLst>
              <a:ext uri="{FF2B5EF4-FFF2-40B4-BE49-F238E27FC236}">
                <a16:creationId xmlns:a16="http://schemas.microsoft.com/office/drawing/2014/main" id="{C8F53383-3780-4626-A2BE-E67BBD0A1DFE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CC0AB295-B1DB-4A8F-98EB-8D0294F0974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3834997168"/>
      </p:ext>
    </p:extLst>
  </p:cSld>
  <p:clrMapOvr>
    <a:masterClrMapping/>
  </p:clrMapOvr>
</p:sldLayout>
</file>

<file path=ppt/slideLayouts/slideLayout1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ntent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00063" y="501650"/>
            <a:ext cx="11209537" cy="930275"/>
          </a:xfrm>
        </p:spPr>
        <p:txBody>
          <a:bodyPr/>
          <a:lstStyle>
            <a:lvl1pPr>
              <a:defRPr/>
            </a:lvl1pPr>
          </a:lstStyle>
          <a:p>
            <a:r>
              <a:rPr lang="en-GB"/>
              <a:t>Click to add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500063" y="1950097"/>
            <a:ext cx="3560736" cy="3687881"/>
          </a:xfrm>
          <a:solidFill>
            <a:schemeClr val="bg2"/>
          </a:solidFill>
        </p:spPr>
        <p:txBody>
          <a:bodyPr lIns="237600" tIns="237600" rIns="237600" bIns="237600"/>
          <a:lstStyle>
            <a:lvl1pPr>
              <a:defRPr/>
            </a:lvl1pPr>
          </a:lstStyle>
          <a:p>
            <a:pPr lvl="0"/>
            <a:r>
              <a:rPr lang="en-GB"/>
              <a:t>Click to add text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4326138" y="1950097"/>
            <a:ext cx="3560736" cy="3687881"/>
          </a:xfrm>
          <a:solidFill>
            <a:schemeClr val="bg2"/>
          </a:solidFill>
        </p:spPr>
        <p:txBody>
          <a:bodyPr lIns="237600" tIns="237600" rIns="237600" bIns="237600"/>
          <a:lstStyle>
            <a:lvl1pPr>
              <a:defRPr/>
            </a:lvl1pPr>
          </a:lstStyle>
          <a:p>
            <a:pPr lvl="0"/>
            <a:r>
              <a:rPr lang="en-GB"/>
              <a:t>Click to add text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43327ACD-F89A-484C-8B15-F2161D2D5BCB}"/>
              </a:ext>
            </a:extLst>
          </p:cNvPr>
          <p:cNvSpPr>
            <a:spLocks noGrp="1"/>
          </p:cNvSpPr>
          <p:nvPr>
            <p:ph sz="half" idx="13" hasCustomPrompt="1"/>
          </p:nvPr>
        </p:nvSpPr>
        <p:spPr>
          <a:xfrm>
            <a:off x="8131175" y="1950097"/>
            <a:ext cx="3559175" cy="3687881"/>
          </a:xfrm>
          <a:solidFill>
            <a:schemeClr val="bg2"/>
          </a:solidFill>
        </p:spPr>
        <p:txBody>
          <a:bodyPr lIns="237600" tIns="237600" rIns="237600" bIns="237600"/>
          <a:lstStyle>
            <a:lvl1pPr>
              <a:defRPr/>
            </a:lvl1pPr>
          </a:lstStyle>
          <a:p>
            <a:pPr lvl="0"/>
            <a:r>
              <a:rPr lang="en-GB"/>
              <a:t>Click to add text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18C6ED01-FBEF-43FA-9DEC-6C188F0B9998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GB"/>
              <a:t>Insert presentation title via Header &amp; Footer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E56BDAC3-1A7D-4E21-85A0-10315A7DA9F4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43A204BC-C5BA-4EF4-ABC8-D45123A0C528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1" name="Date Placeholder 10" hidden="1">
            <a:extLst>
              <a:ext uri="{FF2B5EF4-FFF2-40B4-BE49-F238E27FC236}">
                <a16:creationId xmlns:a16="http://schemas.microsoft.com/office/drawing/2014/main" id="{C8F53383-3780-4626-A2BE-E67BBD0A1DFE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28204786"/>
      </p:ext>
    </p:extLst>
  </p:cSld>
  <p:clrMapOvr>
    <a:masterClrMapping/>
  </p:clrMapOvr>
</p:sldLayout>
</file>

<file path=ppt/slideLayouts/slideLayout1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500399" y="1501255"/>
            <a:ext cx="5484476" cy="1940400"/>
          </a:xfrm>
          <a:solidFill>
            <a:schemeClr val="bg1"/>
          </a:solidFill>
        </p:spPr>
        <p:txBody>
          <a:bodyPr/>
          <a:lstStyle>
            <a:lvl1pPr>
              <a:defRPr/>
            </a:lvl1pPr>
          </a:lstStyle>
          <a:p>
            <a:pPr lvl="0"/>
            <a:r>
              <a:rPr lang="en-GB"/>
              <a:t>Click to add text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6225550" y="1501255"/>
            <a:ext cx="5464800" cy="1940400"/>
          </a:xfrm>
          <a:solidFill>
            <a:schemeClr val="bg1"/>
          </a:solidFill>
        </p:spPr>
        <p:txBody>
          <a:bodyPr/>
          <a:lstStyle>
            <a:lvl1pPr>
              <a:defRPr/>
            </a:lvl1pPr>
          </a:lstStyle>
          <a:p>
            <a:pPr lvl="0"/>
            <a:r>
              <a:rPr lang="en-GB"/>
              <a:t>Click to add text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43327ACD-F89A-484C-8B15-F2161D2D5BCB}"/>
              </a:ext>
            </a:extLst>
          </p:cNvPr>
          <p:cNvSpPr>
            <a:spLocks noGrp="1"/>
          </p:cNvSpPr>
          <p:nvPr>
            <p:ph sz="half" idx="13" hasCustomPrompt="1"/>
          </p:nvPr>
        </p:nvSpPr>
        <p:spPr>
          <a:xfrm>
            <a:off x="500399" y="3678175"/>
            <a:ext cx="5484476" cy="1940400"/>
          </a:xfrm>
          <a:solidFill>
            <a:schemeClr val="bg1"/>
          </a:solidFill>
        </p:spPr>
        <p:txBody>
          <a:bodyPr/>
          <a:lstStyle>
            <a:lvl1pPr>
              <a:defRPr/>
            </a:lvl1pPr>
          </a:lstStyle>
          <a:p>
            <a:pPr lvl="0"/>
            <a:r>
              <a:rPr lang="en-GB"/>
              <a:t>Click to add text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18C6ED01-FBEF-43FA-9DEC-6C188F0B9998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GB"/>
              <a:t>Insert presentation title via Header &amp; Footer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E56BDAC3-1A7D-4E21-85A0-10315A7DA9F4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43A204BC-C5BA-4EF4-ABC8-D45123A0C528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11" name="Date Placeholder 10" hidden="1">
            <a:extLst>
              <a:ext uri="{FF2B5EF4-FFF2-40B4-BE49-F238E27FC236}">
                <a16:creationId xmlns:a16="http://schemas.microsoft.com/office/drawing/2014/main" id="{C8F53383-3780-4626-A2BE-E67BBD0A1DFE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4F9FA52E-E6B6-497B-8CDF-4291B6C70B9B}"/>
              </a:ext>
            </a:extLst>
          </p:cNvPr>
          <p:cNvSpPr>
            <a:spLocks noGrp="1"/>
          </p:cNvSpPr>
          <p:nvPr>
            <p:ph sz="half" idx="17" hasCustomPrompt="1"/>
          </p:nvPr>
        </p:nvSpPr>
        <p:spPr>
          <a:xfrm>
            <a:off x="6225550" y="3678175"/>
            <a:ext cx="5464800" cy="1940400"/>
          </a:xfrm>
          <a:solidFill>
            <a:schemeClr val="bg1"/>
          </a:solidFill>
        </p:spPr>
        <p:txBody>
          <a:bodyPr/>
          <a:lstStyle>
            <a:lvl1pPr>
              <a:defRPr/>
            </a:lvl1pPr>
          </a:lstStyle>
          <a:p>
            <a:pPr lvl="0"/>
            <a:r>
              <a:rPr lang="en-GB"/>
              <a:t>Click to add text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0535A655-0007-42B8-9AAE-D572D30C69E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GB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2444421101"/>
      </p:ext>
    </p:extLst>
  </p:cSld>
  <p:clrMapOvr>
    <a:masterClrMapping/>
  </p:clrMapOvr>
</p:sldLayout>
</file>

<file path=ppt/slideLayouts/slideLayout12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00399" y="501649"/>
            <a:ext cx="11189951" cy="930275"/>
          </a:xfrm>
        </p:spPr>
        <p:txBody>
          <a:bodyPr/>
          <a:lstStyle>
            <a:lvl1pPr>
              <a:defRPr/>
            </a:lvl1pPr>
          </a:lstStyle>
          <a:p>
            <a:r>
              <a:rPr lang="en-GB" noProof="0"/>
              <a:t>Click to add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500399" y="1943100"/>
            <a:ext cx="11189951" cy="3690257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GB" noProof="0"/>
              <a:t>Click to add text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9436AB1-5F87-45A0-A4D3-ACB62D87C9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Insert presentation title via Header &amp; Footer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DEC2C57-2A89-4D06-932E-353E043E7C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3A204BC-C5BA-4EF4-ABC8-D45123A0C528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7" name="Date Placeholder 6" hidden="1">
            <a:extLst>
              <a:ext uri="{FF2B5EF4-FFF2-40B4-BE49-F238E27FC236}">
                <a16:creationId xmlns:a16="http://schemas.microsoft.com/office/drawing/2014/main" id="{C0878BA1-CFB4-4349-B120-1867D280A4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50773888"/>
      </p:ext>
    </p:extLst>
  </p:cSld>
  <p:clrMapOvr>
    <a:masterClrMapping/>
  </p:clrMapOvr>
</p:sldLayout>
</file>

<file path=ppt/slideLayouts/slideLayout1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nd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00063" y="4308475"/>
            <a:ext cx="10491788" cy="1318735"/>
          </a:xfrm>
        </p:spPr>
        <p:txBody>
          <a:bodyPr/>
          <a:lstStyle>
            <a:lvl1pPr>
              <a:defRPr sz="4000" b="0">
                <a:solidFill>
                  <a:schemeClr val="accent1"/>
                </a:solidFill>
                <a:latin typeface="+mj-lt"/>
              </a:defRPr>
            </a:lvl1pPr>
          </a:lstStyle>
          <a:p>
            <a:r>
              <a:rPr lang="en-GB" noProof="0"/>
              <a:t>Click to add title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A9A96F2B-17B8-409E-AEA9-1195DB57C00A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Insert presentation title via Header &amp; Footer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644E83C0-32E9-43EF-864A-C6C827731210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43A204BC-C5BA-4EF4-ABC8-D45123A0C528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6" name="Date Placeholder 5" hidden="1">
            <a:extLst>
              <a:ext uri="{FF2B5EF4-FFF2-40B4-BE49-F238E27FC236}">
                <a16:creationId xmlns:a16="http://schemas.microsoft.com/office/drawing/2014/main" id="{08F8CACC-6EC3-45E4-B2E4-A9916C3AA0BC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>
            <a:lvl1pPr>
              <a:defRPr>
                <a:noFill/>
              </a:defRPr>
            </a:lvl1pPr>
          </a:lstStyle>
          <a:p>
            <a:endParaRPr lang="en-GB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70C7CED-62BB-4D41-91E8-AED15ACB421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59676" y="6134617"/>
            <a:ext cx="1435438" cy="3206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8648463"/>
      </p:ext>
    </p:extLst>
  </p:cSld>
  <p:clrMapOvr>
    <a:masterClrMapping/>
  </p:clrMapOvr>
</p:sldLayout>
</file>

<file path=ppt/slideLayouts/slideLayout13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nd w. pictur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/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3200" cy="6861600"/>
          </a:xfrm>
        </p:spPr>
        <p:txBody>
          <a:bodyPr tIns="72000" anchor="t" anchorCtr="0"/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1200">
                <a:solidFill>
                  <a:schemeClr val="bg1"/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Click here and insert picture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00063" y="4308474"/>
            <a:ext cx="10491788" cy="1323975"/>
          </a:xfrm>
        </p:spPr>
        <p:txBody>
          <a:bodyPr/>
          <a:lstStyle>
            <a:lvl1pPr>
              <a:defRPr sz="4000" b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GB" noProof="0"/>
              <a:t>Click to add title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A9A96F2B-17B8-409E-AEA9-1195DB57C00A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Insert presentation title via Header &amp; Footer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644E83C0-32E9-43EF-864A-C6C827731210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43A204BC-C5BA-4EF4-ABC8-D45123A0C528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6" name="Date Placeholder 5" hidden="1">
            <a:extLst>
              <a:ext uri="{FF2B5EF4-FFF2-40B4-BE49-F238E27FC236}">
                <a16:creationId xmlns:a16="http://schemas.microsoft.com/office/drawing/2014/main" id="{08F8CACC-6EC3-45E4-B2E4-A9916C3AA0BC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>
            <a:lvl1pPr>
              <a:defRPr>
                <a:noFill/>
              </a:defRPr>
            </a:lvl1pPr>
          </a:lstStyle>
          <a:p>
            <a:endParaRPr lang="en-GB"/>
          </a:p>
        </p:txBody>
      </p:sp>
      <p:sp>
        <p:nvSpPr>
          <p:cNvPr id="8" name="Text Placeholder 12">
            <a:extLst>
              <a:ext uri="{FF2B5EF4-FFF2-40B4-BE49-F238E27FC236}">
                <a16:creationId xmlns:a16="http://schemas.microsoft.com/office/drawing/2014/main" id="{A6CDA879-E7F2-4945-8A09-C6477E28A6A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0252534" y="6134616"/>
            <a:ext cx="1435437" cy="320697"/>
          </a:xfrm>
          <a:blipFill>
            <a:blip r:embed="rId2"/>
            <a:stretch>
              <a:fillRect/>
            </a:stretch>
          </a:blipFill>
        </p:spPr>
        <p:txBody>
          <a:bodyPr/>
          <a:lstStyle>
            <a:lvl1pPr marL="0" indent="0">
              <a:buNone/>
              <a:defRPr sz="100">
                <a:noFill/>
              </a:defRPr>
            </a:lvl1pPr>
          </a:lstStyle>
          <a:p>
            <a:pPr lvl="0"/>
            <a:r>
              <a:rPr lang="en-GB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233532457"/>
      </p:ext>
    </p:extLst>
  </p:cSld>
  <p:clrMapOvr>
    <a:masterClrMapping/>
  </p:clrMapOvr>
</p:sldLayout>
</file>

<file path=ppt/slideLayouts/slideLayout1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User guid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ext Box 3"/>
          <p:cNvSpPr txBox="1">
            <a:spLocks noChangeArrowheads="1"/>
          </p:cNvSpPr>
          <p:nvPr userDrawn="1"/>
        </p:nvSpPr>
        <p:spPr bwMode="auto">
          <a:xfrm>
            <a:off x="4325290" y="1439372"/>
            <a:ext cx="2917403" cy="4867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144000" bIns="0" anchor="t" anchorCtr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ts val="1200"/>
              </a:spcBef>
              <a:spcAft>
                <a:spcPts val="600"/>
              </a:spcAft>
              <a:defRPr/>
            </a:pPr>
            <a:r>
              <a:rPr lang="en-GB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A. Insert corporate picture</a:t>
            </a:r>
            <a:endParaRPr lang="en-GB" altLang="da-DK" sz="900" b="0" noProof="1">
              <a:solidFill>
                <a:schemeClr val="tx1"/>
              </a:solidFill>
              <a:latin typeface="+mn-lt"/>
              <a:cs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GB" altLang="da-DK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1.</a:t>
            </a:r>
            <a:r>
              <a:rPr lang="en-GB" altLang="da-DK" sz="900" b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 Click the </a:t>
            </a:r>
            <a:r>
              <a:rPr lang="en-GB" altLang="da-DK" sz="900" b="1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Brand Central App</a:t>
            </a:r>
            <a:r>
              <a:rPr lang="en-GB" altLang="da-DK" sz="900" b="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 in your PC/Mac icon menu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GB" altLang="da-DK" sz="900" b="1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2. </a:t>
            </a:r>
            <a:r>
              <a:rPr lang="en-GB" altLang="da-DK" sz="900" b="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Chose brand, click </a:t>
            </a:r>
            <a:r>
              <a:rPr lang="en-GB" altLang="da-DK" sz="900" b="1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Images</a:t>
            </a:r>
            <a:r>
              <a:rPr lang="en-GB" altLang="da-DK" sz="900" b="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, </a:t>
            </a:r>
            <a:br>
              <a:rPr lang="en-GB" altLang="da-DK" sz="900" b="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</a:br>
            <a:r>
              <a:rPr lang="en-GB" altLang="da-DK" sz="900" b="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select an </a:t>
            </a:r>
            <a:r>
              <a:rPr lang="en-GB" altLang="da-DK" sz="900" b="1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Images </a:t>
            </a:r>
            <a:r>
              <a:rPr lang="en-GB" altLang="da-DK" sz="900" b="0" i="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and drag it into your slide</a:t>
            </a:r>
            <a:endParaRPr lang="en-GB" altLang="da-DK" sz="900" noProof="1">
              <a:solidFill>
                <a:schemeClr val="tx1"/>
              </a:solidFill>
              <a:latin typeface="+mn-lt"/>
              <a:cs typeface="Arial" panose="020B0604020202020204" pitchFamily="34" charset="0"/>
            </a:endParaRPr>
          </a:p>
          <a:p>
            <a:pPr eaLnBrk="1" hangingPunct="1">
              <a:spcBef>
                <a:spcPts val="1200"/>
              </a:spcBef>
              <a:spcAft>
                <a:spcPts val="600"/>
              </a:spcAft>
              <a:defRPr/>
            </a:pPr>
            <a:r>
              <a:rPr lang="en-GB" altLang="da-DK" sz="900" b="1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B. Browse for other pictures</a:t>
            </a:r>
          </a:p>
          <a:p>
            <a:pPr eaLnBrk="1" hangingPunct="1">
              <a:spcAft>
                <a:spcPts val="600"/>
              </a:spcAft>
              <a:defRPr/>
            </a:pPr>
            <a:r>
              <a:rPr lang="en-GB" altLang="da-DK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1. </a:t>
            </a:r>
            <a:r>
              <a:rPr lang="en-GB" altLang="da-DK" sz="900" b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Click</a:t>
            </a:r>
            <a:r>
              <a:rPr lang="en-GB" altLang="da-DK" sz="900" b="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 on </a:t>
            </a:r>
            <a:r>
              <a:rPr lang="en-GB" altLang="da-DK" sz="900" b="1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Image Tools </a:t>
            </a:r>
            <a:r>
              <a:rPr lang="en-GB" altLang="da-DK" sz="900" b="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under company tab </a:t>
            </a:r>
          </a:p>
          <a:p>
            <a:pPr eaLnBrk="1" hangingPunct="1">
              <a:spcAft>
                <a:spcPts val="600"/>
              </a:spcAft>
              <a:defRPr/>
            </a:pPr>
            <a:r>
              <a:rPr lang="en-GB" altLang="da-DK" sz="900" b="1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2. </a:t>
            </a:r>
            <a:r>
              <a:rPr lang="en-GB" altLang="da-DK" sz="900" b="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Click on </a:t>
            </a:r>
            <a:r>
              <a:rPr lang="en-GB" altLang="da-DK" sz="900" b="1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Insert</a:t>
            </a:r>
            <a:r>
              <a:rPr lang="en-GB" altLang="da-DK" sz="900" b="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 to browse for </a:t>
            </a:r>
            <a:br>
              <a:rPr lang="en-GB" altLang="da-DK" sz="900" b="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</a:br>
            <a:r>
              <a:rPr lang="en-GB" altLang="da-DK" sz="900" b="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a picture</a:t>
            </a:r>
            <a:endParaRPr lang="en-GB" altLang="da-DK" sz="900" noProof="1">
              <a:solidFill>
                <a:schemeClr val="tx1"/>
              </a:solidFill>
              <a:latin typeface="+mn-lt"/>
              <a:cs typeface="Arial" panose="020B0604020202020204" pitchFamily="34" charset="0"/>
            </a:endParaRPr>
          </a:p>
          <a:p>
            <a:pPr eaLnBrk="1" hangingPunct="1">
              <a:spcBef>
                <a:spcPts val="1200"/>
              </a:spcBef>
              <a:spcAft>
                <a:spcPts val="600"/>
              </a:spcAft>
              <a:defRPr/>
            </a:pPr>
            <a:r>
              <a:rPr lang="en-GB" sz="900" b="1">
                <a:solidFill>
                  <a:srgbClr val="000000"/>
                </a:solidFill>
                <a:latin typeface="+mn-lt"/>
                <a:ea typeface="Times New Roman" panose="02020603050405020304" pitchFamily="18" charset="0"/>
              </a:rPr>
              <a:t>C. </a:t>
            </a:r>
            <a:r>
              <a:rPr lang="en-GB" sz="900" b="1" noProof="0">
                <a:solidFill>
                  <a:srgbClr val="000000"/>
                </a:solidFill>
                <a:latin typeface="+mn-lt"/>
                <a:ea typeface="Times New Roman" panose="02020603050405020304" pitchFamily="18" charset="0"/>
              </a:rPr>
              <a:t>Insert copied picture</a:t>
            </a:r>
            <a:endParaRPr lang="en-GB" altLang="da-DK" sz="900" noProof="0">
              <a:solidFill>
                <a:schemeClr val="tx1"/>
              </a:solidFill>
              <a:latin typeface="+mn-lt"/>
              <a:cs typeface="Arial" panose="020B0604020202020204" pitchFamily="34" charset="0"/>
            </a:endParaRPr>
          </a:p>
          <a:p>
            <a:pPr eaLnBrk="1" hangingPunct="1">
              <a:spcAft>
                <a:spcPts val="600"/>
              </a:spcAft>
              <a:defRPr/>
            </a:pPr>
            <a:r>
              <a:rPr lang="en-GB" altLang="da-DK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1. </a:t>
            </a:r>
            <a:r>
              <a:rPr lang="en-GB" altLang="da-DK" sz="900" b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Click</a:t>
            </a:r>
            <a:r>
              <a:rPr lang="en-GB" altLang="da-DK" sz="900" b="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 on </a:t>
            </a:r>
            <a:r>
              <a:rPr lang="en-GB" altLang="da-DK" sz="900" b="1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Image Tools </a:t>
            </a:r>
            <a:r>
              <a:rPr lang="en-GB" altLang="da-DK" sz="900" b="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under company tab </a:t>
            </a:r>
          </a:p>
          <a:p>
            <a:pPr eaLnBrk="1" hangingPunct="1">
              <a:spcAft>
                <a:spcPts val="600"/>
              </a:spcAft>
              <a:defRPr/>
            </a:pPr>
            <a:r>
              <a:rPr lang="en-GB" altLang="da-DK" sz="900" b="1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2. </a:t>
            </a:r>
            <a:r>
              <a:rPr lang="en-GB" altLang="da-DK" sz="900" b="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Click on </a:t>
            </a:r>
            <a:r>
              <a:rPr lang="en-GB" altLang="da-DK" sz="900" b="1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paste</a:t>
            </a:r>
            <a:r>
              <a:rPr lang="en-GB" altLang="da-DK" sz="900" b="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 to browse for a picture</a:t>
            </a:r>
          </a:p>
          <a:p>
            <a:pPr eaLnBrk="1" hangingPunct="1">
              <a:spcBef>
                <a:spcPts val="1000"/>
              </a:spcBef>
              <a:spcAft>
                <a:spcPts val="600"/>
              </a:spcAft>
              <a:defRPr/>
            </a:pPr>
            <a:r>
              <a:rPr lang="en-GB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Guides</a:t>
            </a:r>
          </a:p>
          <a:p>
            <a:pPr eaLnBrk="1" hangingPunct="1">
              <a:spcAft>
                <a:spcPts val="600"/>
              </a:spcAft>
              <a:defRPr/>
            </a:pPr>
            <a:r>
              <a:rPr lang="en-GB" altLang="da-DK" sz="900" b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To view drawing guides</a:t>
            </a:r>
          </a:p>
          <a:p>
            <a:pPr eaLnBrk="1" hangingPunct="1">
              <a:spcAft>
                <a:spcPts val="600"/>
              </a:spcAft>
              <a:defRPr/>
            </a:pPr>
            <a:r>
              <a:rPr lang="en-GB" altLang="da-DK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1. </a:t>
            </a:r>
            <a:r>
              <a:rPr lang="en-GB" altLang="da-DK" sz="900" b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Click the </a:t>
            </a:r>
            <a:r>
              <a:rPr lang="en-GB" altLang="da-DK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View</a:t>
            </a:r>
            <a:r>
              <a:rPr lang="en-GB" altLang="da-DK" sz="900" b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 tab, set tick mark next to </a:t>
            </a:r>
            <a:r>
              <a:rPr lang="en-GB" altLang="da-DK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Guides</a:t>
            </a:r>
            <a:endParaRPr lang="en-GB" altLang="da-DK" sz="900" b="0" noProof="1">
              <a:solidFill>
                <a:schemeClr val="tx1"/>
              </a:solidFill>
              <a:latin typeface="+mn-lt"/>
              <a:cs typeface="Arial" panose="020B0604020202020204" pitchFamily="34" charset="0"/>
            </a:endParaRPr>
          </a:p>
          <a:p>
            <a:pPr eaLnBrk="1" hangingPunct="1">
              <a:spcAft>
                <a:spcPts val="600"/>
              </a:spcAft>
              <a:defRPr/>
            </a:pPr>
            <a:r>
              <a:rPr lang="en-GB" altLang="da-DK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Hint: Alt + F9 </a:t>
            </a:r>
            <a:r>
              <a:rPr lang="en-GB" altLang="da-DK" sz="900" b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for quick viewing of guides</a:t>
            </a:r>
          </a:p>
          <a:p>
            <a:pPr fontAlgn="auto">
              <a:spcBef>
                <a:spcPts val="1200"/>
              </a:spcBef>
              <a:spcAft>
                <a:spcPts val="600"/>
              </a:spcAft>
              <a:buFont typeface="+mj-lt"/>
              <a:buNone/>
              <a:defRPr/>
            </a:pPr>
            <a:r>
              <a:rPr lang="en-GB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Reset slide</a:t>
            </a: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+mj-lt"/>
              <a:buNone/>
              <a:tabLst/>
              <a:defRPr/>
            </a:pPr>
            <a:r>
              <a:rPr lang="en-GB" altLang="da-DK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1.</a:t>
            </a:r>
            <a:r>
              <a:rPr lang="en-GB" altLang="da-DK" sz="90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 Click the </a:t>
            </a:r>
            <a:r>
              <a:rPr lang="en-GB" altLang="da-DK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Home </a:t>
            </a:r>
            <a:r>
              <a:rPr lang="en-GB" altLang="da-DK" sz="900" b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tab</a:t>
            </a:r>
            <a:endParaRPr lang="en-GB" altLang="da-DK" sz="900" b="0" strike="sngStrike" noProof="1">
              <a:solidFill>
                <a:schemeClr val="tx1"/>
              </a:solidFill>
              <a:latin typeface="+mn-lt"/>
              <a:cs typeface="Arial" panose="020B0604020202020204" pitchFamily="34" charset="0"/>
            </a:endParaRP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+mj-lt"/>
              <a:buNone/>
              <a:tabLst/>
              <a:defRPr/>
            </a:pPr>
            <a:r>
              <a:rPr lang="en-GB" altLang="da-DK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2.</a:t>
            </a:r>
            <a:r>
              <a:rPr lang="en-GB" altLang="da-DK" sz="90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 Click the </a:t>
            </a:r>
            <a:r>
              <a:rPr lang="en-GB" altLang="da-DK" sz="900" b="1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Reset </a:t>
            </a:r>
            <a:r>
              <a:rPr lang="en-GB" altLang="da-DK" sz="90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menu to reset position,</a:t>
            </a:r>
            <a:br>
              <a:rPr lang="en-GB" altLang="da-DK" sz="90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</a:br>
            <a:r>
              <a:rPr lang="en-GB" altLang="da-DK" sz="90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size</a:t>
            </a:r>
            <a:r>
              <a:rPr lang="en-GB" altLang="da-DK" sz="90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 and formatting of the slide placeholders</a:t>
            </a:r>
            <a:br>
              <a:rPr lang="en-GB" altLang="da-DK" sz="90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</a:br>
            <a:r>
              <a:rPr lang="en-GB" altLang="da-DK" sz="90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to their default settings</a:t>
            </a:r>
            <a:endParaRPr lang="en-GB" sz="900" noProof="1">
              <a:solidFill>
                <a:schemeClr val="tx1"/>
              </a:solidFill>
              <a:latin typeface="+mn-lt"/>
              <a:cs typeface="Arial" panose="020B0604020202020204" pitchFamily="34" charset="0"/>
            </a:endParaRPr>
          </a:p>
          <a:p>
            <a:pPr eaLnBrk="1" hangingPunct="1">
              <a:spcAft>
                <a:spcPts val="600"/>
              </a:spcAft>
              <a:defRPr/>
            </a:pPr>
            <a:endParaRPr lang="en-GB" altLang="da-DK" sz="900" b="1" noProof="1">
              <a:solidFill>
                <a:schemeClr val="tx1"/>
              </a:solidFill>
              <a:latin typeface="+mn-lt"/>
              <a:cs typeface="Arial" panose="020B0604020202020204" pitchFamily="34" charset="0"/>
            </a:endParaRPr>
          </a:p>
        </p:txBody>
      </p:sp>
      <p:sp>
        <p:nvSpPr>
          <p:cNvPr id="9" name="Header"/>
          <p:cNvSpPr txBox="1"/>
          <p:nvPr userDrawn="1"/>
        </p:nvSpPr>
        <p:spPr>
          <a:xfrm>
            <a:off x="481014" y="464888"/>
            <a:ext cx="11072810" cy="629149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r>
              <a:rPr kumimoji="0" lang="en-GB" sz="3200" b="0" i="0" u="none" strike="noStrike" kern="1200" cap="none" spc="0" normalizeH="0" baseline="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+mj-lt"/>
                <a:ea typeface="+mj-ea"/>
                <a:cs typeface="Arial" panose="020B0604020202020204" pitchFamily="34" charset="0"/>
              </a:rPr>
              <a:t>User guide – delete before use</a:t>
            </a:r>
            <a:endParaRPr lang="en-GB" sz="1800" noProof="0">
              <a:solidFill>
                <a:schemeClr val="accent1"/>
              </a:solidFill>
              <a:latin typeface="+mj-lt"/>
            </a:endParaRPr>
          </a:p>
        </p:txBody>
      </p:sp>
      <p:sp>
        <p:nvSpPr>
          <p:cNvPr id="29" name="Text Box 2"/>
          <p:cNvSpPr txBox="1">
            <a:spLocks noChangeArrowheads="1"/>
          </p:cNvSpPr>
          <p:nvPr userDrawn="1"/>
        </p:nvSpPr>
        <p:spPr bwMode="auto">
          <a:xfrm>
            <a:off x="507139" y="1439372"/>
            <a:ext cx="2412000" cy="42780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144000" bIns="0" anchor="t" anchorCtr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Aft>
                <a:spcPts val="600"/>
              </a:spcAft>
              <a:defRPr/>
            </a:pPr>
            <a:r>
              <a:rPr lang="en-GB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Use text</a:t>
            </a:r>
            <a:r>
              <a:rPr lang="en-GB" sz="900" b="1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 styles</a:t>
            </a:r>
            <a:endParaRPr lang="en-GB" sz="900" b="1" noProof="1">
              <a:solidFill>
                <a:schemeClr val="tx1"/>
              </a:solidFill>
              <a:latin typeface="+mn-lt"/>
              <a:cs typeface="Arial" panose="020B0604020202020204" pitchFamily="34" charset="0"/>
            </a:endParaRPr>
          </a:p>
          <a:p>
            <a:pPr eaLnBrk="1" hangingPunct="1">
              <a:spcAft>
                <a:spcPts val="600"/>
              </a:spcAft>
              <a:defRPr/>
            </a:pPr>
            <a:r>
              <a:rPr lang="en-GB" altLang="da-DK" sz="900" b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Use the </a:t>
            </a:r>
            <a:r>
              <a:rPr lang="en-GB" altLang="da-DK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TAB</a:t>
            </a:r>
            <a:r>
              <a:rPr lang="en-GB" altLang="da-DK" sz="900" b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-key</a:t>
            </a:r>
            <a:r>
              <a:rPr lang="en-GB" altLang="da-DK" sz="900" b="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 to jump through levels. Click </a:t>
            </a:r>
            <a:r>
              <a:rPr lang="en-GB" altLang="da-DK" sz="900" b="1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ENTER</a:t>
            </a:r>
            <a:r>
              <a:rPr lang="en-GB" altLang="da-DK" sz="900" b="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, then </a:t>
            </a:r>
            <a:r>
              <a:rPr lang="en-GB" altLang="da-DK" sz="900" b="1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TAB</a:t>
            </a:r>
            <a:r>
              <a:rPr lang="en-GB" altLang="da-DK" sz="900" b="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 to switch from one level to the next level</a:t>
            </a:r>
          </a:p>
          <a:p>
            <a:pPr eaLnBrk="1" hangingPunct="1">
              <a:spcAft>
                <a:spcPts val="600"/>
              </a:spcAft>
              <a:defRPr/>
            </a:pPr>
            <a:r>
              <a:rPr lang="en-GB" altLang="da-DK" sz="900" b="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To go back in levels use </a:t>
            </a:r>
            <a:r>
              <a:rPr lang="en-GB" altLang="da-DK" sz="900" b="1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SHIFT-TAB</a:t>
            </a:r>
            <a:endParaRPr lang="en-GB" sz="900" b="1" noProof="1">
              <a:solidFill>
                <a:schemeClr val="tx1"/>
              </a:solidFill>
              <a:latin typeface="+mn-lt"/>
              <a:cs typeface="Arial" panose="020B0604020202020204" pitchFamily="34" charset="0"/>
            </a:endParaRPr>
          </a:p>
          <a:p>
            <a:pPr eaLnBrk="1" hangingPunct="1">
              <a:spcAft>
                <a:spcPts val="600"/>
              </a:spcAft>
              <a:defRPr/>
            </a:pPr>
            <a:r>
              <a:rPr lang="en-GB" sz="90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Alternatively, </a:t>
            </a:r>
            <a:r>
              <a:rPr lang="en-GB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Increase</a:t>
            </a:r>
            <a:r>
              <a:rPr lang="en-GB" sz="90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 and </a:t>
            </a:r>
            <a:r>
              <a:rPr lang="en-GB" sz="900" b="1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Decrease</a:t>
            </a:r>
            <a:br>
              <a:rPr lang="en-GB" sz="900" b="1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</a:br>
            <a:r>
              <a:rPr lang="en-GB" sz="90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list level can be used</a:t>
            </a:r>
          </a:p>
          <a:p>
            <a:pPr eaLnBrk="1" hangingPunct="1">
              <a:spcAft>
                <a:spcPts val="600"/>
              </a:spcAft>
              <a:defRPr/>
            </a:pPr>
            <a:endParaRPr lang="en-GB" sz="900" baseline="0" noProof="1">
              <a:solidFill>
                <a:schemeClr val="tx1"/>
              </a:solidFill>
              <a:latin typeface="+mn-lt"/>
              <a:cs typeface="Arial" panose="020B0604020202020204" pitchFamily="34" charset="0"/>
            </a:endParaRPr>
          </a:p>
          <a:p>
            <a:pPr eaLnBrk="1" hangingPunct="1">
              <a:spcAft>
                <a:spcPts val="600"/>
              </a:spcAft>
              <a:defRPr/>
            </a:pPr>
            <a:r>
              <a:rPr lang="en-GB" altLang="da-DK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Hint: </a:t>
            </a:r>
            <a:r>
              <a:rPr lang="en-GB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Use bullet button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GB" altLang="da-DK" sz="900" b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Delete bullet for regular text.</a:t>
            </a:r>
            <a:br>
              <a:rPr lang="en-GB" altLang="da-DK" sz="900" b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</a:br>
            <a:r>
              <a:rPr lang="en-GB" altLang="da-DK" sz="900" b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Click on the bullet button to reaply the correct bullet again.</a:t>
            </a:r>
          </a:p>
          <a:p>
            <a:pPr eaLnBrk="1" hangingPunct="1">
              <a:spcBef>
                <a:spcPts val="1200"/>
              </a:spcBef>
              <a:spcAft>
                <a:spcPts val="600"/>
              </a:spcAft>
              <a:defRPr/>
            </a:pPr>
            <a:r>
              <a:rPr lang="en-GB" sz="900" b="1" noProof="0">
                <a:solidFill>
                  <a:srgbClr val="000000"/>
                </a:solidFill>
                <a:latin typeface="+mn-lt"/>
                <a:ea typeface="Times New Roman" panose="02020603050405020304" pitchFamily="18" charset="0"/>
              </a:rPr>
              <a:t>Insert</a:t>
            </a:r>
            <a:r>
              <a:rPr lang="en-GB" sz="900" b="1">
                <a:solidFill>
                  <a:srgbClr val="000000"/>
                </a:solidFill>
                <a:latin typeface="+mn-lt"/>
                <a:ea typeface="Times New Roman" panose="02020603050405020304" pitchFamily="18" charset="0"/>
              </a:rPr>
              <a:t> a New Slide</a:t>
            </a:r>
            <a:endParaRPr lang="en-GB" sz="900" b="1" noProof="1">
              <a:solidFill>
                <a:schemeClr val="tx1"/>
              </a:solidFill>
              <a:latin typeface="+mn-lt"/>
              <a:cs typeface="Arial" panose="020B0604020202020204" pitchFamily="34" charset="0"/>
            </a:endParaRPr>
          </a:p>
          <a:p>
            <a:pPr eaLnBrk="1" hangingPunct="1">
              <a:spcAft>
                <a:spcPts val="600"/>
              </a:spcAft>
              <a:defRPr/>
            </a:pPr>
            <a:r>
              <a:rPr lang="en-GB" altLang="da-DK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1. </a:t>
            </a:r>
            <a:r>
              <a:rPr lang="en-GB" altLang="da-DK" sz="90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Click on the </a:t>
            </a:r>
            <a:r>
              <a:rPr lang="en-GB" altLang="da-DK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Home </a:t>
            </a:r>
            <a:r>
              <a:rPr lang="en-GB" altLang="da-DK" sz="900" b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tab</a:t>
            </a:r>
            <a:endParaRPr lang="en-GB" altLang="da-DK" sz="900" b="0" strike="sngStrike" noProof="1">
              <a:solidFill>
                <a:schemeClr val="tx1"/>
              </a:solidFill>
              <a:latin typeface="+mn-lt"/>
              <a:cs typeface="Arial" panose="020B0604020202020204" pitchFamily="34" charset="0"/>
            </a:endParaRPr>
          </a:p>
          <a:p>
            <a:pPr eaLnBrk="1" hangingPunct="1">
              <a:spcAft>
                <a:spcPts val="600"/>
              </a:spcAft>
              <a:defRPr/>
            </a:pPr>
            <a:r>
              <a:rPr lang="en-GB" altLang="da-DK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2. </a:t>
            </a:r>
            <a:r>
              <a:rPr lang="en-GB" altLang="da-DK" sz="90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Click on the </a:t>
            </a:r>
            <a:r>
              <a:rPr lang="en-GB" altLang="da-DK" sz="900" b="1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New Slide </a:t>
            </a:r>
            <a:r>
              <a:rPr lang="en-GB" altLang="da-DK" sz="90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to insert </a:t>
            </a:r>
            <a:br>
              <a:rPr lang="en-GB" altLang="da-DK" sz="90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</a:br>
            <a:r>
              <a:rPr lang="en-GB" altLang="da-DK" sz="90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new slide</a:t>
            </a:r>
          </a:p>
          <a:p>
            <a:pPr eaLnBrk="1" hangingPunct="1">
              <a:spcBef>
                <a:spcPts val="1200"/>
              </a:spcBef>
              <a:spcAft>
                <a:spcPts val="600"/>
              </a:spcAft>
              <a:defRPr/>
            </a:pPr>
            <a:r>
              <a:rPr lang="en-GB" sz="900" b="1">
                <a:solidFill>
                  <a:srgbClr val="000000"/>
                </a:solidFill>
                <a:latin typeface="+mn-lt"/>
                <a:ea typeface="Times New Roman" panose="02020603050405020304" pitchFamily="18" charset="0"/>
              </a:rPr>
              <a:t>Change Slide Layout</a:t>
            </a:r>
            <a:endParaRPr lang="en-GB" altLang="da-DK" sz="900" noProof="1">
              <a:solidFill>
                <a:schemeClr val="tx1"/>
              </a:solidFill>
              <a:latin typeface="+mn-lt"/>
              <a:cs typeface="Arial" panose="020B0604020202020204" pitchFamily="34" charset="0"/>
            </a:endParaRPr>
          </a:p>
          <a:p>
            <a:pPr marL="0" indent="0">
              <a:spcAft>
                <a:spcPts val="600"/>
              </a:spcAft>
              <a:buFont typeface="+mj-lt"/>
              <a:buNone/>
            </a:pPr>
            <a:r>
              <a:rPr lang="en-GB" sz="900" b="1">
                <a:solidFill>
                  <a:srgbClr val="000000"/>
                </a:solidFill>
                <a:latin typeface="+mn-lt"/>
                <a:ea typeface="Times New Roman" panose="02020603050405020304" pitchFamily="18" charset="0"/>
              </a:rPr>
              <a:t>1</a:t>
            </a:r>
            <a:r>
              <a:rPr lang="en-GB" sz="900" b="1" noProof="0">
                <a:solidFill>
                  <a:srgbClr val="000000"/>
                </a:solidFill>
                <a:latin typeface="+mn-lt"/>
                <a:ea typeface="Times New Roman" panose="02020603050405020304" pitchFamily="18" charset="0"/>
              </a:rPr>
              <a:t>. </a:t>
            </a:r>
            <a:r>
              <a:rPr lang="en-GB" sz="900" noProof="0">
                <a:solidFill>
                  <a:srgbClr val="000000"/>
                </a:solidFill>
                <a:latin typeface="+mn-lt"/>
                <a:ea typeface="Times New Roman" panose="02020603050405020304" pitchFamily="18" charset="0"/>
              </a:rPr>
              <a:t>Click on the arrow next to </a:t>
            </a:r>
            <a:r>
              <a:rPr lang="en-GB" sz="900" b="1" noProof="0">
                <a:solidFill>
                  <a:srgbClr val="000000"/>
                </a:solidFill>
                <a:latin typeface="+mn-lt"/>
                <a:ea typeface="Times New Roman" panose="02020603050405020304" pitchFamily="18" charset="0"/>
              </a:rPr>
              <a:t>Layout</a:t>
            </a:r>
            <a:br>
              <a:rPr lang="en-GB" sz="900" b="1" noProof="0">
                <a:solidFill>
                  <a:srgbClr val="000000"/>
                </a:solidFill>
                <a:latin typeface="+mn-lt"/>
                <a:ea typeface="Times New Roman" panose="02020603050405020304" pitchFamily="18" charset="0"/>
              </a:rPr>
            </a:br>
            <a:r>
              <a:rPr lang="en-GB" sz="900" noProof="0">
                <a:solidFill>
                  <a:srgbClr val="000000"/>
                </a:solidFill>
                <a:latin typeface="+mn-lt"/>
                <a:ea typeface="Times New Roman" panose="02020603050405020304" pitchFamily="18" charset="0"/>
              </a:rPr>
              <a:t>to view a dropdown menu of possible  layouts</a:t>
            </a:r>
            <a:endParaRPr lang="en-GB" sz="900" noProof="0">
              <a:latin typeface="+mn-lt"/>
              <a:ea typeface="Times New Roman" panose="02020603050405020304" pitchFamily="18" charset="0"/>
            </a:endParaRPr>
          </a:p>
          <a:p>
            <a:pPr marL="0" indent="0">
              <a:spcAft>
                <a:spcPts val="0"/>
              </a:spcAft>
              <a:buFont typeface="+mj-lt"/>
              <a:buNone/>
            </a:pPr>
            <a:r>
              <a:rPr lang="en-GB" sz="900" b="1" noProof="0">
                <a:solidFill>
                  <a:srgbClr val="000000"/>
                </a:solidFill>
                <a:latin typeface="+mn-lt"/>
                <a:ea typeface="Times New Roman" panose="02020603050405020304" pitchFamily="18" charset="0"/>
              </a:rPr>
              <a:t>2. </a:t>
            </a:r>
            <a:r>
              <a:rPr lang="en-GB" sz="900" noProof="0">
                <a:solidFill>
                  <a:srgbClr val="000000"/>
                </a:solidFill>
                <a:latin typeface="+mn-lt"/>
                <a:ea typeface="Times New Roman" panose="02020603050405020304" pitchFamily="18" charset="0"/>
              </a:rPr>
              <a:t>Click on the layout you prefer and it</a:t>
            </a:r>
            <a:br>
              <a:rPr lang="en-GB" sz="900" noProof="0">
                <a:solidFill>
                  <a:srgbClr val="000000"/>
                </a:solidFill>
                <a:latin typeface="+mn-lt"/>
                <a:ea typeface="Times New Roman" panose="02020603050405020304" pitchFamily="18" charset="0"/>
              </a:rPr>
            </a:br>
            <a:r>
              <a:rPr lang="en-GB" sz="900" noProof="0">
                <a:solidFill>
                  <a:srgbClr val="000000"/>
                </a:solidFill>
                <a:latin typeface="+mn-lt"/>
                <a:ea typeface="Times New Roman" panose="02020603050405020304" pitchFamily="18" charset="0"/>
              </a:rPr>
              <a:t>will be applied to the new slide</a:t>
            </a:r>
          </a:p>
        </p:txBody>
      </p:sp>
      <p:sp>
        <p:nvSpPr>
          <p:cNvPr id="25" name="Text Box 4"/>
          <p:cNvSpPr txBox="1">
            <a:spLocks noChangeArrowheads="1"/>
          </p:cNvSpPr>
          <p:nvPr userDrawn="1"/>
        </p:nvSpPr>
        <p:spPr bwMode="auto">
          <a:xfrm>
            <a:off x="8849935" y="1439372"/>
            <a:ext cx="2412000" cy="43755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144000" bIns="0" anchor="t" anchorCtr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Aft>
                <a:spcPts val="600"/>
              </a:spcAft>
              <a:defRPr/>
            </a:pPr>
            <a:r>
              <a:rPr lang="en-GB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Insert picture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GB" altLang="da-DK" sz="900" b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On slides with picture placeholder or any other placeholder, click on the placeholder.</a:t>
            </a:r>
            <a:br>
              <a:rPr lang="en-GB" altLang="da-DK" sz="900" b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</a:br>
            <a:r>
              <a:rPr lang="en-GB" altLang="da-DK" sz="900" b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Hint: hold down the Shift button and click on the placeholder</a:t>
            </a:r>
            <a:endParaRPr lang="en-GB" altLang="da-DK" sz="900" noProof="1">
              <a:solidFill>
                <a:schemeClr val="tx1"/>
              </a:solidFill>
              <a:latin typeface="+mn-lt"/>
              <a:cs typeface="Arial" panose="020B0604020202020204" pitchFamily="34" charset="0"/>
            </a:endParaRPr>
          </a:p>
          <a:p>
            <a:pPr eaLnBrk="1" hangingPunct="1">
              <a:spcBef>
                <a:spcPts val="1200"/>
              </a:spcBef>
              <a:spcAft>
                <a:spcPts val="600"/>
              </a:spcAft>
              <a:defRPr/>
            </a:pPr>
            <a:r>
              <a:rPr lang="en-GB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Change picture</a:t>
            </a:r>
          </a:p>
          <a:p>
            <a:pPr eaLnBrk="1" hangingPunct="1">
              <a:spcAft>
                <a:spcPts val="600"/>
              </a:spcAft>
              <a:defRPr/>
            </a:pPr>
            <a:r>
              <a:rPr lang="en-GB" altLang="da-DK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1. </a:t>
            </a:r>
            <a:r>
              <a:rPr lang="en-GB" altLang="da-DK" sz="900" b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Click </a:t>
            </a:r>
            <a:r>
              <a:rPr lang="en-GB" altLang="da-DK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Crop</a:t>
            </a:r>
            <a:r>
              <a:rPr lang="en-GB" altLang="da-DK" sz="900" b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 to change size or focus of the picture</a:t>
            </a:r>
          </a:p>
          <a:p>
            <a:pPr eaLnBrk="1" hangingPunct="1">
              <a:spcAft>
                <a:spcPts val="600"/>
              </a:spcAft>
              <a:defRPr/>
            </a:pPr>
            <a:r>
              <a:rPr lang="en-GB" altLang="da-DK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2. </a:t>
            </a:r>
            <a:r>
              <a:rPr lang="en-GB" altLang="da-DK" sz="900" b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If you want to scale the picture, hold </a:t>
            </a:r>
            <a:r>
              <a:rPr lang="en-GB" altLang="da-DK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SHIFT</a:t>
            </a:r>
            <a:r>
              <a:rPr lang="en-GB" altLang="da-DK" sz="900" b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-key down while dragging the corners of the picture</a:t>
            </a:r>
          </a:p>
          <a:p>
            <a:pPr eaLnBrk="1" hangingPunct="1">
              <a:spcAft>
                <a:spcPts val="600"/>
              </a:spcAft>
              <a:defRPr/>
            </a:pPr>
            <a:r>
              <a:rPr lang="en-GB" altLang="da-DK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Hint: </a:t>
            </a:r>
            <a:r>
              <a:rPr lang="en-GB" altLang="da-DK" sz="900" b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If you delete the picture and insert a new one, the picture may lie in front of the text or graphic.</a:t>
            </a:r>
            <a:br>
              <a:rPr lang="en-GB" altLang="da-DK" sz="900" b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</a:br>
            <a:r>
              <a:rPr lang="en-GB" altLang="da-DK" sz="900" b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If this happens, select the picture, right-click and choose </a:t>
            </a:r>
            <a:r>
              <a:rPr lang="en-GB" altLang="da-DK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Send to Back</a:t>
            </a:r>
            <a:endParaRPr lang="en-GB" sz="900" b="1" noProof="1">
              <a:solidFill>
                <a:schemeClr val="tx1"/>
              </a:solidFill>
              <a:latin typeface="+mn-lt"/>
              <a:cs typeface="Arial" panose="020B0604020202020204" pitchFamily="34" charset="0"/>
            </a:endParaRPr>
          </a:p>
          <a:p>
            <a:pPr eaLnBrk="1" hangingPunct="1">
              <a:spcBef>
                <a:spcPts val="1000"/>
              </a:spcBef>
              <a:spcAft>
                <a:spcPts val="600"/>
              </a:spcAft>
              <a:defRPr/>
            </a:pPr>
            <a:r>
              <a:rPr lang="en-GB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Change slide number, date and footer</a:t>
            </a:r>
          </a:p>
          <a:p>
            <a:pPr eaLnBrk="1" hangingPunct="1">
              <a:spcAft>
                <a:spcPts val="600"/>
              </a:spcAft>
              <a:defRPr/>
            </a:pPr>
            <a:r>
              <a:rPr lang="en-GB" altLang="da-DK" sz="900" b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Do this at the very end, so you get all the corrections on all slides</a:t>
            </a:r>
          </a:p>
          <a:p>
            <a:pPr eaLnBrk="1" hangingPunct="1">
              <a:spcAft>
                <a:spcPts val="600"/>
              </a:spcAft>
              <a:defRPr/>
            </a:pPr>
            <a:r>
              <a:rPr lang="en-GB" altLang="da-DK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1. </a:t>
            </a:r>
            <a:r>
              <a:rPr lang="en-GB" altLang="da-DK" sz="900" b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Click the </a:t>
            </a:r>
            <a:r>
              <a:rPr lang="en-GB" altLang="da-DK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Insert </a:t>
            </a:r>
            <a:r>
              <a:rPr lang="en-GB" altLang="da-DK" sz="900" b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tab</a:t>
            </a:r>
          </a:p>
          <a:p>
            <a:pPr eaLnBrk="1" hangingPunct="1">
              <a:spcAft>
                <a:spcPts val="600"/>
              </a:spcAft>
              <a:defRPr/>
            </a:pPr>
            <a:r>
              <a:rPr lang="en-GB" altLang="da-DK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2. </a:t>
            </a:r>
            <a:r>
              <a:rPr lang="en-GB" altLang="da-DK" sz="900" b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Click on </a:t>
            </a:r>
            <a:r>
              <a:rPr lang="en-GB" altLang="da-DK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Header and Footer </a:t>
            </a:r>
            <a:br>
              <a:rPr lang="en-GB" altLang="da-DK" sz="900" b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</a:br>
            <a:r>
              <a:rPr lang="en-GB" altLang="da-DK" sz="900" b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(write the desired text)</a:t>
            </a:r>
          </a:p>
          <a:p>
            <a:pPr eaLnBrk="1" hangingPunct="1">
              <a:spcAft>
                <a:spcPts val="600"/>
              </a:spcAft>
              <a:defRPr/>
            </a:pPr>
            <a:r>
              <a:rPr lang="en-GB" altLang="da-DK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3. </a:t>
            </a:r>
            <a:r>
              <a:rPr lang="en-GB" altLang="da-DK" sz="900" b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Click </a:t>
            </a:r>
            <a:r>
              <a:rPr lang="en-GB" altLang="da-DK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Apply to All </a:t>
            </a:r>
            <a:r>
              <a:rPr lang="en-GB" altLang="da-DK" sz="900" b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or </a:t>
            </a:r>
            <a:r>
              <a:rPr lang="en-GB" altLang="da-DK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Apply</a:t>
            </a:r>
            <a:r>
              <a:rPr lang="en-GB" altLang="da-DK" sz="900" b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 if </a:t>
            </a:r>
            <a:br>
              <a:rPr lang="en-GB" altLang="da-DK" sz="900" b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</a:br>
            <a:r>
              <a:rPr lang="en-GB" altLang="da-DK" sz="900" b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only used on one slide</a:t>
            </a:r>
          </a:p>
        </p:txBody>
      </p:sp>
      <p:pic>
        <p:nvPicPr>
          <p:cNvPr id="28" name="1 Increase decrease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757291" y="2308484"/>
            <a:ext cx="549328" cy="285228"/>
          </a:xfrm>
          <a:prstGeom prst="rect">
            <a:avLst/>
          </a:prstGeom>
        </p:spPr>
      </p:pic>
      <p:pic>
        <p:nvPicPr>
          <p:cNvPr id="13" name="2 New picture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757291" y="4038223"/>
            <a:ext cx="324764" cy="578237"/>
          </a:xfrm>
          <a:prstGeom prst="rect">
            <a:avLst/>
          </a:prstGeom>
        </p:spPr>
      </p:pic>
      <p:pic>
        <p:nvPicPr>
          <p:cNvPr id="16" name="3 Layout"/>
          <p:cNvPicPr>
            <a:picLocks noChangeAspect="1"/>
          </p:cNvPicPr>
          <p:nvPr userDrawn="1"/>
        </p:nvPicPr>
        <p:blipFill rotWithShape="1">
          <a:blip r:embed="rId4"/>
          <a:srcRect l="36944" r="2272" b="69429"/>
          <a:stretch/>
        </p:blipFill>
        <p:spPr>
          <a:xfrm>
            <a:off x="2757291" y="4861989"/>
            <a:ext cx="593368" cy="192211"/>
          </a:xfrm>
          <a:prstGeom prst="rect">
            <a:avLst/>
          </a:prstGeom>
        </p:spPr>
      </p:pic>
      <p:pic>
        <p:nvPicPr>
          <p:cNvPr id="19" name="4 Reset"/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7116372" y="5282559"/>
            <a:ext cx="492452" cy="200416"/>
          </a:xfrm>
          <a:prstGeom prst="rect">
            <a:avLst/>
          </a:prstGeom>
        </p:spPr>
      </p:pic>
      <p:grpSp>
        <p:nvGrpSpPr>
          <p:cNvPr id="24" name="Gruppe 23">
            <a:extLst>
              <a:ext uri="{FF2B5EF4-FFF2-40B4-BE49-F238E27FC236}">
                <a16:creationId xmlns:a16="http://schemas.microsoft.com/office/drawing/2014/main" id="{48EAA219-FFE7-4387-A385-4D3D0AF728CE}"/>
              </a:ext>
            </a:extLst>
          </p:cNvPr>
          <p:cNvGrpSpPr/>
          <p:nvPr userDrawn="1"/>
        </p:nvGrpSpPr>
        <p:grpSpPr>
          <a:xfrm>
            <a:off x="7028244" y="2583743"/>
            <a:ext cx="740398" cy="734626"/>
            <a:chOff x="6398620" y="3815586"/>
            <a:chExt cx="740398" cy="734626"/>
          </a:xfrm>
        </p:grpSpPr>
        <p:pic>
          <p:nvPicPr>
            <p:cNvPr id="30" name="6 Crop">
              <a:extLst>
                <a:ext uri="{FF2B5EF4-FFF2-40B4-BE49-F238E27FC236}">
                  <a16:creationId xmlns:a16="http://schemas.microsoft.com/office/drawing/2014/main" id="{EC854AD3-9DFC-4A83-BDF0-A7E2B01F9B0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6"/>
            <a:stretch>
              <a:fillRect/>
            </a:stretch>
          </p:blipFill>
          <p:spPr>
            <a:xfrm>
              <a:off x="6398620" y="3815586"/>
              <a:ext cx="337400" cy="321707"/>
            </a:xfrm>
            <a:prstGeom prst="rect">
              <a:avLst/>
            </a:prstGeom>
          </p:spPr>
        </p:pic>
        <p:pic>
          <p:nvPicPr>
            <p:cNvPr id="31" name="Billede 30">
              <a:extLst>
                <a:ext uri="{FF2B5EF4-FFF2-40B4-BE49-F238E27FC236}">
                  <a16:creationId xmlns:a16="http://schemas.microsoft.com/office/drawing/2014/main" id="{E2414F06-53F0-4323-A4A9-91728B89EE83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7"/>
            <a:srcRect l="1304" t="11451" r="30180" b="46035"/>
            <a:stretch/>
          </p:blipFill>
          <p:spPr>
            <a:xfrm>
              <a:off x="6442770" y="4118189"/>
              <a:ext cx="696248" cy="432023"/>
            </a:xfrm>
            <a:prstGeom prst="rect">
              <a:avLst/>
            </a:prstGeom>
            <a:ln w="3175">
              <a:solidFill>
                <a:schemeClr val="bg1">
                  <a:lumMod val="95000"/>
                </a:schemeClr>
              </a:solidFill>
            </a:ln>
          </p:spPr>
        </p:pic>
      </p:grpSp>
      <p:grpSp>
        <p:nvGrpSpPr>
          <p:cNvPr id="32" name="Gruppe 31">
            <a:extLst>
              <a:ext uri="{FF2B5EF4-FFF2-40B4-BE49-F238E27FC236}">
                <a16:creationId xmlns:a16="http://schemas.microsoft.com/office/drawing/2014/main" id="{78224CA6-7D55-40AF-AF08-7CC6E7C4B3C8}"/>
              </a:ext>
            </a:extLst>
          </p:cNvPr>
          <p:cNvGrpSpPr/>
          <p:nvPr userDrawn="1"/>
        </p:nvGrpSpPr>
        <p:grpSpPr>
          <a:xfrm>
            <a:off x="7072982" y="3558164"/>
            <a:ext cx="740397" cy="929593"/>
            <a:chOff x="6391652" y="4854581"/>
            <a:chExt cx="740397" cy="929593"/>
          </a:xfrm>
        </p:grpSpPr>
        <p:pic>
          <p:nvPicPr>
            <p:cNvPr id="33" name="6 Crop">
              <a:extLst>
                <a:ext uri="{FF2B5EF4-FFF2-40B4-BE49-F238E27FC236}">
                  <a16:creationId xmlns:a16="http://schemas.microsoft.com/office/drawing/2014/main" id="{B89DF8E6-B7F7-4857-A1D8-15B39D7AF804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6"/>
            <a:stretch>
              <a:fillRect/>
            </a:stretch>
          </p:blipFill>
          <p:spPr>
            <a:xfrm>
              <a:off x="6391652" y="4854581"/>
              <a:ext cx="337400" cy="321707"/>
            </a:xfrm>
            <a:prstGeom prst="rect">
              <a:avLst/>
            </a:prstGeom>
          </p:spPr>
        </p:pic>
        <p:pic>
          <p:nvPicPr>
            <p:cNvPr id="34" name="Billede 33">
              <a:extLst>
                <a:ext uri="{FF2B5EF4-FFF2-40B4-BE49-F238E27FC236}">
                  <a16:creationId xmlns:a16="http://schemas.microsoft.com/office/drawing/2014/main" id="{39AFA131-B5A7-4AB6-889F-69CF39F4C881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8"/>
            <a:srcRect l="1152" t="11676" r="31017" b="26411"/>
            <a:stretch/>
          </p:blipFill>
          <p:spPr>
            <a:xfrm>
              <a:off x="6442770" y="5155024"/>
              <a:ext cx="689279" cy="629150"/>
            </a:xfrm>
            <a:prstGeom prst="rect">
              <a:avLst/>
            </a:prstGeom>
            <a:ln w="3175">
              <a:solidFill>
                <a:schemeClr val="bg1">
                  <a:lumMod val="95000"/>
                </a:schemeClr>
              </a:solidFill>
            </a:ln>
          </p:spPr>
        </p:pic>
      </p:grpSp>
      <p:pic>
        <p:nvPicPr>
          <p:cNvPr id="39" name="6 Beskær">
            <a:extLst>
              <a:ext uri="{FF2B5EF4-FFF2-40B4-BE49-F238E27FC236}">
                <a16:creationId xmlns:a16="http://schemas.microsoft.com/office/drawing/2014/main" id="{F1E5DB47-CE9C-4A68-BA80-97FFD80C5CAE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11186326" y="2593712"/>
            <a:ext cx="337400" cy="321707"/>
          </a:xfrm>
          <a:prstGeom prst="rect">
            <a:avLst/>
          </a:prstGeom>
        </p:spPr>
      </p:pic>
      <p:pic>
        <p:nvPicPr>
          <p:cNvPr id="40" name="7 Skalér billede">
            <a:extLst>
              <a:ext uri="{FF2B5EF4-FFF2-40B4-BE49-F238E27FC236}">
                <a16:creationId xmlns:a16="http://schemas.microsoft.com/office/drawing/2014/main" id="{472C50C0-81D4-4FF8-9774-95FB88A3DB59}"/>
              </a:ext>
            </a:extLst>
          </p:cNvPr>
          <p:cNvPicPr>
            <a:picLocks noChangeAspect="1"/>
          </p:cNvPicPr>
          <p:nvPr userDrawn="1"/>
        </p:nvPicPr>
        <p:blipFill>
          <a:blip r:embed="rId9"/>
          <a:stretch>
            <a:fillRect/>
          </a:stretch>
        </p:blipFill>
        <p:spPr>
          <a:xfrm>
            <a:off x="11186326" y="3510628"/>
            <a:ext cx="359695" cy="335309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3C4EB944-268B-4588-9575-20967FF1FDE8}"/>
              </a:ext>
            </a:extLst>
          </p:cNvPr>
          <p:cNvPicPr>
            <a:picLocks noChangeAspect="1"/>
          </p:cNvPicPr>
          <p:nvPr userDrawn="1"/>
        </p:nvPicPr>
        <p:blipFill>
          <a:blip r:embed="rId10"/>
          <a:stretch>
            <a:fillRect/>
          </a:stretch>
        </p:blipFill>
        <p:spPr>
          <a:xfrm>
            <a:off x="2757291" y="3179601"/>
            <a:ext cx="257143" cy="285714"/>
          </a:xfrm>
          <a:prstGeom prst="rect">
            <a:avLst/>
          </a:prstGeom>
        </p:spPr>
      </p:pic>
      <p:sp>
        <p:nvSpPr>
          <p:cNvPr id="23" name="Date Placeholder 2">
            <a:extLst>
              <a:ext uri="{FF2B5EF4-FFF2-40B4-BE49-F238E27FC236}">
                <a16:creationId xmlns:a16="http://schemas.microsoft.com/office/drawing/2014/main" id="{C47240A8-F4C6-438F-B627-9F10AF7702F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0" y="6912000"/>
            <a:ext cx="0" cy="0"/>
          </a:xfrm>
          <a:prstGeom prst="rect">
            <a:avLst/>
          </a:prstGeom>
        </p:spPr>
        <p:txBody>
          <a:bodyPr/>
          <a:lstStyle>
            <a:lvl1pPr>
              <a:defRPr>
                <a:noFill/>
              </a:defRPr>
            </a:lvl1pPr>
          </a:lstStyle>
          <a:p>
            <a:endParaRPr lang="en-GB"/>
          </a:p>
        </p:txBody>
      </p:sp>
      <p:sp>
        <p:nvSpPr>
          <p:cNvPr id="26" name="Footer Placeholder 3">
            <a:extLst>
              <a:ext uri="{FF2B5EF4-FFF2-40B4-BE49-F238E27FC236}">
                <a16:creationId xmlns:a16="http://schemas.microsoft.com/office/drawing/2014/main" id="{CE7E8215-C535-47A6-A19E-191CCD6226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6912000"/>
            <a:ext cx="0" cy="0"/>
          </a:xfrm>
          <a:prstGeom prst="rect">
            <a:avLst/>
          </a:prstGeom>
        </p:spPr>
        <p:txBody>
          <a:bodyPr/>
          <a:lstStyle>
            <a:lvl1pPr>
              <a:defRPr>
                <a:noFill/>
              </a:defRPr>
            </a:lvl1pPr>
          </a:lstStyle>
          <a:p>
            <a:r>
              <a:rPr lang="en-GB"/>
              <a:t>Insert presentation title via Header &amp; Footer</a:t>
            </a:r>
          </a:p>
        </p:txBody>
      </p:sp>
      <p:sp>
        <p:nvSpPr>
          <p:cNvPr id="27" name="Slide Number Placeholder 4">
            <a:extLst>
              <a:ext uri="{FF2B5EF4-FFF2-40B4-BE49-F238E27FC236}">
                <a16:creationId xmlns:a16="http://schemas.microsoft.com/office/drawing/2014/main" id="{B1580671-F9A8-48F5-99CE-4A5C157528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 flipV="1">
            <a:off x="0" y="6912000"/>
            <a:ext cx="0" cy="0"/>
          </a:xfrm>
          <a:prstGeom prst="rect">
            <a:avLst/>
          </a:prstGeom>
        </p:spPr>
        <p:txBody>
          <a:bodyPr/>
          <a:lstStyle>
            <a:lvl1pPr>
              <a:defRPr>
                <a:noFill/>
              </a:defRPr>
            </a:lvl1pPr>
          </a:lstStyle>
          <a:p>
            <a:fld id="{24C8C45C-947F-4981-8B3F-4F32E973C901}" type="slidenum">
              <a:rPr lang="en-GB" smtClean="0"/>
              <a:pPr/>
              <a:t>‹#›</a:t>
            </a:fld>
            <a:endParaRPr lang="en-GB"/>
          </a:p>
        </p:txBody>
      </p:sp>
      <p:pic>
        <p:nvPicPr>
          <p:cNvPr id="3" name="Picture 2" descr="Icon&#10;&#10;Description automatically generated">
            <a:extLst>
              <a:ext uri="{FF2B5EF4-FFF2-40B4-BE49-F238E27FC236}">
                <a16:creationId xmlns:a16="http://schemas.microsoft.com/office/drawing/2014/main" id="{9314EC4D-2DD2-50D2-D68F-69DEFAC3361F}"/>
              </a:ext>
            </a:extLst>
          </p:cNvPr>
          <p:cNvPicPr>
            <a:picLocks noChangeAspect="1"/>
          </p:cNvPicPr>
          <p:nvPr userDrawn="1"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65683" y="1411940"/>
            <a:ext cx="502771" cy="502771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14561FFF-3644-6FEA-FBAC-D605ABD9BDAF}"/>
              </a:ext>
            </a:extLst>
          </p:cNvPr>
          <p:cNvSpPr txBox="1"/>
          <p:nvPr userDrawn="1"/>
        </p:nvSpPr>
        <p:spPr>
          <a:xfrm>
            <a:off x="6831106" y="1734671"/>
            <a:ext cx="1553135" cy="618340"/>
          </a:xfrm>
          <a:prstGeom prst="rect">
            <a:avLst/>
          </a:prstGeom>
          <a:noFill/>
        </p:spPr>
        <p:txBody>
          <a:bodyPr wrap="square" lIns="237600" tIns="237600" rIns="237600" bIns="237600" rtlCol="0">
            <a:spAutoFit/>
          </a:bodyPr>
          <a:lstStyle/>
          <a:p>
            <a:pPr algn="l"/>
            <a:r>
              <a:rPr lang="en-DK" sz="900" b="1"/>
              <a:t>Brand Central App</a:t>
            </a:r>
          </a:p>
        </p:txBody>
      </p:sp>
    </p:spTree>
    <p:extLst>
      <p:ext uri="{BB962C8B-B14F-4D97-AF65-F5344CB8AC3E}">
        <p14:creationId xmlns:p14="http://schemas.microsoft.com/office/powerpoint/2010/main" val="3129307767"/>
      </p:ext>
    </p:extLst>
  </p:cSld>
  <p:clrMapOvr>
    <a:masterClrMapping/>
  </p:clrMapOvr>
</p:sldLayout>
</file>

<file path=ppt/slideLayouts/slideLayout13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&gt;Do not use layouts after this &gt;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F124504-36FD-4753-851D-5B7D02D4A2D1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 w="6350" cap="rnd">
            <a:noFill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600"/>
              </a:spcBef>
              <a:buClr>
                <a:srgbClr val="003755"/>
              </a:buClr>
            </a:pPr>
            <a:endParaRPr lang="en-GB" sz="1400" err="1">
              <a:solidFill>
                <a:schemeClr val="tx1"/>
              </a:solidFill>
            </a:endParaRPr>
          </a:p>
        </p:txBody>
      </p:sp>
      <p:sp>
        <p:nvSpPr>
          <p:cNvPr id="5" name="Do not use"/>
          <p:cNvSpPr txBox="1"/>
          <p:nvPr userDrawn="1"/>
        </p:nvSpPr>
        <p:spPr>
          <a:xfrm>
            <a:off x="430213" y="656823"/>
            <a:ext cx="11356977" cy="289310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indent="0" algn="ctr" fontAlgn="auto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3755"/>
              </a:buClr>
              <a:buSzTx/>
              <a:buFontTx/>
              <a:buNone/>
              <a:tabLst/>
            </a:pPr>
            <a:r>
              <a:rPr lang="en-GB" sz="4400" b="0" noProof="0">
                <a:solidFill>
                  <a:schemeClr val="bg1"/>
                </a:solidFill>
              </a:rPr>
              <a:t>If you see any </a:t>
            </a:r>
            <a:r>
              <a:rPr lang="en-GB" sz="4400" b="1" i="1" noProof="0">
                <a:solidFill>
                  <a:schemeClr val="bg1"/>
                </a:solidFill>
              </a:rPr>
              <a:t>layouts after this </a:t>
            </a:r>
            <a:r>
              <a:rPr lang="en-GB" sz="4400" b="0" i="0" noProof="0">
                <a:solidFill>
                  <a:schemeClr val="bg1"/>
                </a:solidFill>
              </a:rPr>
              <a:t>one</a:t>
            </a:r>
            <a:r>
              <a:rPr lang="en-GB" sz="4400" b="1" i="1" noProof="0">
                <a:solidFill>
                  <a:schemeClr val="bg1"/>
                </a:solidFill>
              </a:rPr>
              <a:t>,</a:t>
            </a:r>
            <a:br>
              <a:rPr lang="en-GB" sz="4400" b="0" i="0" noProof="0">
                <a:solidFill>
                  <a:schemeClr val="bg1"/>
                </a:solidFill>
              </a:rPr>
            </a:br>
            <a:r>
              <a:rPr lang="en-GB" sz="4400" b="0" noProof="0">
                <a:solidFill>
                  <a:schemeClr val="bg1"/>
                </a:solidFill>
              </a:rPr>
              <a:t>do not use them. These layouts </a:t>
            </a:r>
            <a:r>
              <a:rPr lang="en-GB" sz="4400" b="1" i="1" u="none" noProof="0">
                <a:solidFill>
                  <a:schemeClr val="bg1"/>
                </a:solidFill>
              </a:rPr>
              <a:t>are not </a:t>
            </a:r>
            <a:r>
              <a:rPr lang="en-GB" sz="4400" b="0" noProof="0">
                <a:solidFill>
                  <a:schemeClr val="bg1"/>
                </a:solidFill>
              </a:rPr>
              <a:t>part of our corporate template.</a:t>
            </a:r>
            <a:br>
              <a:rPr lang="en-GB" sz="2800" b="0" noProof="0">
                <a:solidFill>
                  <a:schemeClr val="bg1"/>
                </a:solidFill>
              </a:rPr>
            </a:br>
            <a:br>
              <a:rPr lang="en-GB" sz="2800" b="0" noProof="0">
                <a:solidFill>
                  <a:schemeClr val="bg1"/>
                </a:solidFill>
              </a:rPr>
            </a:br>
            <a:endParaRPr lang="en-GB" sz="2800" b="0" noProof="0">
              <a:solidFill>
                <a:schemeClr val="bg1"/>
              </a:solidFill>
            </a:endParaRP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2BEB5E5A-DA85-4D5B-80B9-F94482F55D76}"/>
              </a:ext>
            </a:extLst>
          </p:cNvPr>
          <p:cNvGrpSpPr/>
          <p:nvPr userDrawn="1"/>
        </p:nvGrpSpPr>
        <p:grpSpPr>
          <a:xfrm rot="8100000">
            <a:off x="10404874" y="3325226"/>
            <a:ext cx="1036788" cy="1036788"/>
            <a:chOff x="6096000" y="4963130"/>
            <a:chExt cx="1456719" cy="1456719"/>
          </a:xfrm>
          <a:solidFill>
            <a:schemeClr val="bg1"/>
          </a:solidFill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C823227E-A862-4A7F-BC20-0D107430AB2C}"/>
                </a:ext>
              </a:extLst>
            </p:cNvPr>
            <p:cNvSpPr/>
            <p:nvPr userDrawn="1"/>
          </p:nvSpPr>
          <p:spPr>
            <a:xfrm rot="5400000">
              <a:off x="5534135" y="5524995"/>
              <a:ext cx="1456719" cy="332990"/>
            </a:xfrm>
            <a:prstGeom prst="rect">
              <a:avLst/>
            </a:prstGeom>
            <a:grpFill/>
            <a:ln w="6350" cap="rnd">
              <a:noFill/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600"/>
                </a:spcBef>
                <a:buClr>
                  <a:srgbClr val="003755"/>
                </a:buClr>
              </a:pPr>
              <a:endParaRPr lang="en-GB" sz="1400" err="1">
                <a:solidFill>
                  <a:schemeClr val="tx1"/>
                </a:solidFill>
              </a:endParaRP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08501AE6-6504-4184-9443-E89AFACF769D}"/>
                </a:ext>
              </a:extLst>
            </p:cNvPr>
            <p:cNvSpPr/>
            <p:nvPr userDrawn="1"/>
          </p:nvSpPr>
          <p:spPr>
            <a:xfrm rot="10800000">
              <a:off x="6096000" y="4963130"/>
              <a:ext cx="1456719" cy="332990"/>
            </a:xfrm>
            <a:prstGeom prst="rect">
              <a:avLst/>
            </a:prstGeom>
            <a:grpFill/>
            <a:ln w="6350" cap="rnd">
              <a:noFill/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600"/>
                </a:spcBef>
                <a:buClr>
                  <a:srgbClr val="003755"/>
                </a:buClr>
              </a:pPr>
              <a:endParaRPr lang="en-GB" sz="1400" err="1">
                <a:solidFill>
                  <a:schemeClr val="tx1"/>
                </a:solidFill>
              </a:endParaRPr>
            </a:p>
          </p:txBody>
        </p:sp>
      </p:grpSp>
      <p:sp>
        <p:nvSpPr>
          <p:cNvPr id="12" name="Rectangle 11">
            <a:extLst>
              <a:ext uri="{FF2B5EF4-FFF2-40B4-BE49-F238E27FC236}">
                <a16:creationId xmlns:a16="http://schemas.microsoft.com/office/drawing/2014/main" id="{67CEE09B-6EE1-4BF2-85A3-DE69E91BC4C6}"/>
              </a:ext>
            </a:extLst>
          </p:cNvPr>
          <p:cNvSpPr/>
          <p:nvPr userDrawn="1"/>
        </p:nvSpPr>
        <p:spPr>
          <a:xfrm>
            <a:off x="430213" y="2588374"/>
            <a:ext cx="10152346" cy="221599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GB" sz="13800" b="1" i="1" noProof="0">
                <a:solidFill>
                  <a:schemeClr val="bg1"/>
                </a:solidFill>
              </a:rPr>
              <a:t>Do not use </a:t>
            </a:r>
            <a:endParaRPr lang="en-GB" sz="2400" b="1" i="1"/>
          </a:p>
        </p:txBody>
      </p:sp>
      <p:sp>
        <p:nvSpPr>
          <p:cNvPr id="16" name="Do not use">
            <a:extLst>
              <a:ext uri="{FF2B5EF4-FFF2-40B4-BE49-F238E27FC236}">
                <a16:creationId xmlns:a16="http://schemas.microsoft.com/office/drawing/2014/main" id="{A8FA78FA-4D94-4717-B7C6-6F86378D6B01}"/>
              </a:ext>
            </a:extLst>
          </p:cNvPr>
          <p:cNvSpPr txBox="1"/>
          <p:nvPr userDrawn="1"/>
        </p:nvSpPr>
        <p:spPr>
          <a:xfrm>
            <a:off x="430214" y="5186455"/>
            <a:ext cx="11356974" cy="96949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indent="0" algn="ctr" fontAlgn="auto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3755"/>
              </a:buClr>
              <a:buSzTx/>
              <a:buFontTx/>
              <a:buNone/>
              <a:tabLst/>
            </a:pPr>
            <a:r>
              <a:rPr lang="en-GB" sz="2000" b="0" noProof="0">
                <a:solidFill>
                  <a:schemeClr val="bg1"/>
                </a:solidFill>
              </a:rPr>
              <a:t>Due to PowerPoint’s standard Copy/Paste functionality extra undesirable layouts can appear.</a:t>
            </a:r>
          </a:p>
          <a:p>
            <a:pPr marL="0" marR="0" indent="0" algn="ctr" fontAlgn="auto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3755"/>
              </a:buClr>
              <a:buSzTx/>
              <a:buFontTx/>
              <a:buNone/>
              <a:tabLst/>
            </a:pPr>
            <a:r>
              <a:rPr lang="en-GB" sz="2000" b="0" noProof="0">
                <a:solidFill>
                  <a:schemeClr val="bg1"/>
                </a:solidFill>
              </a:rPr>
              <a:t>Also notice: Layouts after this might contain potential confidential information.</a:t>
            </a:r>
            <a:br>
              <a:rPr lang="en-GB" sz="1800" b="0" noProof="0">
                <a:solidFill>
                  <a:schemeClr val="bg1"/>
                </a:solidFill>
              </a:rPr>
            </a:br>
            <a:endParaRPr lang="en-GB" sz="1800" b="0" noProof="0">
              <a:solidFill>
                <a:schemeClr val="bg1"/>
              </a:solidFill>
            </a:endParaRPr>
          </a:p>
        </p:txBody>
      </p:sp>
      <p:sp>
        <p:nvSpPr>
          <p:cNvPr id="9" name="Date Placeholder 2">
            <a:extLst>
              <a:ext uri="{FF2B5EF4-FFF2-40B4-BE49-F238E27FC236}">
                <a16:creationId xmlns:a16="http://schemas.microsoft.com/office/drawing/2014/main" id="{B12B154D-76F1-409D-A798-AA5203EE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0" y="6912000"/>
            <a:ext cx="0" cy="0"/>
          </a:xfrm>
          <a:prstGeom prst="rect">
            <a:avLst/>
          </a:prstGeom>
        </p:spPr>
        <p:txBody>
          <a:bodyPr/>
          <a:lstStyle>
            <a:lvl1pPr>
              <a:defRPr>
                <a:noFill/>
              </a:defRPr>
            </a:lvl1pPr>
          </a:lstStyle>
          <a:p>
            <a:endParaRPr lang="en-GB"/>
          </a:p>
        </p:txBody>
      </p:sp>
      <p:sp>
        <p:nvSpPr>
          <p:cNvPr id="10" name="Footer Placeholder 3">
            <a:extLst>
              <a:ext uri="{FF2B5EF4-FFF2-40B4-BE49-F238E27FC236}">
                <a16:creationId xmlns:a16="http://schemas.microsoft.com/office/drawing/2014/main" id="{7D212C3A-1726-4BC5-8AF1-72D08F6358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6912000"/>
            <a:ext cx="0" cy="0"/>
          </a:xfrm>
          <a:prstGeom prst="rect">
            <a:avLst/>
          </a:prstGeom>
        </p:spPr>
        <p:txBody>
          <a:bodyPr/>
          <a:lstStyle>
            <a:lvl1pPr>
              <a:defRPr>
                <a:noFill/>
              </a:defRPr>
            </a:lvl1pPr>
          </a:lstStyle>
          <a:p>
            <a:r>
              <a:rPr lang="en-GB"/>
              <a:t>Insert presentation title via Header &amp; Footer</a:t>
            </a:r>
          </a:p>
        </p:txBody>
      </p:sp>
      <p:sp>
        <p:nvSpPr>
          <p:cNvPr id="11" name="Slide Number Placeholder 4">
            <a:extLst>
              <a:ext uri="{FF2B5EF4-FFF2-40B4-BE49-F238E27FC236}">
                <a16:creationId xmlns:a16="http://schemas.microsoft.com/office/drawing/2014/main" id="{989D5CFC-5012-4F36-B4E7-CE36F67CD2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 flipV="1">
            <a:off x="0" y="6912000"/>
            <a:ext cx="0" cy="0"/>
          </a:xfrm>
          <a:prstGeom prst="rect">
            <a:avLst/>
          </a:prstGeom>
        </p:spPr>
        <p:txBody>
          <a:bodyPr/>
          <a:lstStyle>
            <a:lvl1pPr>
              <a:defRPr>
                <a:noFill/>
              </a:defRPr>
            </a:lvl1pPr>
          </a:lstStyle>
          <a:p>
            <a:fld id="{24C8C45C-947F-4981-8B3F-4F32E973C901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86155843"/>
      </p:ext>
    </p:extLst>
  </p:cSld>
  <p:clrMapOvr>
    <a:masterClrMapping/>
  </p:clrMapOvr>
</p:sldLayout>
</file>

<file path=ppt/slideLayouts/slideLayout13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wo content colour 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6450D451-166A-DB50-93BB-F1B2DF01ACA0}"/>
              </a:ext>
            </a:extLst>
          </p:cNvPr>
          <p:cNvSpPr>
            <a:spLocks noGrp="1"/>
          </p:cNvSpPr>
          <p:nvPr>
            <p:ph sz="half" idx="17" hasCustomPrompt="1"/>
          </p:nvPr>
        </p:nvSpPr>
        <p:spPr>
          <a:xfrm>
            <a:off x="6203951" y="1944000"/>
            <a:ext cx="5616574" cy="3693600"/>
          </a:xfrm>
          <a:prstGeom prst="roundRect">
            <a:avLst>
              <a:gd name="adj" fmla="val 1980"/>
            </a:avLst>
          </a:prstGeom>
          <a:solidFill>
            <a:schemeClr val="accent5"/>
          </a:solidFill>
        </p:spPr>
        <p:txBody>
          <a:bodyPr lIns="237600" tIns="237600" rIns="237600" bIns="237600"/>
          <a:lstStyle>
            <a:lvl1pPr>
              <a:buClr>
                <a:schemeClr val="tx1"/>
              </a:buClr>
              <a:defRPr>
                <a:solidFill>
                  <a:schemeClr val="tx1"/>
                </a:solidFill>
              </a:defRPr>
            </a:lvl1pPr>
            <a:lvl2pPr>
              <a:buClr>
                <a:schemeClr val="tx1"/>
              </a:buClr>
              <a:defRPr>
                <a:solidFill>
                  <a:schemeClr val="tx1"/>
                </a:solidFill>
              </a:defRPr>
            </a:lvl2pPr>
            <a:lvl3pPr>
              <a:buClr>
                <a:schemeClr val="tx1"/>
              </a:buClr>
              <a:defRPr>
                <a:solidFill>
                  <a:schemeClr val="tx1"/>
                </a:solidFill>
              </a:defRPr>
            </a:lvl3pPr>
            <a:lvl4pPr>
              <a:buClr>
                <a:schemeClr val="tx1"/>
              </a:buClr>
              <a:defRPr>
                <a:solidFill>
                  <a:schemeClr val="tx1"/>
                </a:solidFill>
              </a:defRPr>
            </a:lvl4pPr>
            <a:lvl5pPr>
              <a:buClr>
                <a:schemeClr val="tx1"/>
              </a:buCl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add text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371476" y="1944000"/>
            <a:ext cx="5616574" cy="3693600"/>
          </a:xfrm>
          <a:prstGeom prst="roundRect">
            <a:avLst>
              <a:gd name="adj" fmla="val 1980"/>
            </a:avLst>
          </a:prstGeom>
          <a:solidFill>
            <a:schemeClr val="bg2"/>
          </a:solidFill>
        </p:spPr>
        <p:txBody>
          <a:bodyPr lIns="237600" tIns="237600" rIns="237600" bIns="237600"/>
          <a:lstStyle>
            <a:lvl1pPr>
              <a:buClr>
                <a:schemeClr val="tx1"/>
              </a:buClr>
              <a:defRPr>
                <a:solidFill>
                  <a:schemeClr val="tx1"/>
                </a:solidFill>
              </a:defRPr>
            </a:lvl1pPr>
            <a:lvl2pPr>
              <a:buClr>
                <a:schemeClr val="tx1"/>
              </a:buClr>
              <a:defRPr>
                <a:solidFill>
                  <a:schemeClr val="tx1"/>
                </a:solidFill>
              </a:defRPr>
            </a:lvl2pPr>
            <a:lvl3pPr>
              <a:buClr>
                <a:schemeClr val="tx1"/>
              </a:buClr>
              <a:defRPr>
                <a:solidFill>
                  <a:schemeClr val="tx1"/>
                </a:solidFill>
              </a:defRPr>
            </a:lvl3pPr>
            <a:lvl4pPr>
              <a:buClr>
                <a:schemeClr val="tx1"/>
              </a:buClr>
              <a:defRPr>
                <a:solidFill>
                  <a:schemeClr val="tx1"/>
                </a:solidFill>
              </a:defRPr>
            </a:lvl4pPr>
            <a:lvl5pPr>
              <a:buClr>
                <a:schemeClr val="tx1"/>
              </a:buCl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add text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71475" y="368300"/>
            <a:ext cx="11449050" cy="930275"/>
          </a:xfrm>
        </p:spPr>
        <p:txBody>
          <a:bodyPr/>
          <a:lstStyle>
            <a:lvl1pPr>
              <a:defRPr/>
            </a:lvl1pPr>
          </a:lstStyle>
          <a:p>
            <a:r>
              <a:rPr lang="en-GB"/>
              <a:t>Click to add title</a:t>
            </a:r>
          </a:p>
        </p:txBody>
      </p:sp>
      <p:sp>
        <p:nvSpPr>
          <p:cNvPr id="11" name="Date Placeholder 10" hidden="1">
            <a:extLst>
              <a:ext uri="{FF2B5EF4-FFF2-40B4-BE49-F238E27FC236}">
                <a16:creationId xmlns:a16="http://schemas.microsoft.com/office/drawing/2014/main" id="{C8F53383-3780-4626-A2BE-E67BBD0A1DFE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9" name="Picture 29">
            <a:extLst>
              <a:ext uri="{FF2B5EF4-FFF2-40B4-BE49-F238E27FC236}">
                <a16:creationId xmlns:a16="http://schemas.microsoft.com/office/drawing/2014/main" id="{06D7CFA5-B4CD-BC99-2280-42DB7731930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371475" y="6169025"/>
            <a:ext cx="1299398" cy="3203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8942329"/>
      </p:ext>
    </p:extLst>
  </p:cSld>
  <p:clrMapOvr>
    <a:masterClrMapping/>
  </p:clrMapOvr>
</p:sldLayout>
</file>

<file path=ppt/slideLayouts/slideLayout13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lank_with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32126A-0A8A-9346-A97C-976AFF5D47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V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34BEFA2-A7F5-5F40-B619-989AA54C077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3A204BC-C5BA-4EF4-ABC8-D45123A0C528}" type="slidenum">
              <a:rPr lang="en-GB" smtClean="0"/>
              <a:pPr/>
              <a:t>‹#›</a:t>
            </a:fld>
            <a:endParaRPr lang="en-GB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D3528B7-EA54-5341-85F9-390353F6965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933700" y="2686050"/>
            <a:ext cx="6324600" cy="1485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457374"/>
      </p:ext>
    </p:extLst>
  </p:cSld>
  <p:clrMapOvr>
    <a:masterClrMapping/>
  </p:clrMapOvr>
</p:sldLayout>
</file>

<file path=ppt/slideLayouts/slideLayout13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Title D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" name="Picture 39">
            <a:extLst>
              <a:ext uri="{FF2B5EF4-FFF2-40B4-BE49-F238E27FC236}">
                <a16:creationId xmlns:a16="http://schemas.microsoft.com/office/drawing/2014/main" id="{2E8F0CCD-13ED-0EE3-3B03-3E5899CC73A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4650" y="6075701"/>
            <a:ext cx="1853056" cy="413999"/>
          </a:xfrm>
          <a:prstGeom prst="rect">
            <a:avLst/>
          </a:prstGeom>
        </p:spPr>
      </p:pic>
      <p:pic>
        <p:nvPicPr>
          <p:cNvPr id="4" name="Graphic 3">
            <a:extLst>
              <a:ext uri="{FF2B5EF4-FFF2-40B4-BE49-F238E27FC236}">
                <a16:creationId xmlns:a16="http://schemas.microsoft.com/office/drawing/2014/main" id="{7CBE64CD-AD7A-FBDE-6068-9A34E97C021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0289090" y="6188152"/>
            <a:ext cx="1531435" cy="180000"/>
          </a:xfrm>
          <a:prstGeom prst="rect">
            <a:avLst/>
          </a:prstGeom>
        </p:spPr>
      </p:pic>
      <p:sp>
        <p:nvSpPr>
          <p:cNvPr id="21" name="Freeform 20">
            <a:extLst>
              <a:ext uri="{FF2B5EF4-FFF2-40B4-BE49-F238E27FC236}">
                <a16:creationId xmlns:a16="http://schemas.microsoft.com/office/drawing/2014/main" id="{23333BE9-BDFC-E99A-B635-C5AD934F45C8}"/>
              </a:ext>
            </a:extLst>
          </p:cNvPr>
          <p:cNvSpPr/>
          <p:nvPr userDrawn="1"/>
        </p:nvSpPr>
        <p:spPr>
          <a:xfrm>
            <a:off x="2854358" y="-3600"/>
            <a:ext cx="6426962" cy="6861600"/>
          </a:xfrm>
          <a:custGeom>
            <a:avLst/>
            <a:gdLst>
              <a:gd name="connsiteX0" fmla="*/ 0 w 6426962"/>
              <a:gd name="connsiteY0" fmla="*/ 0 h 6858000"/>
              <a:gd name="connsiteX1" fmla="*/ 4457700 w 6426962"/>
              <a:gd name="connsiteY1" fmla="*/ 0 h 6858000"/>
              <a:gd name="connsiteX2" fmla="*/ 4457700 w 6426962"/>
              <a:gd name="connsiteY2" fmla="*/ 0 h 6858000"/>
              <a:gd name="connsiteX3" fmla="*/ 6426962 w 6426962"/>
              <a:gd name="connsiteY3" fmla="*/ 0 h 6858000"/>
              <a:gd name="connsiteX4" fmla="*/ 6426962 w 6426962"/>
              <a:gd name="connsiteY4" fmla="*/ 4789046 h 6858000"/>
              <a:gd name="connsiteX5" fmla="*/ 6426962 w 6426962"/>
              <a:gd name="connsiteY5" fmla="*/ 4902200 h 6858000"/>
              <a:gd name="connsiteX6" fmla="*/ 6426962 w 6426962"/>
              <a:gd name="connsiteY6" fmla="*/ 6010018 h 6858000"/>
              <a:gd name="connsiteX7" fmla="*/ 5578980 w 6426962"/>
              <a:gd name="connsiteY7" fmla="*/ 6858000 h 6858000"/>
              <a:gd name="connsiteX8" fmla="*/ 4457700 w 6426962"/>
              <a:gd name="connsiteY8" fmla="*/ 6858000 h 6858000"/>
              <a:gd name="connsiteX9" fmla="*/ 4048382 w 6426962"/>
              <a:gd name="connsiteY9" fmla="*/ 6858000 h 6858000"/>
              <a:gd name="connsiteX10" fmla="*/ 0 w 6426962"/>
              <a:gd name="connsiteY10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6426962" h="6858000">
                <a:moveTo>
                  <a:pt x="0" y="0"/>
                </a:moveTo>
                <a:lnTo>
                  <a:pt x="4457700" y="0"/>
                </a:lnTo>
                <a:lnTo>
                  <a:pt x="4457700" y="0"/>
                </a:lnTo>
                <a:lnTo>
                  <a:pt x="6426962" y="0"/>
                </a:lnTo>
                <a:lnTo>
                  <a:pt x="6426962" y="4789046"/>
                </a:lnTo>
                <a:lnTo>
                  <a:pt x="6426962" y="4902200"/>
                </a:lnTo>
                <a:lnTo>
                  <a:pt x="6426962" y="6010018"/>
                </a:lnTo>
                <a:cubicBezTo>
                  <a:pt x="6426962" y="6478346"/>
                  <a:pt x="6047308" y="6858000"/>
                  <a:pt x="5578980" y="6858000"/>
                </a:cubicBezTo>
                <a:lnTo>
                  <a:pt x="4457700" y="6858000"/>
                </a:lnTo>
                <a:lnTo>
                  <a:pt x="4048382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237600" tIns="237600" rIns="237600" bIns="237600" rtlCol="0" anchor="ctr">
            <a:noAutofit/>
          </a:bodyPr>
          <a:lstStyle/>
          <a:p>
            <a:pPr algn="ctr"/>
            <a:endParaRPr lang="en-001" sz="2000" noProof="0" err="1"/>
          </a:p>
        </p:txBody>
      </p:sp>
      <p:sp>
        <p:nvSpPr>
          <p:cNvPr id="35" name="Picture Placeholder 34">
            <a:extLst>
              <a:ext uri="{FF2B5EF4-FFF2-40B4-BE49-F238E27FC236}">
                <a16:creationId xmlns:a16="http://schemas.microsoft.com/office/drawing/2014/main" id="{89AC51BB-264A-1609-8951-4D9DDFC3BE77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-3600"/>
            <a:ext cx="8911685" cy="6861600"/>
          </a:xfrm>
          <a:custGeom>
            <a:avLst/>
            <a:gdLst>
              <a:gd name="connsiteX0" fmla="*/ 1657413 w 8911685"/>
              <a:gd name="connsiteY0" fmla="*/ 6230260 h 6861600"/>
              <a:gd name="connsiteX1" fmla="*/ 1747724 w 8911685"/>
              <a:gd name="connsiteY1" fmla="*/ 6230260 h 6861600"/>
              <a:gd name="connsiteX2" fmla="*/ 1747724 w 8911685"/>
              <a:gd name="connsiteY2" fmla="*/ 6278123 h 6861600"/>
              <a:gd name="connsiteX3" fmla="*/ 1657413 w 8911685"/>
              <a:gd name="connsiteY3" fmla="*/ 6278123 h 6861600"/>
              <a:gd name="connsiteX4" fmla="*/ 1280903 w 8911685"/>
              <a:gd name="connsiteY4" fmla="*/ 6228345 h 6861600"/>
              <a:gd name="connsiteX5" fmla="*/ 1312703 w 8911685"/>
              <a:gd name="connsiteY5" fmla="*/ 6306841 h 6861600"/>
              <a:gd name="connsiteX6" fmla="*/ 1249104 w 8911685"/>
              <a:gd name="connsiteY6" fmla="*/ 6306841 h 6861600"/>
              <a:gd name="connsiteX7" fmla="*/ 2035831 w 8911685"/>
              <a:gd name="connsiteY7" fmla="*/ 6194522 h 6861600"/>
              <a:gd name="connsiteX8" fmla="*/ 2035831 w 8911685"/>
              <a:gd name="connsiteY8" fmla="*/ 6377678 h 6861600"/>
              <a:gd name="connsiteX9" fmla="*/ 2079715 w 8911685"/>
              <a:gd name="connsiteY9" fmla="*/ 6377678 h 6861600"/>
              <a:gd name="connsiteX10" fmla="*/ 2079715 w 8911685"/>
              <a:gd name="connsiteY10" fmla="*/ 6293439 h 6861600"/>
              <a:gd name="connsiteX11" fmla="*/ 2162394 w 8911685"/>
              <a:gd name="connsiteY11" fmla="*/ 6377678 h 6861600"/>
              <a:gd name="connsiteX12" fmla="*/ 2222814 w 8911685"/>
              <a:gd name="connsiteY12" fmla="*/ 6377678 h 6861600"/>
              <a:gd name="connsiteX13" fmla="*/ 2122963 w 8911685"/>
              <a:gd name="connsiteY13" fmla="*/ 6280037 h 6861600"/>
              <a:gd name="connsiteX14" fmla="*/ 2218998 w 8911685"/>
              <a:gd name="connsiteY14" fmla="*/ 6194522 h 6861600"/>
              <a:gd name="connsiteX15" fmla="*/ 2160486 w 8911685"/>
              <a:gd name="connsiteY15" fmla="*/ 6194522 h 6861600"/>
              <a:gd name="connsiteX16" fmla="*/ 2079715 w 8911685"/>
              <a:gd name="connsiteY16" fmla="*/ 6268550 h 6861600"/>
              <a:gd name="connsiteX17" fmla="*/ 2079715 w 8911685"/>
              <a:gd name="connsiteY17" fmla="*/ 6194522 h 6861600"/>
              <a:gd name="connsiteX18" fmla="*/ 1614165 w 8911685"/>
              <a:gd name="connsiteY18" fmla="*/ 6194522 h 6861600"/>
              <a:gd name="connsiteX19" fmla="*/ 1614165 w 8911685"/>
              <a:gd name="connsiteY19" fmla="*/ 6377678 h 6861600"/>
              <a:gd name="connsiteX20" fmla="*/ 1657413 w 8911685"/>
              <a:gd name="connsiteY20" fmla="*/ 6377678 h 6861600"/>
              <a:gd name="connsiteX21" fmla="*/ 1657413 w 8911685"/>
              <a:gd name="connsiteY21" fmla="*/ 6314499 h 6861600"/>
              <a:gd name="connsiteX22" fmla="*/ 1704477 w 8911685"/>
              <a:gd name="connsiteY22" fmla="*/ 6314499 h 6861600"/>
              <a:gd name="connsiteX23" fmla="*/ 1743908 w 8911685"/>
              <a:gd name="connsiteY23" fmla="*/ 6377678 h 6861600"/>
              <a:gd name="connsiteX24" fmla="*/ 1790972 w 8911685"/>
              <a:gd name="connsiteY24" fmla="*/ 6377678 h 6861600"/>
              <a:gd name="connsiteX25" fmla="*/ 1749632 w 8911685"/>
              <a:gd name="connsiteY25" fmla="*/ 6314499 h 6861600"/>
              <a:gd name="connsiteX26" fmla="*/ 1753448 w 8911685"/>
              <a:gd name="connsiteY26" fmla="*/ 6314499 h 6861600"/>
              <a:gd name="connsiteX27" fmla="*/ 1789064 w 8911685"/>
              <a:gd name="connsiteY27" fmla="*/ 6285781 h 6861600"/>
              <a:gd name="connsiteX28" fmla="*/ 1789064 w 8911685"/>
              <a:gd name="connsiteY28" fmla="*/ 6225154 h 6861600"/>
              <a:gd name="connsiteX29" fmla="*/ 1759172 w 8911685"/>
              <a:gd name="connsiteY29" fmla="*/ 6194522 h 6861600"/>
              <a:gd name="connsiteX30" fmla="*/ 1408738 w 8911685"/>
              <a:gd name="connsiteY30" fmla="*/ 6194522 h 6861600"/>
              <a:gd name="connsiteX31" fmla="*/ 1408738 w 8911685"/>
              <a:gd name="connsiteY31" fmla="*/ 6377678 h 6861600"/>
              <a:gd name="connsiteX32" fmla="*/ 1582365 w 8911685"/>
              <a:gd name="connsiteY32" fmla="*/ 6377678 h 6861600"/>
              <a:gd name="connsiteX33" fmla="*/ 1582365 w 8911685"/>
              <a:gd name="connsiteY33" fmla="*/ 6341302 h 6861600"/>
              <a:gd name="connsiteX34" fmla="*/ 1450078 w 8911685"/>
              <a:gd name="connsiteY34" fmla="*/ 6341302 h 6861600"/>
              <a:gd name="connsiteX35" fmla="*/ 1450078 w 8911685"/>
              <a:gd name="connsiteY35" fmla="*/ 6303012 h 6861600"/>
              <a:gd name="connsiteX36" fmla="*/ 1563285 w 8911685"/>
              <a:gd name="connsiteY36" fmla="*/ 6303012 h 6861600"/>
              <a:gd name="connsiteX37" fmla="*/ 1563285 w 8911685"/>
              <a:gd name="connsiteY37" fmla="*/ 6266636 h 6861600"/>
              <a:gd name="connsiteX38" fmla="*/ 1450078 w 8911685"/>
              <a:gd name="connsiteY38" fmla="*/ 6266636 h 6861600"/>
              <a:gd name="connsiteX39" fmla="*/ 1450078 w 8911685"/>
              <a:gd name="connsiteY39" fmla="*/ 6230260 h 6861600"/>
              <a:gd name="connsiteX40" fmla="*/ 1580457 w 8911685"/>
              <a:gd name="connsiteY40" fmla="*/ 6230260 h 6861600"/>
              <a:gd name="connsiteX41" fmla="*/ 1580457 w 8911685"/>
              <a:gd name="connsiteY41" fmla="*/ 6194522 h 6861600"/>
              <a:gd name="connsiteX42" fmla="*/ 1252284 w 8911685"/>
              <a:gd name="connsiteY42" fmla="*/ 6194522 h 6861600"/>
              <a:gd name="connsiteX43" fmla="*/ 1171512 w 8911685"/>
              <a:gd name="connsiteY43" fmla="*/ 6377678 h 6861600"/>
              <a:gd name="connsiteX44" fmla="*/ 1218576 w 8911685"/>
              <a:gd name="connsiteY44" fmla="*/ 6377678 h 6861600"/>
              <a:gd name="connsiteX45" fmla="*/ 1233840 w 8911685"/>
              <a:gd name="connsiteY45" fmla="*/ 6341302 h 6861600"/>
              <a:gd name="connsiteX46" fmla="*/ 1327967 w 8911685"/>
              <a:gd name="connsiteY46" fmla="*/ 6341302 h 6861600"/>
              <a:gd name="connsiteX47" fmla="*/ 1345139 w 8911685"/>
              <a:gd name="connsiteY47" fmla="*/ 6377678 h 6861600"/>
              <a:gd name="connsiteX48" fmla="*/ 1390295 w 8911685"/>
              <a:gd name="connsiteY48" fmla="*/ 6377678 h 6861600"/>
              <a:gd name="connsiteX49" fmla="*/ 1308887 w 8911685"/>
              <a:gd name="connsiteY49" fmla="*/ 6194522 h 6861600"/>
              <a:gd name="connsiteX50" fmla="*/ 940009 w 8911685"/>
              <a:gd name="connsiteY50" fmla="*/ 6194522 h 6861600"/>
              <a:gd name="connsiteX51" fmla="*/ 940009 w 8911685"/>
              <a:gd name="connsiteY51" fmla="*/ 6377678 h 6861600"/>
              <a:gd name="connsiteX52" fmla="*/ 979441 w 8911685"/>
              <a:gd name="connsiteY52" fmla="*/ 6377678 h 6861600"/>
              <a:gd name="connsiteX53" fmla="*/ 979441 w 8911685"/>
              <a:gd name="connsiteY53" fmla="*/ 6272379 h 6861600"/>
              <a:gd name="connsiteX54" fmla="*/ 1026505 w 8911685"/>
              <a:gd name="connsiteY54" fmla="*/ 6377678 h 6861600"/>
              <a:gd name="connsiteX55" fmla="*/ 1067844 w 8911685"/>
              <a:gd name="connsiteY55" fmla="*/ 6377678 h 6861600"/>
              <a:gd name="connsiteX56" fmla="*/ 1114908 w 8911685"/>
              <a:gd name="connsiteY56" fmla="*/ 6270465 h 6861600"/>
              <a:gd name="connsiteX57" fmla="*/ 1114908 w 8911685"/>
              <a:gd name="connsiteY57" fmla="*/ 6377678 h 6861600"/>
              <a:gd name="connsiteX58" fmla="*/ 1154340 w 8911685"/>
              <a:gd name="connsiteY58" fmla="*/ 6377678 h 6861600"/>
              <a:gd name="connsiteX59" fmla="*/ 1154340 w 8911685"/>
              <a:gd name="connsiteY59" fmla="*/ 6194522 h 6861600"/>
              <a:gd name="connsiteX60" fmla="*/ 1107276 w 8911685"/>
              <a:gd name="connsiteY60" fmla="*/ 6194522 h 6861600"/>
              <a:gd name="connsiteX61" fmla="*/ 1046857 w 8911685"/>
              <a:gd name="connsiteY61" fmla="*/ 6331730 h 6861600"/>
              <a:gd name="connsiteX62" fmla="*/ 987073 w 8911685"/>
              <a:gd name="connsiteY62" fmla="*/ 6194522 h 6861600"/>
              <a:gd name="connsiteX63" fmla="*/ 1853300 w 8911685"/>
              <a:gd name="connsiteY63" fmla="*/ 6193884 h 6861600"/>
              <a:gd name="connsiteX64" fmla="*/ 1825316 w 8911685"/>
              <a:gd name="connsiteY64" fmla="*/ 6222602 h 6861600"/>
              <a:gd name="connsiteX65" fmla="*/ 1825316 w 8911685"/>
              <a:gd name="connsiteY65" fmla="*/ 6276209 h 6861600"/>
              <a:gd name="connsiteX66" fmla="*/ 1853300 w 8911685"/>
              <a:gd name="connsiteY66" fmla="*/ 6303012 h 6861600"/>
              <a:gd name="connsiteX67" fmla="*/ 1955059 w 8911685"/>
              <a:gd name="connsiteY67" fmla="*/ 6303012 h 6861600"/>
              <a:gd name="connsiteX68" fmla="*/ 1955059 w 8911685"/>
              <a:gd name="connsiteY68" fmla="*/ 6341302 h 6861600"/>
              <a:gd name="connsiteX69" fmla="*/ 1866656 w 8911685"/>
              <a:gd name="connsiteY69" fmla="*/ 6341302 h 6861600"/>
              <a:gd name="connsiteX70" fmla="*/ 1866656 w 8911685"/>
              <a:gd name="connsiteY70" fmla="*/ 6327901 h 6861600"/>
              <a:gd name="connsiteX71" fmla="*/ 1823408 w 8911685"/>
              <a:gd name="connsiteY71" fmla="*/ 6327901 h 6861600"/>
              <a:gd name="connsiteX72" fmla="*/ 1823408 w 8911685"/>
              <a:gd name="connsiteY72" fmla="*/ 6350875 h 6861600"/>
              <a:gd name="connsiteX73" fmla="*/ 1851392 w 8911685"/>
              <a:gd name="connsiteY73" fmla="*/ 6377678 h 6861600"/>
              <a:gd name="connsiteX74" fmla="*/ 1866656 w 8911685"/>
              <a:gd name="connsiteY74" fmla="*/ 6377678 h 6861600"/>
              <a:gd name="connsiteX75" fmla="*/ 1968415 w 8911685"/>
              <a:gd name="connsiteY75" fmla="*/ 6377678 h 6861600"/>
              <a:gd name="connsiteX76" fmla="*/ 1996399 w 8911685"/>
              <a:gd name="connsiteY76" fmla="*/ 6348961 h 6861600"/>
              <a:gd name="connsiteX77" fmla="*/ 1996399 w 8911685"/>
              <a:gd name="connsiteY77" fmla="*/ 6297268 h 6861600"/>
              <a:gd name="connsiteX78" fmla="*/ 1968415 w 8911685"/>
              <a:gd name="connsiteY78" fmla="*/ 6266636 h 6861600"/>
              <a:gd name="connsiteX79" fmla="*/ 1866656 w 8911685"/>
              <a:gd name="connsiteY79" fmla="*/ 6266636 h 6861600"/>
              <a:gd name="connsiteX80" fmla="*/ 1866656 w 8911685"/>
              <a:gd name="connsiteY80" fmla="*/ 6230260 h 6861600"/>
              <a:gd name="connsiteX81" fmla="*/ 1955059 w 8911685"/>
              <a:gd name="connsiteY81" fmla="*/ 6230260 h 6861600"/>
              <a:gd name="connsiteX82" fmla="*/ 1955059 w 8911685"/>
              <a:gd name="connsiteY82" fmla="*/ 6245576 h 6861600"/>
              <a:gd name="connsiteX83" fmla="*/ 1996399 w 8911685"/>
              <a:gd name="connsiteY83" fmla="*/ 6245576 h 6861600"/>
              <a:gd name="connsiteX84" fmla="*/ 1996399 w 8911685"/>
              <a:gd name="connsiteY84" fmla="*/ 6224516 h 6861600"/>
              <a:gd name="connsiteX85" fmla="*/ 1970323 w 8911685"/>
              <a:gd name="connsiteY85" fmla="*/ 6193884 h 6861600"/>
              <a:gd name="connsiteX86" fmla="*/ 423579 w 8911685"/>
              <a:gd name="connsiteY86" fmla="*/ 6077736 h 6861600"/>
              <a:gd name="connsiteX87" fmla="*/ 378423 w 8911685"/>
              <a:gd name="connsiteY87" fmla="*/ 6125599 h 6861600"/>
              <a:gd name="connsiteX88" fmla="*/ 378423 w 8911685"/>
              <a:gd name="connsiteY88" fmla="*/ 6446601 h 6861600"/>
              <a:gd name="connsiteX89" fmla="*/ 423579 w 8911685"/>
              <a:gd name="connsiteY89" fmla="*/ 6494464 h 6861600"/>
              <a:gd name="connsiteX90" fmla="*/ 719317 w 8911685"/>
              <a:gd name="connsiteY90" fmla="*/ 6494464 h 6861600"/>
              <a:gd name="connsiteX91" fmla="*/ 766381 w 8911685"/>
              <a:gd name="connsiteY91" fmla="*/ 6446601 h 6861600"/>
              <a:gd name="connsiteX92" fmla="*/ 766381 w 8911685"/>
              <a:gd name="connsiteY92" fmla="*/ 6125599 h 6861600"/>
              <a:gd name="connsiteX93" fmla="*/ 719317 w 8911685"/>
              <a:gd name="connsiteY93" fmla="*/ 6077736 h 6861600"/>
              <a:gd name="connsiteX94" fmla="*/ 0 w 8911685"/>
              <a:gd name="connsiteY94" fmla="*/ 0 h 6861600"/>
              <a:gd name="connsiteX95" fmla="*/ 8911685 w 8911685"/>
              <a:gd name="connsiteY95" fmla="*/ 3551 h 6861600"/>
              <a:gd name="connsiteX96" fmla="*/ 8911685 w 8911685"/>
              <a:gd name="connsiteY96" fmla="*/ 6021290 h 6861600"/>
              <a:gd name="connsiteX97" fmla="*/ 8157291 w 8911685"/>
              <a:gd name="connsiteY97" fmla="*/ 6857262 h 6861600"/>
              <a:gd name="connsiteX98" fmla="*/ 8071384 w 8911685"/>
              <a:gd name="connsiteY98" fmla="*/ 6861600 h 6861600"/>
              <a:gd name="connsiteX99" fmla="*/ 0 w 8911685"/>
              <a:gd name="connsiteY99" fmla="*/ 6861600 h 686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</a:cxnLst>
            <a:rect l="l" t="t" r="r" b="b"/>
            <a:pathLst>
              <a:path w="8911685" h="6861600">
                <a:moveTo>
                  <a:pt x="1657413" y="6230260"/>
                </a:moveTo>
                <a:lnTo>
                  <a:pt x="1747724" y="6230260"/>
                </a:lnTo>
                <a:lnTo>
                  <a:pt x="1747724" y="6278123"/>
                </a:lnTo>
                <a:lnTo>
                  <a:pt x="1657413" y="6278123"/>
                </a:lnTo>
                <a:close/>
                <a:moveTo>
                  <a:pt x="1280903" y="6228345"/>
                </a:moveTo>
                <a:lnTo>
                  <a:pt x="1312703" y="6306841"/>
                </a:lnTo>
                <a:lnTo>
                  <a:pt x="1249104" y="6306841"/>
                </a:lnTo>
                <a:close/>
                <a:moveTo>
                  <a:pt x="2035831" y="6194522"/>
                </a:moveTo>
                <a:lnTo>
                  <a:pt x="2035831" y="6377678"/>
                </a:lnTo>
                <a:lnTo>
                  <a:pt x="2079715" y="6377678"/>
                </a:lnTo>
                <a:lnTo>
                  <a:pt x="2079715" y="6293439"/>
                </a:lnTo>
                <a:lnTo>
                  <a:pt x="2162394" y="6377678"/>
                </a:lnTo>
                <a:lnTo>
                  <a:pt x="2222814" y="6377678"/>
                </a:lnTo>
                <a:lnTo>
                  <a:pt x="2122963" y="6280037"/>
                </a:lnTo>
                <a:lnTo>
                  <a:pt x="2218998" y="6194522"/>
                </a:lnTo>
                <a:lnTo>
                  <a:pt x="2160486" y="6194522"/>
                </a:lnTo>
                <a:lnTo>
                  <a:pt x="2079715" y="6268550"/>
                </a:lnTo>
                <a:lnTo>
                  <a:pt x="2079715" y="6194522"/>
                </a:lnTo>
                <a:close/>
                <a:moveTo>
                  <a:pt x="1614165" y="6194522"/>
                </a:moveTo>
                <a:lnTo>
                  <a:pt x="1614165" y="6377678"/>
                </a:lnTo>
                <a:lnTo>
                  <a:pt x="1657413" y="6377678"/>
                </a:lnTo>
                <a:lnTo>
                  <a:pt x="1657413" y="6314499"/>
                </a:lnTo>
                <a:lnTo>
                  <a:pt x="1704477" y="6314499"/>
                </a:lnTo>
                <a:lnTo>
                  <a:pt x="1743908" y="6377678"/>
                </a:lnTo>
                <a:lnTo>
                  <a:pt x="1790972" y="6377678"/>
                </a:lnTo>
                <a:lnTo>
                  <a:pt x="1749632" y="6314499"/>
                </a:lnTo>
                <a:lnTo>
                  <a:pt x="1753448" y="6314499"/>
                </a:lnTo>
                <a:cubicBezTo>
                  <a:pt x="1777616" y="6314499"/>
                  <a:pt x="1789064" y="6301097"/>
                  <a:pt x="1789064" y="6285781"/>
                </a:cubicBezTo>
                <a:lnTo>
                  <a:pt x="1789064" y="6225154"/>
                </a:lnTo>
                <a:cubicBezTo>
                  <a:pt x="1789064" y="6206009"/>
                  <a:pt x="1777616" y="6194522"/>
                  <a:pt x="1759172" y="6194522"/>
                </a:cubicBezTo>
                <a:close/>
                <a:moveTo>
                  <a:pt x="1408738" y="6194522"/>
                </a:moveTo>
                <a:lnTo>
                  <a:pt x="1408738" y="6377678"/>
                </a:lnTo>
                <a:lnTo>
                  <a:pt x="1582365" y="6377678"/>
                </a:lnTo>
                <a:lnTo>
                  <a:pt x="1582365" y="6341302"/>
                </a:lnTo>
                <a:lnTo>
                  <a:pt x="1450078" y="6341302"/>
                </a:lnTo>
                <a:lnTo>
                  <a:pt x="1450078" y="6303012"/>
                </a:lnTo>
                <a:lnTo>
                  <a:pt x="1563285" y="6303012"/>
                </a:lnTo>
                <a:lnTo>
                  <a:pt x="1563285" y="6266636"/>
                </a:lnTo>
                <a:lnTo>
                  <a:pt x="1450078" y="6266636"/>
                </a:lnTo>
                <a:lnTo>
                  <a:pt x="1450078" y="6230260"/>
                </a:lnTo>
                <a:lnTo>
                  <a:pt x="1580457" y="6230260"/>
                </a:lnTo>
                <a:lnTo>
                  <a:pt x="1580457" y="6194522"/>
                </a:lnTo>
                <a:close/>
                <a:moveTo>
                  <a:pt x="1252284" y="6194522"/>
                </a:moveTo>
                <a:lnTo>
                  <a:pt x="1171512" y="6377678"/>
                </a:lnTo>
                <a:lnTo>
                  <a:pt x="1218576" y="6377678"/>
                </a:lnTo>
                <a:lnTo>
                  <a:pt x="1233840" y="6341302"/>
                </a:lnTo>
                <a:lnTo>
                  <a:pt x="1327967" y="6341302"/>
                </a:lnTo>
                <a:lnTo>
                  <a:pt x="1345139" y="6377678"/>
                </a:lnTo>
                <a:lnTo>
                  <a:pt x="1390295" y="6377678"/>
                </a:lnTo>
                <a:lnTo>
                  <a:pt x="1308887" y="6194522"/>
                </a:lnTo>
                <a:close/>
                <a:moveTo>
                  <a:pt x="940009" y="6194522"/>
                </a:moveTo>
                <a:lnTo>
                  <a:pt x="940009" y="6377678"/>
                </a:lnTo>
                <a:lnTo>
                  <a:pt x="979441" y="6377678"/>
                </a:lnTo>
                <a:lnTo>
                  <a:pt x="979441" y="6272379"/>
                </a:lnTo>
                <a:lnTo>
                  <a:pt x="1026505" y="6377678"/>
                </a:lnTo>
                <a:lnTo>
                  <a:pt x="1067844" y="6377678"/>
                </a:lnTo>
                <a:lnTo>
                  <a:pt x="1114908" y="6270465"/>
                </a:lnTo>
                <a:lnTo>
                  <a:pt x="1114908" y="6377678"/>
                </a:lnTo>
                <a:lnTo>
                  <a:pt x="1154340" y="6377678"/>
                </a:lnTo>
                <a:lnTo>
                  <a:pt x="1154340" y="6194522"/>
                </a:lnTo>
                <a:lnTo>
                  <a:pt x="1107276" y="6194522"/>
                </a:lnTo>
                <a:lnTo>
                  <a:pt x="1046857" y="6331730"/>
                </a:lnTo>
                <a:lnTo>
                  <a:pt x="987073" y="6194522"/>
                </a:lnTo>
                <a:close/>
                <a:moveTo>
                  <a:pt x="1853300" y="6193884"/>
                </a:moveTo>
                <a:cubicBezTo>
                  <a:pt x="1838672" y="6193884"/>
                  <a:pt x="1825316" y="6205371"/>
                  <a:pt x="1825316" y="6222602"/>
                </a:cubicBezTo>
                <a:lnTo>
                  <a:pt x="1825316" y="6276209"/>
                </a:lnTo>
                <a:cubicBezTo>
                  <a:pt x="1825316" y="6291525"/>
                  <a:pt x="1836128" y="6303012"/>
                  <a:pt x="1853300" y="6303012"/>
                </a:cubicBezTo>
                <a:lnTo>
                  <a:pt x="1955059" y="6303012"/>
                </a:lnTo>
                <a:lnTo>
                  <a:pt x="1955059" y="6341302"/>
                </a:lnTo>
                <a:lnTo>
                  <a:pt x="1866656" y="6341302"/>
                </a:lnTo>
                <a:lnTo>
                  <a:pt x="1866656" y="6327901"/>
                </a:lnTo>
                <a:lnTo>
                  <a:pt x="1823408" y="6327901"/>
                </a:lnTo>
                <a:lnTo>
                  <a:pt x="1823408" y="6350875"/>
                </a:lnTo>
                <a:cubicBezTo>
                  <a:pt x="1823408" y="6366191"/>
                  <a:pt x="1832312" y="6377678"/>
                  <a:pt x="1851392" y="6377678"/>
                </a:cubicBezTo>
                <a:lnTo>
                  <a:pt x="1866656" y="6377678"/>
                </a:lnTo>
                <a:lnTo>
                  <a:pt x="1968415" y="6377678"/>
                </a:lnTo>
                <a:cubicBezTo>
                  <a:pt x="1986859" y="6377678"/>
                  <a:pt x="1996399" y="6366191"/>
                  <a:pt x="1996399" y="6348961"/>
                </a:cubicBezTo>
                <a:lnTo>
                  <a:pt x="1996399" y="6297268"/>
                </a:lnTo>
                <a:cubicBezTo>
                  <a:pt x="1996399" y="6278123"/>
                  <a:pt x="1983679" y="6266636"/>
                  <a:pt x="1968415" y="6266636"/>
                </a:cubicBezTo>
                <a:lnTo>
                  <a:pt x="1866656" y="6266636"/>
                </a:lnTo>
                <a:lnTo>
                  <a:pt x="1866656" y="6230260"/>
                </a:lnTo>
                <a:lnTo>
                  <a:pt x="1955059" y="6230260"/>
                </a:lnTo>
                <a:lnTo>
                  <a:pt x="1955059" y="6245576"/>
                </a:lnTo>
                <a:lnTo>
                  <a:pt x="1996399" y="6245576"/>
                </a:lnTo>
                <a:lnTo>
                  <a:pt x="1996399" y="6224516"/>
                </a:lnTo>
                <a:cubicBezTo>
                  <a:pt x="1996399" y="6205371"/>
                  <a:pt x="1985587" y="6193884"/>
                  <a:pt x="1970323" y="6193884"/>
                </a:cubicBezTo>
                <a:close/>
                <a:moveTo>
                  <a:pt x="423579" y="6077736"/>
                </a:moveTo>
                <a:cubicBezTo>
                  <a:pt x="399411" y="6077736"/>
                  <a:pt x="378423" y="6098796"/>
                  <a:pt x="378423" y="6125599"/>
                </a:cubicBezTo>
                <a:lnTo>
                  <a:pt x="378423" y="6446601"/>
                </a:lnTo>
                <a:cubicBezTo>
                  <a:pt x="378423" y="6473405"/>
                  <a:pt x="399411" y="6494464"/>
                  <a:pt x="423579" y="6494464"/>
                </a:cubicBezTo>
                <a:lnTo>
                  <a:pt x="719317" y="6494464"/>
                </a:lnTo>
                <a:cubicBezTo>
                  <a:pt x="745393" y="6494464"/>
                  <a:pt x="766381" y="6473405"/>
                  <a:pt x="766381" y="6446601"/>
                </a:cubicBezTo>
                <a:lnTo>
                  <a:pt x="766381" y="6125599"/>
                </a:lnTo>
                <a:cubicBezTo>
                  <a:pt x="766381" y="6098796"/>
                  <a:pt x="745393" y="6077736"/>
                  <a:pt x="719317" y="6077736"/>
                </a:cubicBezTo>
                <a:close/>
                <a:moveTo>
                  <a:pt x="0" y="0"/>
                </a:moveTo>
                <a:lnTo>
                  <a:pt x="8911685" y="3551"/>
                </a:lnTo>
                <a:lnTo>
                  <a:pt x="8911685" y="6021290"/>
                </a:lnTo>
                <a:cubicBezTo>
                  <a:pt x="8911685" y="6456375"/>
                  <a:pt x="8581023" y="6814230"/>
                  <a:pt x="8157291" y="6857262"/>
                </a:cubicBezTo>
                <a:lnTo>
                  <a:pt x="8071384" y="6861600"/>
                </a:lnTo>
                <a:lnTo>
                  <a:pt x="0" y="6861600"/>
                </a:lnTo>
                <a:close/>
              </a:path>
            </a:pathLst>
          </a:custGeom>
          <a:solidFill>
            <a:srgbClr val="CFCFCF"/>
          </a:solidFill>
        </p:spPr>
        <p:txBody>
          <a:bodyPr wrap="square" tIns="72000" anchor="t" anchorCtr="0">
            <a:noAutofit/>
          </a:bodyPr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1200">
                <a:solidFill>
                  <a:schemeClr val="bg1"/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Click here and insert picture</a:t>
            </a:r>
          </a:p>
        </p:txBody>
      </p:sp>
      <p:sp>
        <p:nvSpPr>
          <p:cNvPr id="26" name="Title 1">
            <a:extLst>
              <a:ext uri="{FF2B5EF4-FFF2-40B4-BE49-F238E27FC236}">
                <a16:creationId xmlns:a16="http://schemas.microsoft.com/office/drawing/2014/main" id="{59257972-5121-7C61-D1A1-B1409EF2A53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71475" y="4267733"/>
            <a:ext cx="7962297" cy="1634060"/>
          </a:xfrm>
        </p:spPr>
        <p:txBody>
          <a:bodyPr anchor="t"/>
          <a:lstStyle>
            <a:lvl1pPr algn="l">
              <a:lnSpc>
                <a:spcPts val="5800"/>
              </a:lnSpc>
              <a:defRPr sz="4400">
                <a:solidFill>
                  <a:schemeClr val="tx1"/>
                </a:solidFill>
              </a:defRPr>
            </a:lvl1pPr>
          </a:lstStyle>
          <a:p>
            <a:r>
              <a:rPr lang="en-GB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142350090"/>
      </p:ext>
    </p:extLst>
  </p:cSld>
  <p:clrMapOvr>
    <a:masterClrMapping/>
  </p:clrMapOvr>
</p:sldLayout>
</file>

<file path=ppt/slideLayouts/slideLayout13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 P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4199616-6A9C-4C42-952E-DFE72DED9E2D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1219200" y="6278621"/>
            <a:ext cx="3285369" cy="185427"/>
          </a:xfrm>
          <a:prstGeom prst="rect">
            <a:avLst/>
          </a:prstGeom>
        </p:spPr>
        <p:txBody>
          <a:bodyPr/>
          <a:lstStyle/>
          <a:p>
            <a:r>
              <a:rPr lang="en-GB"/>
              <a:t>Insert presentation title via Header &amp; Footer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34BEFA2-A7F5-5F40-B619-989AA54C0775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3A204BC-C5BA-4EF4-ABC8-D45123A0C528}" type="slidenum">
              <a:rPr lang="en-GB" smtClean="0"/>
              <a:pPr/>
              <a:t>‹#›</a:t>
            </a:fld>
            <a:endParaRPr lang="en-GB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D3528B7-EA54-5341-85F9-390353F6965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933700" y="2686050"/>
            <a:ext cx="6324600" cy="1485900"/>
          </a:xfrm>
          <a:prstGeom prst="rect">
            <a:avLst/>
          </a:prstGeom>
        </p:spPr>
      </p:pic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F14E671A-1C27-574C-8990-6B3E82B6B69A}"/>
              </a:ext>
            </a:extLst>
          </p:cNvPr>
          <p:cNvSpPr>
            <a:spLocks noGrp="1"/>
          </p:cNvSpPr>
          <p:nvPr>
            <p:ph sz="quarter" idx="19" hasCustomPrompt="1"/>
          </p:nvPr>
        </p:nvSpPr>
        <p:spPr>
          <a:xfrm>
            <a:off x="500064" y="1949824"/>
            <a:ext cx="11194096" cy="3694113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GB" noProof="0"/>
              <a:t>Click to add text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818BF5A8-4131-3147-9488-F1AFCF65F2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0063" y="501649"/>
            <a:ext cx="11190287" cy="930275"/>
          </a:xfrm>
        </p:spPr>
        <p:txBody>
          <a:bodyPr/>
          <a:lstStyle>
            <a:lvl1pPr>
              <a:defRPr b="0" i="0">
                <a:solidFill>
                  <a:schemeClr val="tx2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GB" noProof="0"/>
          </a:p>
        </p:txBody>
      </p:sp>
    </p:spTree>
    <p:extLst>
      <p:ext uri="{BB962C8B-B14F-4D97-AF65-F5344CB8AC3E}">
        <p14:creationId xmlns:p14="http://schemas.microsoft.com/office/powerpoint/2010/main" val="1941481460"/>
      </p:ext>
    </p:extLst>
  </p:cSld>
  <p:clrMapOvr>
    <a:masterClrMapping/>
  </p:clrMapOvr>
</p:sldLayout>
</file>

<file path=ppt/slideLayouts/slideLayout13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A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Rectangle 54">
            <a:extLst>
              <a:ext uri="{FF2B5EF4-FFF2-40B4-BE49-F238E27FC236}">
                <a16:creationId xmlns:a16="http://schemas.microsoft.com/office/drawing/2014/main" id="{BF8EABB9-2726-EF25-A159-0DADAA8F8337}"/>
              </a:ext>
            </a:extLst>
          </p:cNvPr>
          <p:cNvSpPr/>
          <p:nvPr userDrawn="1"/>
        </p:nvSpPr>
        <p:spPr>
          <a:xfrm>
            <a:off x="10091738" y="5721531"/>
            <a:ext cx="1847713" cy="444319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37600" tIns="237600" rIns="237600" bIns="237600" rtlCol="0" anchor="ctr"/>
          <a:lstStyle/>
          <a:p>
            <a:pPr algn="ctr"/>
            <a:endParaRPr lang="en-001" sz="2000" noProof="0" err="1"/>
          </a:p>
        </p:txBody>
      </p:sp>
      <p:pic>
        <p:nvPicPr>
          <p:cNvPr id="54" name="Graphic 53">
            <a:extLst>
              <a:ext uri="{FF2B5EF4-FFF2-40B4-BE49-F238E27FC236}">
                <a16:creationId xmlns:a16="http://schemas.microsoft.com/office/drawing/2014/main" id="{437E6E57-6C0D-F296-9901-9A036BA9AAE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55600" y="5731764"/>
            <a:ext cx="1863471" cy="459486"/>
          </a:xfrm>
          <a:prstGeom prst="rect">
            <a:avLst/>
          </a:prstGeom>
        </p:spPr>
      </p:pic>
      <p:sp>
        <p:nvSpPr>
          <p:cNvPr id="53" name="Picture Placeholder 52">
            <a:extLst>
              <a:ext uri="{FF2B5EF4-FFF2-40B4-BE49-F238E27FC236}">
                <a16:creationId xmlns:a16="http://schemas.microsoft.com/office/drawing/2014/main" id="{8E3190AD-F65F-D344-41C3-4517CA23919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3200" cy="6861600"/>
          </a:xfrm>
          <a:custGeom>
            <a:avLst/>
            <a:gdLst>
              <a:gd name="connsiteX0" fmla="*/ 1656213 w 12193200"/>
              <a:gd name="connsiteY0" fmla="*/ 5905985 h 6861600"/>
              <a:gd name="connsiteX1" fmla="*/ 1746524 w 12193200"/>
              <a:gd name="connsiteY1" fmla="*/ 5905985 h 6861600"/>
              <a:gd name="connsiteX2" fmla="*/ 1746524 w 12193200"/>
              <a:gd name="connsiteY2" fmla="*/ 5953848 h 6861600"/>
              <a:gd name="connsiteX3" fmla="*/ 1656213 w 12193200"/>
              <a:gd name="connsiteY3" fmla="*/ 5953848 h 6861600"/>
              <a:gd name="connsiteX4" fmla="*/ 1279703 w 12193200"/>
              <a:gd name="connsiteY4" fmla="*/ 5904070 h 6861600"/>
              <a:gd name="connsiteX5" fmla="*/ 1311503 w 12193200"/>
              <a:gd name="connsiteY5" fmla="*/ 5982566 h 6861600"/>
              <a:gd name="connsiteX6" fmla="*/ 1247904 w 12193200"/>
              <a:gd name="connsiteY6" fmla="*/ 5982566 h 6861600"/>
              <a:gd name="connsiteX7" fmla="*/ 11590810 w 12193200"/>
              <a:gd name="connsiteY7" fmla="*/ 5903366 h 6861600"/>
              <a:gd name="connsiteX8" fmla="*/ 11609065 w 12193200"/>
              <a:gd name="connsiteY8" fmla="*/ 5903366 h 6861600"/>
              <a:gd name="connsiteX9" fmla="*/ 11621841 w 12193200"/>
              <a:gd name="connsiteY9" fmla="*/ 5970409 h 6861600"/>
              <a:gd name="connsiteX10" fmla="*/ 11578548 w 12193200"/>
              <a:gd name="connsiteY10" fmla="*/ 5970409 h 6861600"/>
              <a:gd name="connsiteX11" fmla="*/ 10356904 w 12193200"/>
              <a:gd name="connsiteY11" fmla="*/ 5903366 h 6861600"/>
              <a:gd name="connsiteX12" fmla="*/ 10375160 w 12193200"/>
              <a:gd name="connsiteY12" fmla="*/ 5903366 h 6861600"/>
              <a:gd name="connsiteX13" fmla="*/ 10387940 w 12193200"/>
              <a:gd name="connsiteY13" fmla="*/ 5970409 h 6861600"/>
              <a:gd name="connsiteX14" fmla="*/ 10344647 w 12193200"/>
              <a:gd name="connsiteY14" fmla="*/ 5970409 h 6861600"/>
              <a:gd name="connsiteX15" fmla="*/ 2034631 w 12193200"/>
              <a:gd name="connsiteY15" fmla="*/ 5870247 h 6861600"/>
              <a:gd name="connsiteX16" fmla="*/ 2034631 w 12193200"/>
              <a:gd name="connsiteY16" fmla="*/ 6053403 h 6861600"/>
              <a:gd name="connsiteX17" fmla="*/ 2078515 w 12193200"/>
              <a:gd name="connsiteY17" fmla="*/ 6053403 h 6861600"/>
              <a:gd name="connsiteX18" fmla="*/ 2078515 w 12193200"/>
              <a:gd name="connsiteY18" fmla="*/ 5969164 h 6861600"/>
              <a:gd name="connsiteX19" fmla="*/ 2161194 w 12193200"/>
              <a:gd name="connsiteY19" fmla="*/ 6053403 h 6861600"/>
              <a:gd name="connsiteX20" fmla="*/ 2221614 w 12193200"/>
              <a:gd name="connsiteY20" fmla="*/ 6053403 h 6861600"/>
              <a:gd name="connsiteX21" fmla="*/ 2121763 w 12193200"/>
              <a:gd name="connsiteY21" fmla="*/ 5955762 h 6861600"/>
              <a:gd name="connsiteX22" fmla="*/ 2217798 w 12193200"/>
              <a:gd name="connsiteY22" fmla="*/ 5870247 h 6861600"/>
              <a:gd name="connsiteX23" fmla="*/ 2159286 w 12193200"/>
              <a:gd name="connsiteY23" fmla="*/ 5870247 h 6861600"/>
              <a:gd name="connsiteX24" fmla="*/ 2078515 w 12193200"/>
              <a:gd name="connsiteY24" fmla="*/ 5944275 h 6861600"/>
              <a:gd name="connsiteX25" fmla="*/ 2078515 w 12193200"/>
              <a:gd name="connsiteY25" fmla="*/ 5870247 h 6861600"/>
              <a:gd name="connsiteX26" fmla="*/ 1612965 w 12193200"/>
              <a:gd name="connsiteY26" fmla="*/ 5870247 h 6861600"/>
              <a:gd name="connsiteX27" fmla="*/ 1612965 w 12193200"/>
              <a:gd name="connsiteY27" fmla="*/ 6053403 h 6861600"/>
              <a:gd name="connsiteX28" fmla="*/ 1656213 w 12193200"/>
              <a:gd name="connsiteY28" fmla="*/ 6053403 h 6861600"/>
              <a:gd name="connsiteX29" fmla="*/ 1656213 w 12193200"/>
              <a:gd name="connsiteY29" fmla="*/ 5990224 h 6861600"/>
              <a:gd name="connsiteX30" fmla="*/ 1703277 w 12193200"/>
              <a:gd name="connsiteY30" fmla="*/ 5990224 h 6861600"/>
              <a:gd name="connsiteX31" fmla="*/ 1742708 w 12193200"/>
              <a:gd name="connsiteY31" fmla="*/ 6053403 h 6861600"/>
              <a:gd name="connsiteX32" fmla="*/ 1789772 w 12193200"/>
              <a:gd name="connsiteY32" fmla="*/ 6053403 h 6861600"/>
              <a:gd name="connsiteX33" fmla="*/ 1748432 w 12193200"/>
              <a:gd name="connsiteY33" fmla="*/ 5990224 h 6861600"/>
              <a:gd name="connsiteX34" fmla="*/ 1752248 w 12193200"/>
              <a:gd name="connsiteY34" fmla="*/ 5990224 h 6861600"/>
              <a:gd name="connsiteX35" fmla="*/ 1787864 w 12193200"/>
              <a:gd name="connsiteY35" fmla="*/ 5961506 h 6861600"/>
              <a:gd name="connsiteX36" fmla="*/ 1787864 w 12193200"/>
              <a:gd name="connsiteY36" fmla="*/ 5900879 h 6861600"/>
              <a:gd name="connsiteX37" fmla="*/ 1757972 w 12193200"/>
              <a:gd name="connsiteY37" fmla="*/ 5870247 h 6861600"/>
              <a:gd name="connsiteX38" fmla="*/ 1407538 w 12193200"/>
              <a:gd name="connsiteY38" fmla="*/ 5870247 h 6861600"/>
              <a:gd name="connsiteX39" fmla="*/ 1407538 w 12193200"/>
              <a:gd name="connsiteY39" fmla="*/ 6053403 h 6861600"/>
              <a:gd name="connsiteX40" fmla="*/ 1581165 w 12193200"/>
              <a:gd name="connsiteY40" fmla="*/ 6053403 h 6861600"/>
              <a:gd name="connsiteX41" fmla="*/ 1581165 w 12193200"/>
              <a:gd name="connsiteY41" fmla="*/ 6017027 h 6861600"/>
              <a:gd name="connsiteX42" fmla="*/ 1448878 w 12193200"/>
              <a:gd name="connsiteY42" fmla="*/ 6017027 h 6861600"/>
              <a:gd name="connsiteX43" fmla="*/ 1448878 w 12193200"/>
              <a:gd name="connsiteY43" fmla="*/ 5978737 h 6861600"/>
              <a:gd name="connsiteX44" fmla="*/ 1562085 w 12193200"/>
              <a:gd name="connsiteY44" fmla="*/ 5978737 h 6861600"/>
              <a:gd name="connsiteX45" fmla="*/ 1562085 w 12193200"/>
              <a:gd name="connsiteY45" fmla="*/ 5942361 h 6861600"/>
              <a:gd name="connsiteX46" fmla="*/ 1448878 w 12193200"/>
              <a:gd name="connsiteY46" fmla="*/ 5942361 h 6861600"/>
              <a:gd name="connsiteX47" fmla="*/ 1448878 w 12193200"/>
              <a:gd name="connsiteY47" fmla="*/ 5905985 h 6861600"/>
              <a:gd name="connsiteX48" fmla="*/ 1579257 w 12193200"/>
              <a:gd name="connsiteY48" fmla="*/ 5905985 h 6861600"/>
              <a:gd name="connsiteX49" fmla="*/ 1579257 w 12193200"/>
              <a:gd name="connsiteY49" fmla="*/ 5870247 h 6861600"/>
              <a:gd name="connsiteX50" fmla="*/ 1251084 w 12193200"/>
              <a:gd name="connsiteY50" fmla="*/ 5870247 h 6861600"/>
              <a:gd name="connsiteX51" fmla="*/ 1170312 w 12193200"/>
              <a:gd name="connsiteY51" fmla="*/ 6053403 h 6861600"/>
              <a:gd name="connsiteX52" fmla="*/ 1217376 w 12193200"/>
              <a:gd name="connsiteY52" fmla="*/ 6053403 h 6861600"/>
              <a:gd name="connsiteX53" fmla="*/ 1232640 w 12193200"/>
              <a:gd name="connsiteY53" fmla="*/ 6017027 h 6861600"/>
              <a:gd name="connsiteX54" fmla="*/ 1326767 w 12193200"/>
              <a:gd name="connsiteY54" fmla="*/ 6017027 h 6861600"/>
              <a:gd name="connsiteX55" fmla="*/ 1343939 w 12193200"/>
              <a:gd name="connsiteY55" fmla="*/ 6053403 h 6861600"/>
              <a:gd name="connsiteX56" fmla="*/ 1389095 w 12193200"/>
              <a:gd name="connsiteY56" fmla="*/ 6053403 h 6861600"/>
              <a:gd name="connsiteX57" fmla="*/ 1307687 w 12193200"/>
              <a:gd name="connsiteY57" fmla="*/ 5870247 h 6861600"/>
              <a:gd name="connsiteX58" fmla="*/ 938809 w 12193200"/>
              <a:gd name="connsiteY58" fmla="*/ 5870247 h 6861600"/>
              <a:gd name="connsiteX59" fmla="*/ 938809 w 12193200"/>
              <a:gd name="connsiteY59" fmla="*/ 6053403 h 6861600"/>
              <a:gd name="connsiteX60" fmla="*/ 978241 w 12193200"/>
              <a:gd name="connsiteY60" fmla="*/ 6053403 h 6861600"/>
              <a:gd name="connsiteX61" fmla="*/ 978241 w 12193200"/>
              <a:gd name="connsiteY61" fmla="*/ 5948104 h 6861600"/>
              <a:gd name="connsiteX62" fmla="*/ 1025305 w 12193200"/>
              <a:gd name="connsiteY62" fmla="*/ 6053403 h 6861600"/>
              <a:gd name="connsiteX63" fmla="*/ 1066644 w 12193200"/>
              <a:gd name="connsiteY63" fmla="*/ 6053403 h 6861600"/>
              <a:gd name="connsiteX64" fmla="*/ 1113708 w 12193200"/>
              <a:gd name="connsiteY64" fmla="*/ 5946190 h 6861600"/>
              <a:gd name="connsiteX65" fmla="*/ 1113708 w 12193200"/>
              <a:gd name="connsiteY65" fmla="*/ 6053403 h 6861600"/>
              <a:gd name="connsiteX66" fmla="*/ 1153140 w 12193200"/>
              <a:gd name="connsiteY66" fmla="*/ 6053403 h 6861600"/>
              <a:gd name="connsiteX67" fmla="*/ 1153140 w 12193200"/>
              <a:gd name="connsiteY67" fmla="*/ 5870247 h 6861600"/>
              <a:gd name="connsiteX68" fmla="*/ 1106076 w 12193200"/>
              <a:gd name="connsiteY68" fmla="*/ 5870247 h 6861600"/>
              <a:gd name="connsiteX69" fmla="*/ 1045657 w 12193200"/>
              <a:gd name="connsiteY69" fmla="*/ 6007455 h 6861600"/>
              <a:gd name="connsiteX70" fmla="*/ 985873 w 12193200"/>
              <a:gd name="connsiteY70" fmla="*/ 5870247 h 6861600"/>
              <a:gd name="connsiteX71" fmla="*/ 1852100 w 12193200"/>
              <a:gd name="connsiteY71" fmla="*/ 5869609 h 6861600"/>
              <a:gd name="connsiteX72" fmla="*/ 1824116 w 12193200"/>
              <a:gd name="connsiteY72" fmla="*/ 5898327 h 6861600"/>
              <a:gd name="connsiteX73" fmla="*/ 1824116 w 12193200"/>
              <a:gd name="connsiteY73" fmla="*/ 5951934 h 6861600"/>
              <a:gd name="connsiteX74" fmla="*/ 1852100 w 12193200"/>
              <a:gd name="connsiteY74" fmla="*/ 5978737 h 6861600"/>
              <a:gd name="connsiteX75" fmla="*/ 1953859 w 12193200"/>
              <a:gd name="connsiteY75" fmla="*/ 5978737 h 6861600"/>
              <a:gd name="connsiteX76" fmla="*/ 1953859 w 12193200"/>
              <a:gd name="connsiteY76" fmla="*/ 6017027 h 6861600"/>
              <a:gd name="connsiteX77" fmla="*/ 1865456 w 12193200"/>
              <a:gd name="connsiteY77" fmla="*/ 6017027 h 6861600"/>
              <a:gd name="connsiteX78" fmla="*/ 1865456 w 12193200"/>
              <a:gd name="connsiteY78" fmla="*/ 6003626 h 6861600"/>
              <a:gd name="connsiteX79" fmla="*/ 1822208 w 12193200"/>
              <a:gd name="connsiteY79" fmla="*/ 6003626 h 6861600"/>
              <a:gd name="connsiteX80" fmla="*/ 1822208 w 12193200"/>
              <a:gd name="connsiteY80" fmla="*/ 6026600 h 6861600"/>
              <a:gd name="connsiteX81" fmla="*/ 1850192 w 12193200"/>
              <a:gd name="connsiteY81" fmla="*/ 6053403 h 6861600"/>
              <a:gd name="connsiteX82" fmla="*/ 1865456 w 12193200"/>
              <a:gd name="connsiteY82" fmla="*/ 6053403 h 6861600"/>
              <a:gd name="connsiteX83" fmla="*/ 1967215 w 12193200"/>
              <a:gd name="connsiteY83" fmla="*/ 6053403 h 6861600"/>
              <a:gd name="connsiteX84" fmla="*/ 1995199 w 12193200"/>
              <a:gd name="connsiteY84" fmla="*/ 6024686 h 6861600"/>
              <a:gd name="connsiteX85" fmla="*/ 1995199 w 12193200"/>
              <a:gd name="connsiteY85" fmla="*/ 5972993 h 6861600"/>
              <a:gd name="connsiteX86" fmla="*/ 1967215 w 12193200"/>
              <a:gd name="connsiteY86" fmla="*/ 5942361 h 6861600"/>
              <a:gd name="connsiteX87" fmla="*/ 1865456 w 12193200"/>
              <a:gd name="connsiteY87" fmla="*/ 5942361 h 6861600"/>
              <a:gd name="connsiteX88" fmla="*/ 1865456 w 12193200"/>
              <a:gd name="connsiteY88" fmla="*/ 5905985 h 6861600"/>
              <a:gd name="connsiteX89" fmla="*/ 1953859 w 12193200"/>
              <a:gd name="connsiteY89" fmla="*/ 5905985 h 6861600"/>
              <a:gd name="connsiteX90" fmla="*/ 1953859 w 12193200"/>
              <a:gd name="connsiteY90" fmla="*/ 5921301 h 6861600"/>
              <a:gd name="connsiteX91" fmla="*/ 1995199 w 12193200"/>
              <a:gd name="connsiteY91" fmla="*/ 5921301 h 6861600"/>
              <a:gd name="connsiteX92" fmla="*/ 1995199 w 12193200"/>
              <a:gd name="connsiteY92" fmla="*/ 5900241 h 6861600"/>
              <a:gd name="connsiteX93" fmla="*/ 1969123 w 12193200"/>
              <a:gd name="connsiteY93" fmla="*/ 5869609 h 6861600"/>
              <a:gd name="connsiteX94" fmla="*/ 11668273 w 12193200"/>
              <a:gd name="connsiteY94" fmla="*/ 5868556 h 6861600"/>
              <a:gd name="connsiteX95" fmla="*/ 11723299 w 12193200"/>
              <a:gd name="connsiteY95" fmla="*/ 5983559 h 6861600"/>
              <a:gd name="connsiteX96" fmla="*/ 11723299 w 12193200"/>
              <a:gd name="connsiteY96" fmla="*/ 6049054 h 6861600"/>
              <a:gd name="connsiteX97" fmla="*/ 11765029 w 12193200"/>
              <a:gd name="connsiteY97" fmla="*/ 6049054 h 6861600"/>
              <a:gd name="connsiteX98" fmla="*/ 11765029 w 12193200"/>
              <a:gd name="connsiteY98" fmla="*/ 5983559 h 6861600"/>
              <a:gd name="connsiteX99" fmla="*/ 11820060 w 12193200"/>
              <a:gd name="connsiteY99" fmla="*/ 5868556 h 6861600"/>
              <a:gd name="connsiteX100" fmla="*/ 11777026 w 12193200"/>
              <a:gd name="connsiteY100" fmla="*/ 5868556 h 6861600"/>
              <a:gd name="connsiteX101" fmla="*/ 11744427 w 12193200"/>
              <a:gd name="connsiteY101" fmla="*/ 5945396 h 6861600"/>
              <a:gd name="connsiteX102" fmla="*/ 11711566 w 12193200"/>
              <a:gd name="connsiteY102" fmla="*/ 5868556 h 6861600"/>
              <a:gd name="connsiteX103" fmla="*/ 11569685 w 12193200"/>
              <a:gd name="connsiteY103" fmla="*/ 5868556 h 6861600"/>
              <a:gd name="connsiteX104" fmla="*/ 11557946 w 12193200"/>
              <a:gd name="connsiteY104" fmla="*/ 5878354 h 6861600"/>
              <a:gd name="connsiteX105" fmla="*/ 11522999 w 12193200"/>
              <a:gd name="connsiteY105" fmla="*/ 6049054 h 6861600"/>
              <a:gd name="connsiteX106" fmla="*/ 11564204 w 12193200"/>
              <a:gd name="connsiteY106" fmla="*/ 6049054 h 6861600"/>
              <a:gd name="connsiteX107" fmla="*/ 11572292 w 12193200"/>
              <a:gd name="connsiteY107" fmla="*/ 6005219 h 6861600"/>
              <a:gd name="connsiteX108" fmla="*/ 11628363 w 12193200"/>
              <a:gd name="connsiteY108" fmla="*/ 6005219 h 6861600"/>
              <a:gd name="connsiteX109" fmla="*/ 11636710 w 12193200"/>
              <a:gd name="connsiteY109" fmla="*/ 6049054 h 6861600"/>
              <a:gd name="connsiteX110" fmla="*/ 11678697 w 12193200"/>
              <a:gd name="connsiteY110" fmla="*/ 6049054 h 6861600"/>
              <a:gd name="connsiteX111" fmla="*/ 11642448 w 12193200"/>
              <a:gd name="connsiteY111" fmla="*/ 5878354 h 6861600"/>
              <a:gd name="connsiteX112" fmla="*/ 11630711 w 12193200"/>
              <a:gd name="connsiteY112" fmla="*/ 5868556 h 6861600"/>
              <a:gd name="connsiteX113" fmla="*/ 11293745 w 12193200"/>
              <a:gd name="connsiteY113" fmla="*/ 5868556 h 6861600"/>
              <a:gd name="connsiteX114" fmla="*/ 11325040 w 12193200"/>
              <a:gd name="connsiteY114" fmla="*/ 6040546 h 6861600"/>
              <a:gd name="connsiteX115" fmla="*/ 11334691 w 12193200"/>
              <a:gd name="connsiteY115" fmla="*/ 6049054 h 6861600"/>
              <a:gd name="connsiteX116" fmla="*/ 11373289 w 12193200"/>
              <a:gd name="connsiteY116" fmla="*/ 6049054 h 6861600"/>
              <a:gd name="connsiteX117" fmla="*/ 11383200 w 12193200"/>
              <a:gd name="connsiteY117" fmla="*/ 6041061 h 6861600"/>
              <a:gd name="connsiteX118" fmla="*/ 11407979 w 12193200"/>
              <a:gd name="connsiteY118" fmla="*/ 5923221 h 6861600"/>
              <a:gd name="connsiteX119" fmla="*/ 11433797 w 12193200"/>
              <a:gd name="connsiteY119" fmla="*/ 6041061 h 6861600"/>
              <a:gd name="connsiteX120" fmla="*/ 11444491 w 12193200"/>
              <a:gd name="connsiteY120" fmla="*/ 6049054 h 6861600"/>
              <a:gd name="connsiteX121" fmla="*/ 11481522 w 12193200"/>
              <a:gd name="connsiteY121" fmla="*/ 6049054 h 6861600"/>
              <a:gd name="connsiteX122" fmla="*/ 11491171 w 12193200"/>
              <a:gd name="connsiteY122" fmla="*/ 6040546 h 6861600"/>
              <a:gd name="connsiteX123" fmla="*/ 11522208 w 12193200"/>
              <a:gd name="connsiteY123" fmla="*/ 5868556 h 6861600"/>
              <a:gd name="connsiteX124" fmla="*/ 11483089 w 12193200"/>
              <a:gd name="connsiteY124" fmla="*/ 5868556 h 6861600"/>
              <a:gd name="connsiteX125" fmla="*/ 11461701 w 12193200"/>
              <a:gd name="connsiteY125" fmla="*/ 6009087 h 6861600"/>
              <a:gd name="connsiteX126" fmla="*/ 11430145 w 12193200"/>
              <a:gd name="connsiteY126" fmla="*/ 5868556 h 6861600"/>
              <a:gd name="connsiteX127" fmla="*/ 11386588 w 12193200"/>
              <a:gd name="connsiteY127" fmla="*/ 5868556 h 6861600"/>
              <a:gd name="connsiteX128" fmla="*/ 11355816 w 12193200"/>
              <a:gd name="connsiteY128" fmla="*/ 6009087 h 6861600"/>
              <a:gd name="connsiteX129" fmla="*/ 11333909 w 12193200"/>
              <a:gd name="connsiteY129" fmla="*/ 5868556 h 6861600"/>
              <a:gd name="connsiteX130" fmla="*/ 11112223 w 12193200"/>
              <a:gd name="connsiteY130" fmla="*/ 5868556 h 6861600"/>
              <a:gd name="connsiteX131" fmla="*/ 11112223 w 12193200"/>
              <a:gd name="connsiteY131" fmla="*/ 6049054 h 6861600"/>
              <a:gd name="connsiteX132" fmla="*/ 11223323 w 12193200"/>
              <a:gd name="connsiteY132" fmla="*/ 6049054 h 6861600"/>
              <a:gd name="connsiteX133" fmla="*/ 11223323 w 12193200"/>
              <a:gd name="connsiteY133" fmla="*/ 6014244 h 6861600"/>
              <a:gd name="connsiteX134" fmla="*/ 11153951 w 12193200"/>
              <a:gd name="connsiteY134" fmla="*/ 6014244 h 6861600"/>
              <a:gd name="connsiteX135" fmla="*/ 11153951 w 12193200"/>
              <a:gd name="connsiteY135" fmla="*/ 5975050 h 6861600"/>
              <a:gd name="connsiteX136" fmla="*/ 11211325 w 12193200"/>
              <a:gd name="connsiteY136" fmla="*/ 5975050 h 6861600"/>
              <a:gd name="connsiteX137" fmla="*/ 11211325 w 12193200"/>
              <a:gd name="connsiteY137" fmla="*/ 5940240 h 6861600"/>
              <a:gd name="connsiteX138" fmla="*/ 11153951 w 12193200"/>
              <a:gd name="connsiteY138" fmla="*/ 5940240 h 6861600"/>
              <a:gd name="connsiteX139" fmla="*/ 11153951 w 12193200"/>
              <a:gd name="connsiteY139" fmla="*/ 5903366 h 6861600"/>
              <a:gd name="connsiteX140" fmla="*/ 11223323 w 12193200"/>
              <a:gd name="connsiteY140" fmla="*/ 5903366 h 6861600"/>
              <a:gd name="connsiteX141" fmla="*/ 11223323 w 12193200"/>
              <a:gd name="connsiteY141" fmla="*/ 5868556 h 6861600"/>
              <a:gd name="connsiteX142" fmla="*/ 10943215 w 12193200"/>
              <a:gd name="connsiteY142" fmla="*/ 5868556 h 6861600"/>
              <a:gd name="connsiteX143" fmla="*/ 10943215 w 12193200"/>
              <a:gd name="connsiteY143" fmla="*/ 6049054 h 6861600"/>
              <a:gd name="connsiteX144" fmla="*/ 10984945 w 12193200"/>
              <a:gd name="connsiteY144" fmla="*/ 6049054 h 6861600"/>
              <a:gd name="connsiteX145" fmla="*/ 10984945 w 12193200"/>
              <a:gd name="connsiteY145" fmla="*/ 5974534 h 6861600"/>
              <a:gd name="connsiteX146" fmla="*/ 11042060 w 12193200"/>
              <a:gd name="connsiteY146" fmla="*/ 5974534 h 6861600"/>
              <a:gd name="connsiteX147" fmla="*/ 11042060 w 12193200"/>
              <a:gd name="connsiteY147" fmla="*/ 6049054 h 6861600"/>
              <a:gd name="connsiteX148" fmla="*/ 11083787 w 12193200"/>
              <a:gd name="connsiteY148" fmla="*/ 6049054 h 6861600"/>
              <a:gd name="connsiteX149" fmla="*/ 11083787 w 12193200"/>
              <a:gd name="connsiteY149" fmla="*/ 5868556 h 6861600"/>
              <a:gd name="connsiteX150" fmla="*/ 11042060 w 12193200"/>
              <a:gd name="connsiteY150" fmla="*/ 5868556 h 6861600"/>
              <a:gd name="connsiteX151" fmla="*/ 11042060 w 12193200"/>
              <a:gd name="connsiteY151" fmla="*/ 5939724 h 6861600"/>
              <a:gd name="connsiteX152" fmla="*/ 10984945 w 12193200"/>
              <a:gd name="connsiteY152" fmla="*/ 5939724 h 6861600"/>
              <a:gd name="connsiteX153" fmla="*/ 10984945 w 12193200"/>
              <a:gd name="connsiteY153" fmla="*/ 5868556 h 6861600"/>
              <a:gd name="connsiteX154" fmla="*/ 10779428 w 12193200"/>
              <a:gd name="connsiteY154" fmla="*/ 5868556 h 6861600"/>
              <a:gd name="connsiteX155" fmla="*/ 10779428 w 12193200"/>
              <a:gd name="connsiteY155" fmla="*/ 5903366 h 6861600"/>
              <a:gd name="connsiteX156" fmla="*/ 10826632 w 12193200"/>
              <a:gd name="connsiteY156" fmla="*/ 5903366 h 6861600"/>
              <a:gd name="connsiteX157" fmla="*/ 10826632 w 12193200"/>
              <a:gd name="connsiteY157" fmla="*/ 6049054 h 6861600"/>
              <a:gd name="connsiteX158" fmla="*/ 10868360 w 12193200"/>
              <a:gd name="connsiteY158" fmla="*/ 6049054 h 6861600"/>
              <a:gd name="connsiteX159" fmla="*/ 10868360 w 12193200"/>
              <a:gd name="connsiteY159" fmla="*/ 5903366 h 6861600"/>
              <a:gd name="connsiteX160" fmla="*/ 10915564 w 12193200"/>
              <a:gd name="connsiteY160" fmla="*/ 5903366 h 6861600"/>
              <a:gd name="connsiteX161" fmla="*/ 10915564 w 12193200"/>
              <a:gd name="connsiteY161" fmla="*/ 5868556 h 6861600"/>
              <a:gd name="connsiteX162" fmla="*/ 10602853 w 12193200"/>
              <a:gd name="connsiteY162" fmla="*/ 5868556 h 6861600"/>
              <a:gd name="connsiteX163" fmla="*/ 10602853 w 12193200"/>
              <a:gd name="connsiteY163" fmla="*/ 6049054 h 6861600"/>
              <a:gd name="connsiteX164" fmla="*/ 10714217 w 12193200"/>
              <a:gd name="connsiteY164" fmla="*/ 6049054 h 6861600"/>
              <a:gd name="connsiteX165" fmla="*/ 10714217 w 12193200"/>
              <a:gd name="connsiteY165" fmla="*/ 6014244 h 6861600"/>
              <a:gd name="connsiteX166" fmla="*/ 10644583 w 12193200"/>
              <a:gd name="connsiteY166" fmla="*/ 6014244 h 6861600"/>
              <a:gd name="connsiteX167" fmla="*/ 10644583 w 12193200"/>
              <a:gd name="connsiteY167" fmla="*/ 5868556 h 6861600"/>
              <a:gd name="connsiteX168" fmla="*/ 10467490 w 12193200"/>
              <a:gd name="connsiteY168" fmla="*/ 5868556 h 6861600"/>
              <a:gd name="connsiteX169" fmla="*/ 10467490 w 12193200"/>
              <a:gd name="connsiteY169" fmla="*/ 6049054 h 6861600"/>
              <a:gd name="connsiteX170" fmla="*/ 10578854 w 12193200"/>
              <a:gd name="connsiteY170" fmla="*/ 6049054 h 6861600"/>
              <a:gd name="connsiteX171" fmla="*/ 10578854 w 12193200"/>
              <a:gd name="connsiteY171" fmla="*/ 6014244 h 6861600"/>
              <a:gd name="connsiteX172" fmla="*/ 10509217 w 12193200"/>
              <a:gd name="connsiteY172" fmla="*/ 6014244 h 6861600"/>
              <a:gd name="connsiteX173" fmla="*/ 10509217 w 12193200"/>
              <a:gd name="connsiteY173" fmla="*/ 5868556 h 6861600"/>
              <a:gd name="connsiteX174" fmla="*/ 10335779 w 12193200"/>
              <a:gd name="connsiteY174" fmla="*/ 5868556 h 6861600"/>
              <a:gd name="connsiteX175" fmla="*/ 10324044 w 12193200"/>
              <a:gd name="connsiteY175" fmla="*/ 5878354 h 6861600"/>
              <a:gd name="connsiteX176" fmla="*/ 10289097 w 12193200"/>
              <a:gd name="connsiteY176" fmla="*/ 6049054 h 6861600"/>
              <a:gd name="connsiteX177" fmla="*/ 10330303 w 12193200"/>
              <a:gd name="connsiteY177" fmla="*/ 6049054 h 6861600"/>
              <a:gd name="connsiteX178" fmla="*/ 10338389 w 12193200"/>
              <a:gd name="connsiteY178" fmla="*/ 6005219 h 6861600"/>
              <a:gd name="connsiteX179" fmla="*/ 10394462 w 12193200"/>
              <a:gd name="connsiteY179" fmla="*/ 6005219 h 6861600"/>
              <a:gd name="connsiteX180" fmla="*/ 10402808 w 12193200"/>
              <a:gd name="connsiteY180" fmla="*/ 6049054 h 6861600"/>
              <a:gd name="connsiteX181" fmla="*/ 10444796 w 12193200"/>
              <a:gd name="connsiteY181" fmla="*/ 6049054 h 6861600"/>
              <a:gd name="connsiteX182" fmla="*/ 10408543 w 12193200"/>
              <a:gd name="connsiteY182" fmla="*/ 5878354 h 6861600"/>
              <a:gd name="connsiteX183" fmla="*/ 10396809 w 12193200"/>
              <a:gd name="connsiteY183" fmla="*/ 5868556 h 6861600"/>
              <a:gd name="connsiteX184" fmla="*/ 422379 w 12193200"/>
              <a:gd name="connsiteY184" fmla="*/ 5753461 h 6861600"/>
              <a:gd name="connsiteX185" fmla="*/ 377223 w 12193200"/>
              <a:gd name="connsiteY185" fmla="*/ 5801324 h 6861600"/>
              <a:gd name="connsiteX186" fmla="*/ 377223 w 12193200"/>
              <a:gd name="connsiteY186" fmla="*/ 6122326 h 6861600"/>
              <a:gd name="connsiteX187" fmla="*/ 422379 w 12193200"/>
              <a:gd name="connsiteY187" fmla="*/ 6170189 h 6861600"/>
              <a:gd name="connsiteX188" fmla="*/ 718117 w 12193200"/>
              <a:gd name="connsiteY188" fmla="*/ 6170189 h 6861600"/>
              <a:gd name="connsiteX189" fmla="*/ 765181 w 12193200"/>
              <a:gd name="connsiteY189" fmla="*/ 6122326 h 6861600"/>
              <a:gd name="connsiteX190" fmla="*/ 765181 w 12193200"/>
              <a:gd name="connsiteY190" fmla="*/ 5801324 h 6861600"/>
              <a:gd name="connsiteX191" fmla="*/ 718117 w 12193200"/>
              <a:gd name="connsiteY191" fmla="*/ 5753461 h 6861600"/>
              <a:gd name="connsiteX192" fmla="*/ 12192000 w 12193200"/>
              <a:gd name="connsiteY192" fmla="*/ 0 h 6861600"/>
              <a:gd name="connsiteX193" fmla="*/ 12193200 w 12193200"/>
              <a:gd name="connsiteY193" fmla="*/ 0 h 6861600"/>
              <a:gd name="connsiteX194" fmla="*/ 12193200 w 12193200"/>
              <a:gd name="connsiteY194" fmla="*/ 6861600 h 6861600"/>
              <a:gd name="connsiteX195" fmla="*/ 0 w 12193200"/>
              <a:gd name="connsiteY195" fmla="*/ 6861600 h 6861600"/>
              <a:gd name="connsiteX196" fmla="*/ 0 w 12193200"/>
              <a:gd name="connsiteY196" fmla="*/ 6858000 h 6861600"/>
              <a:gd name="connsiteX197" fmla="*/ 12192000 w 12193200"/>
              <a:gd name="connsiteY197" fmla="*/ 6858000 h 6861600"/>
              <a:gd name="connsiteX198" fmla="*/ 0 w 12193200"/>
              <a:gd name="connsiteY198" fmla="*/ 0 h 6861600"/>
              <a:gd name="connsiteX199" fmla="*/ 12191999 w 12193200"/>
              <a:gd name="connsiteY199" fmla="*/ 0 h 6861600"/>
              <a:gd name="connsiteX200" fmla="*/ 12191999 w 12193200"/>
              <a:gd name="connsiteY200" fmla="*/ 4414449 h 6861600"/>
              <a:gd name="connsiteX201" fmla="*/ 12191999 w 12193200"/>
              <a:gd name="connsiteY201" fmla="*/ 4527603 h 6861600"/>
              <a:gd name="connsiteX202" fmla="*/ 12191999 w 12193200"/>
              <a:gd name="connsiteY202" fmla="*/ 5635421 h 6861600"/>
              <a:gd name="connsiteX203" fmla="*/ 11344017 w 12193200"/>
              <a:gd name="connsiteY203" fmla="*/ 6483403 h 6861600"/>
              <a:gd name="connsiteX204" fmla="*/ 10222737 w 12193200"/>
              <a:gd name="connsiteY204" fmla="*/ 6483403 h 6861600"/>
              <a:gd name="connsiteX205" fmla="*/ 9813419 w 12193200"/>
              <a:gd name="connsiteY205" fmla="*/ 6483403 h 6861600"/>
              <a:gd name="connsiteX206" fmla="*/ 5765037 w 12193200"/>
              <a:gd name="connsiteY206" fmla="*/ 6483403 h 6861600"/>
              <a:gd name="connsiteX207" fmla="*/ 5765037 w 12193200"/>
              <a:gd name="connsiteY207" fmla="*/ 6483402 h 6861600"/>
              <a:gd name="connsiteX208" fmla="*/ 0 w 12193200"/>
              <a:gd name="connsiteY208" fmla="*/ 6483402 h 686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</a:cxnLst>
            <a:rect l="l" t="t" r="r" b="b"/>
            <a:pathLst>
              <a:path w="12193200" h="6861600">
                <a:moveTo>
                  <a:pt x="1656213" y="5905985"/>
                </a:moveTo>
                <a:lnTo>
                  <a:pt x="1746524" y="5905985"/>
                </a:lnTo>
                <a:lnTo>
                  <a:pt x="1746524" y="5953848"/>
                </a:lnTo>
                <a:lnTo>
                  <a:pt x="1656213" y="5953848"/>
                </a:lnTo>
                <a:close/>
                <a:moveTo>
                  <a:pt x="1279703" y="5904070"/>
                </a:moveTo>
                <a:lnTo>
                  <a:pt x="1311503" y="5982566"/>
                </a:lnTo>
                <a:lnTo>
                  <a:pt x="1247904" y="5982566"/>
                </a:lnTo>
                <a:close/>
                <a:moveTo>
                  <a:pt x="11590810" y="5903366"/>
                </a:moveTo>
                <a:lnTo>
                  <a:pt x="11609065" y="5903366"/>
                </a:lnTo>
                <a:lnTo>
                  <a:pt x="11621841" y="5970409"/>
                </a:lnTo>
                <a:lnTo>
                  <a:pt x="11578548" y="5970409"/>
                </a:lnTo>
                <a:close/>
                <a:moveTo>
                  <a:pt x="10356904" y="5903366"/>
                </a:moveTo>
                <a:lnTo>
                  <a:pt x="10375160" y="5903366"/>
                </a:lnTo>
                <a:lnTo>
                  <a:pt x="10387940" y="5970409"/>
                </a:lnTo>
                <a:lnTo>
                  <a:pt x="10344647" y="5970409"/>
                </a:lnTo>
                <a:close/>
                <a:moveTo>
                  <a:pt x="2034631" y="5870247"/>
                </a:moveTo>
                <a:lnTo>
                  <a:pt x="2034631" y="6053403"/>
                </a:lnTo>
                <a:lnTo>
                  <a:pt x="2078515" y="6053403"/>
                </a:lnTo>
                <a:lnTo>
                  <a:pt x="2078515" y="5969164"/>
                </a:lnTo>
                <a:lnTo>
                  <a:pt x="2161194" y="6053403"/>
                </a:lnTo>
                <a:lnTo>
                  <a:pt x="2221614" y="6053403"/>
                </a:lnTo>
                <a:lnTo>
                  <a:pt x="2121763" y="5955762"/>
                </a:lnTo>
                <a:lnTo>
                  <a:pt x="2217798" y="5870247"/>
                </a:lnTo>
                <a:lnTo>
                  <a:pt x="2159286" y="5870247"/>
                </a:lnTo>
                <a:lnTo>
                  <a:pt x="2078515" y="5944275"/>
                </a:lnTo>
                <a:lnTo>
                  <a:pt x="2078515" y="5870247"/>
                </a:lnTo>
                <a:close/>
                <a:moveTo>
                  <a:pt x="1612965" y="5870247"/>
                </a:moveTo>
                <a:lnTo>
                  <a:pt x="1612965" y="6053403"/>
                </a:lnTo>
                <a:lnTo>
                  <a:pt x="1656213" y="6053403"/>
                </a:lnTo>
                <a:lnTo>
                  <a:pt x="1656213" y="5990224"/>
                </a:lnTo>
                <a:lnTo>
                  <a:pt x="1703277" y="5990224"/>
                </a:lnTo>
                <a:lnTo>
                  <a:pt x="1742708" y="6053403"/>
                </a:lnTo>
                <a:lnTo>
                  <a:pt x="1789772" y="6053403"/>
                </a:lnTo>
                <a:lnTo>
                  <a:pt x="1748432" y="5990224"/>
                </a:lnTo>
                <a:lnTo>
                  <a:pt x="1752248" y="5990224"/>
                </a:lnTo>
                <a:cubicBezTo>
                  <a:pt x="1776416" y="5990224"/>
                  <a:pt x="1787864" y="5976822"/>
                  <a:pt x="1787864" y="5961506"/>
                </a:cubicBezTo>
                <a:lnTo>
                  <a:pt x="1787864" y="5900879"/>
                </a:lnTo>
                <a:cubicBezTo>
                  <a:pt x="1787864" y="5881734"/>
                  <a:pt x="1776416" y="5870247"/>
                  <a:pt x="1757972" y="5870247"/>
                </a:cubicBezTo>
                <a:close/>
                <a:moveTo>
                  <a:pt x="1407538" y="5870247"/>
                </a:moveTo>
                <a:lnTo>
                  <a:pt x="1407538" y="6053403"/>
                </a:lnTo>
                <a:lnTo>
                  <a:pt x="1581165" y="6053403"/>
                </a:lnTo>
                <a:lnTo>
                  <a:pt x="1581165" y="6017027"/>
                </a:lnTo>
                <a:lnTo>
                  <a:pt x="1448878" y="6017027"/>
                </a:lnTo>
                <a:lnTo>
                  <a:pt x="1448878" y="5978737"/>
                </a:lnTo>
                <a:lnTo>
                  <a:pt x="1562085" y="5978737"/>
                </a:lnTo>
                <a:lnTo>
                  <a:pt x="1562085" y="5942361"/>
                </a:lnTo>
                <a:lnTo>
                  <a:pt x="1448878" y="5942361"/>
                </a:lnTo>
                <a:lnTo>
                  <a:pt x="1448878" y="5905985"/>
                </a:lnTo>
                <a:lnTo>
                  <a:pt x="1579257" y="5905985"/>
                </a:lnTo>
                <a:lnTo>
                  <a:pt x="1579257" y="5870247"/>
                </a:lnTo>
                <a:close/>
                <a:moveTo>
                  <a:pt x="1251084" y="5870247"/>
                </a:moveTo>
                <a:lnTo>
                  <a:pt x="1170312" y="6053403"/>
                </a:lnTo>
                <a:lnTo>
                  <a:pt x="1217376" y="6053403"/>
                </a:lnTo>
                <a:lnTo>
                  <a:pt x="1232640" y="6017027"/>
                </a:lnTo>
                <a:lnTo>
                  <a:pt x="1326767" y="6017027"/>
                </a:lnTo>
                <a:lnTo>
                  <a:pt x="1343939" y="6053403"/>
                </a:lnTo>
                <a:lnTo>
                  <a:pt x="1389095" y="6053403"/>
                </a:lnTo>
                <a:lnTo>
                  <a:pt x="1307687" y="5870247"/>
                </a:lnTo>
                <a:close/>
                <a:moveTo>
                  <a:pt x="938809" y="5870247"/>
                </a:moveTo>
                <a:lnTo>
                  <a:pt x="938809" y="6053403"/>
                </a:lnTo>
                <a:lnTo>
                  <a:pt x="978241" y="6053403"/>
                </a:lnTo>
                <a:lnTo>
                  <a:pt x="978241" y="5948104"/>
                </a:lnTo>
                <a:lnTo>
                  <a:pt x="1025305" y="6053403"/>
                </a:lnTo>
                <a:lnTo>
                  <a:pt x="1066644" y="6053403"/>
                </a:lnTo>
                <a:lnTo>
                  <a:pt x="1113708" y="5946190"/>
                </a:lnTo>
                <a:lnTo>
                  <a:pt x="1113708" y="6053403"/>
                </a:lnTo>
                <a:lnTo>
                  <a:pt x="1153140" y="6053403"/>
                </a:lnTo>
                <a:lnTo>
                  <a:pt x="1153140" y="5870247"/>
                </a:lnTo>
                <a:lnTo>
                  <a:pt x="1106076" y="5870247"/>
                </a:lnTo>
                <a:lnTo>
                  <a:pt x="1045657" y="6007455"/>
                </a:lnTo>
                <a:lnTo>
                  <a:pt x="985873" y="5870247"/>
                </a:lnTo>
                <a:close/>
                <a:moveTo>
                  <a:pt x="1852100" y="5869609"/>
                </a:moveTo>
                <a:cubicBezTo>
                  <a:pt x="1837472" y="5869609"/>
                  <a:pt x="1824116" y="5881096"/>
                  <a:pt x="1824116" y="5898327"/>
                </a:cubicBezTo>
                <a:lnTo>
                  <a:pt x="1824116" y="5951934"/>
                </a:lnTo>
                <a:cubicBezTo>
                  <a:pt x="1824116" y="5967250"/>
                  <a:pt x="1834928" y="5978737"/>
                  <a:pt x="1852100" y="5978737"/>
                </a:cubicBezTo>
                <a:lnTo>
                  <a:pt x="1953859" y="5978737"/>
                </a:lnTo>
                <a:lnTo>
                  <a:pt x="1953859" y="6017027"/>
                </a:lnTo>
                <a:lnTo>
                  <a:pt x="1865456" y="6017027"/>
                </a:lnTo>
                <a:lnTo>
                  <a:pt x="1865456" y="6003626"/>
                </a:lnTo>
                <a:lnTo>
                  <a:pt x="1822208" y="6003626"/>
                </a:lnTo>
                <a:lnTo>
                  <a:pt x="1822208" y="6026600"/>
                </a:lnTo>
                <a:cubicBezTo>
                  <a:pt x="1822208" y="6041916"/>
                  <a:pt x="1831112" y="6053403"/>
                  <a:pt x="1850192" y="6053403"/>
                </a:cubicBezTo>
                <a:lnTo>
                  <a:pt x="1865456" y="6053403"/>
                </a:lnTo>
                <a:lnTo>
                  <a:pt x="1967215" y="6053403"/>
                </a:lnTo>
                <a:cubicBezTo>
                  <a:pt x="1985659" y="6053403"/>
                  <a:pt x="1995199" y="6041916"/>
                  <a:pt x="1995199" y="6024686"/>
                </a:cubicBezTo>
                <a:lnTo>
                  <a:pt x="1995199" y="5972993"/>
                </a:lnTo>
                <a:cubicBezTo>
                  <a:pt x="1995199" y="5953848"/>
                  <a:pt x="1982479" y="5942361"/>
                  <a:pt x="1967215" y="5942361"/>
                </a:cubicBezTo>
                <a:lnTo>
                  <a:pt x="1865456" y="5942361"/>
                </a:lnTo>
                <a:lnTo>
                  <a:pt x="1865456" y="5905985"/>
                </a:lnTo>
                <a:lnTo>
                  <a:pt x="1953859" y="5905985"/>
                </a:lnTo>
                <a:lnTo>
                  <a:pt x="1953859" y="5921301"/>
                </a:lnTo>
                <a:lnTo>
                  <a:pt x="1995199" y="5921301"/>
                </a:lnTo>
                <a:lnTo>
                  <a:pt x="1995199" y="5900241"/>
                </a:lnTo>
                <a:cubicBezTo>
                  <a:pt x="1995199" y="5881096"/>
                  <a:pt x="1984387" y="5869609"/>
                  <a:pt x="1969123" y="5869609"/>
                </a:cubicBezTo>
                <a:close/>
                <a:moveTo>
                  <a:pt x="11668273" y="5868556"/>
                </a:moveTo>
                <a:lnTo>
                  <a:pt x="11723299" y="5983559"/>
                </a:lnTo>
                <a:lnTo>
                  <a:pt x="11723299" y="6049054"/>
                </a:lnTo>
                <a:lnTo>
                  <a:pt x="11765029" y="6049054"/>
                </a:lnTo>
                <a:lnTo>
                  <a:pt x="11765029" y="5983559"/>
                </a:lnTo>
                <a:lnTo>
                  <a:pt x="11820060" y="5868556"/>
                </a:lnTo>
                <a:lnTo>
                  <a:pt x="11777026" y="5868556"/>
                </a:lnTo>
                <a:lnTo>
                  <a:pt x="11744427" y="5945396"/>
                </a:lnTo>
                <a:lnTo>
                  <a:pt x="11711566" y="5868556"/>
                </a:lnTo>
                <a:close/>
                <a:moveTo>
                  <a:pt x="11569685" y="5868556"/>
                </a:moveTo>
                <a:cubicBezTo>
                  <a:pt x="11562640" y="5868556"/>
                  <a:pt x="11559252" y="5871907"/>
                  <a:pt x="11557946" y="5878354"/>
                </a:cubicBezTo>
                <a:lnTo>
                  <a:pt x="11522999" y="6049054"/>
                </a:lnTo>
                <a:lnTo>
                  <a:pt x="11564204" y="6049054"/>
                </a:lnTo>
                <a:lnTo>
                  <a:pt x="11572292" y="6005219"/>
                </a:lnTo>
                <a:lnTo>
                  <a:pt x="11628363" y="6005219"/>
                </a:lnTo>
                <a:lnTo>
                  <a:pt x="11636710" y="6049054"/>
                </a:lnTo>
                <a:lnTo>
                  <a:pt x="11678697" y="6049054"/>
                </a:lnTo>
                <a:lnTo>
                  <a:pt x="11642448" y="5878354"/>
                </a:lnTo>
                <a:cubicBezTo>
                  <a:pt x="11641144" y="5871907"/>
                  <a:pt x="11637751" y="5868556"/>
                  <a:pt x="11630711" y="5868556"/>
                </a:cubicBezTo>
                <a:close/>
                <a:moveTo>
                  <a:pt x="11293745" y="5868556"/>
                </a:moveTo>
                <a:lnTo>
                  <a:pt x="11325040" y="6040546"/>
                </a:lnTo>
                <a:cubicBezTo>
                  <a:pt x="11326085" y="6046991"/>
                  <a:pt x="11329214" y="6049054"/>
                  <a:pt x="11334691" y="6049054"/>
                </a:cubicBezTo>
                <a:lnTo>
                  <a:pt x="11373289" y="6049054"/>
                </a:lnTo>
                <a:cubicBezTo>
                  <a:pt x="11378766" y="6049054"/>
                  <a:pt x="11381895" y="6047249"/>
                  <a:pt x="11383200" y="6041061"/>
                </a:cubicBezTo>
                <a:lnTo>
                  <a:pt x="11407979" y="5923221"/>
                </a:lnTo>
                <a:lnTo>
                  <a:pt x="11433797" y="6041061"/>
                </a:lnTo>
                <a:cubicBezTo>
                  <a:pt x="11435099" y="6047249"/>
                  <a:pt x="11439010" y="6049054"/>
                  <a:pt x="11444491" y="6049054"/>
                </a:cubicBezTo>
                <a:lnTo>
                  <a:pt x="11481522" y="6049054"/>
                </a:lnTo>
                <a:cubicBezTo>
                  <a:pt x="11487001" y="6049054"/>
                  <a:pt x="11490130" y="6046991"/>
                  <a:pt x="11491171" y="6040546"/>
                </a:cubicBezTo>
                <a:lnTo>
                  <a:pt x="11522208" y="5868556"/>
                </a:lnTo>
                <a:lnTo>
                  <a:pt x="11483089" y="5868556"/>
                </a:lnTo>
                <a:lnTo>
                  <a:pt x="11461701" y="6009087"/>
                </a:lnTo>
                <a:lnTo>
                  <a:pt x="11430145" y="5868556"/>
                </a:lnTo>
                <a:lnTo>
                  <a:pt x="11386588" y="5868556"/>
                </a:lnTo>
                <a:lnTo>
                  <a:pt x="11355816" y="6009087"/>
                </a:lnTo>
                <a:lnTo>
                  <a:pt x="11333909" y="5868556"/>
                </a:lnTo>
                <a:close/>
                <a:moveTo>
                  <a:pt x="11112223" y="5868556"/>
                </a:moveTo>
                <a:lnTo>
                  <a:pt x="11112223" y="6049054"/>
                </a:lnTo>
                <a:lnTo>
                  <a:pt x="11223323" y="6049054"/>
                </a:lnTo>
                <a:lnTo>
                  <a:pt x="11223323" y="6014244"/>
                </a:lnTo>
                <a:lnTo>
                  <a:pt x="11153951" y="6014244"/>
                </a:lnTo>
                <a:lnTo>
                  <a:pt x="11153951" y="5975050"/>
                </a:lnTo>
                <a:lnTo>
                  <a:pt x="11211325" y="5975050"/>
                </a:lnTo>
                <a:lnTo>
                  <a:pt x="11211325" y="5940240"/>
                </a:lnTo>
                <a:lnTo>
                  <a:pt x="11153951" y="5940240"/>
                </a:lnTo>
                <a:lnTo>
                  <a:pt x="11153951" y="5903366"/>
                </a:lnTo>
                <a:lnTo>
                  <a:pt x="11223323" y="5903366"/>
                </a:lnTo>
                <a:lnTo>
                  <a:pt x="11223323" y="5868556"/>
                </a:lnTo>
                <a:close/>
                <a:moveTo>
                  <a:pt x="10943215" y="5868556"/>
                </a:moveTo>
                <a:lnTo>
                  <a:pt x="10943215" y="6049054"/>
                </a:lnTo>
                <a:lnTo>
                  <a:pt x="10984945" y="6049054"/>
                </a:lnTo>
                <a:lnTo>
                  <a:pt x="10984945" y="5974534"/>
                </a:lnTo>
                <a:lnTo>
                  <a:pt x="11042060" y="5974534"/>
                </a:lnTo>
                <a:lnTo>
                  <a:pt x="11042060" y="6049054"/>
                </a:lnTo>
                <a:lnTo>
                  <a:pt x="11083787" y="6049054"/>
                </a:lnTo>
                <a:lnTo>
                  <a:pt x="11083787" y="5868556"/>
                </a:lnTo>
                <a:lnTo>
                  <a:pt x="11042060" y="5868556"/>
                </a:lnTo>
                <a:lnTo>
                  <a:pt x="11042060" y="5939724"/>
                </a:lnTo>
                <a:lnTo>
                  <a:pt x="10984945" y="5939724"/>
                </a:lnTo>
                <a:lnTo>
                  <a:pt x="10984945" y="5868556"/>
                </a:lnTo>
                <a:close/>
                <a:moveTo>
                  <a:pt x="10779428" y="5868556"/>
                </a:moveTo>
                <a:lnTo>
                  <a:pt x="10779428" y="5903366"/>
                </a:lnTo>
                <a:lnTo>
                  <a:pt x="10826632" y="5903366"/>
                </a:lnTo>
                <a:lnTo>
                  <a:pt x="10826632" y="6049054"/>
                </a:lnTo>
                <a:lnTo>
                  <a:pt x="10868360" y="6049054"/>
                </a:lnTo>
                <a:lnTo>
                  <a:pt x="10868360" y="5903366"/>
                </a:lnTo>
                <a:lnTo>
                  <a:pt x="10915564" y="5903366"/>
                </a:lnTo>
                <a:lnTo>
                  <a:pt x="10915564" y="5868556"/>
                </a:lnTo>
                <a:close/>
                <a:moveTo>
                  <a:pt x="10602853" y="5868556"/>
                </a:moveTo>
                <a:lnTo>
                  <a:pt x="10602853" y="6049054"/>
                </a:lnTo>
                <a:lnTo>
                  <a:pt x="10714217" y="6049054"/>
                </a:lnTo>
                <a:lnTo>
                  <a:pt x="10714217" y="6014244"/>
                </a:lnTo>
                <a:lnTo>
                  <a:pt x="10644583" y="6014244"/>
                </a:lnTo>
                <a:lnTo>
                  <a:pt x="10644583" y="5868556"/>
                </a:lnTo>
                <a:close/>
                <a:moveTo>
                  <a:pt x="10467490" y="5868556"/>
                </a:moveTo>
                <a:lnTo>
                  <a:pt x="10467490" y="6049054"/>
                </a:lnTo>
                <a:lnTo>
                  <a:pt x="10578854" y="6049054"/>
                </a:lnTo>
                <a:lnTo>
                  <a:pt x="10578854" y="6014244"/>
                </a:lnTo>
                <a:lnTo>
                  <a:pt x="10509217" y="6014244"/>
                </a:lnTo>
                <a:lnTo>
                  <a:pt x="10509217" y="5868556"/>
                </a:lnTo>
                <a:close/>
                <a:moveTo>
                  <a:pt x="10335779" y="5868556"/>
                </a:moveTo>
                <a:cubicBezTo>
                  <a:pt x="10328738" y="5868556"/>
                  <a:pt x="10325345" y="5871907"/>
                  <a:pt x="10324044" y="5878354"/>
                </a:cubicBezTo>
                <a:lnTo>
                  <a:pt x="10289097" y="6049054"/>
                </a:lnTo>
                <a:lnTo>
                  <a:pt x="10330303" y="6049054"/>
                </a:lnTo>
                <a:lnTo>
                  <a:pt x="10338389" y="6005219"/>
                </a:lnTo>
                <a:lnTo>
                  <a:pt x="10394462" y="6005219"/>
                </a:lnTo>
                <a:lnTo>
                  <a:pt x="10402808" y="6049054"/>
                </a:lnTo>
                <a:lnTo>
                  <a:pt x="10444796" y="6049054"/>
                </a:lnTo>
                <a:lnTo>
                  <a:pt x="10408543" y="5878354"/>
                </a:lnTo>
                <a:cubicBezTo>
                  <a:pt x="10407238" y="5871907"/>
                  <a:pt x="10403850" y="5868556"/>
                  <a:pt x="10396809" y="5868556"/>
                </a:cubicBezTo>
                <a:close/>
                <a:moveTo>
                  <a:pt x="422379" y="5753461"/>
                </a:moveTo>
                <a:cubicBezTo>
                  <a:pt x="398211" y="5753461"/>
                  <a:pt x="377223" y="5774521"/>
                  <a:pt x="377223" y="5801324"/>
                </a:cubicBezTo>
                <a:lnTo>
                  <a:pt x="377223" y="6122326"/>
                </a:lnTo>
                <a:cubicBezTo>
                  <a:pt x="377223" y="6149130"/>
                  <a:pt x="398211" y="6170189"/>
                  <a:pt x="422379" y="6170189"/>
                </a:cubicBezTo>
                <a:lnTo>
                  <a:pt x="718117" y="6170189"/>
                </a:lnTo>
                <a:cubicBezTo>
                  <a:pt x="744193" y="6170189"/>
                  <a:pt x="765181" y="6149130"/>
                  <a:pt x="765181" y="6122326"/>
                </a:cubicBezTo>
                <a:lnTo>
                  <a:pt x="765181" y="5801324"/>
                </a:lnTo>
                <a:cubicBezTo>
                  <a:pt x="765181" y="5774521"/>
                  <a:pt x="744193" y="5753461"/>
                  <a:pt x="718117" y="5753461"/>
                </a:cubicBezTo>
                <a:close/>
                <a:moveTo>
                  <a:pt x="12192000" y="0"/>
                </a:moveTo>
                <a:lnTo>
                  <a:pt x="12193200" y="0"/>
                </a:lnTo>
                <a:lnTo>
                  <a:pt x="12193200" y="6861600"/>
                </a:lnTo>
                <a:lnTo>
                  <a:pt x="0" y="6861600"/>
                </a:lnTo>
                <a:lnTo>
                  <a:pt x="0" y="6858000"/>
                </a:lnTo>
                <a:lnTo>
                  <a:pt x="12192000" y="6858000"/>
                </a:lnTo>
                <a:close/>
                <a:moveTo>
                  <a:pt x="0" y="0"/>
                </a:moveTo>
                <a:lnTo>
                  <a:pt x="12191999" y="0"/>
                </a:lnTo>
                <a:lnTo>
                  <a:pt x="12191999" y="4414449"/>
                </a:lnTo>
                <a:lnTo>
                  <a:pt x="12191999" y="4527603"/>
                </a:lnTo>
                <a:lnTo>
                  <a:pt x="12191999" y="5635421"/>
                </a:lnTo>
                <a:cubicBezTo>
                  <a:pt x="12191999" y="6103749"/>
                  <a:pt x="11812345" y="6483403"/>
                  <a:pt x="11344017" y="6483403"/>
                </a:cubicBezTo>
                <a:lnTo>
                  <a:pt x="10222737" y="6483403"/>
                </a:lnTo>
                <a:lnTo>
                  <a:pt x="9813419" y="6483403"/>
                </a:lnTo>
                <a:lnTo>
                  <a:pt x="5765037" y="6483403"/>
                </a:lnTo>
                <a:lnTo>
                  <a:pt x="5765037" y="6483402"/>
                </a:lnTo>
                <a:lnTo>
                  <a:pt x="0" y="6483402"/>
                </a:lnTo>
                <a:close/>
              </a:path>
            </a:pathLst>
          </a:custGeom>
          <a:solidFill>
            <a:srgbClr val="CFCFCF"/>
          </a:solidFill>
        </p:spPr>
        <p:txBody>
          <a:bodyPr wrap="square" tIns="72000" anchor="t" anchorCtr="0">
            <a:noAutofit/>
          </a:bodyPr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1200">
                <a:solidFill>
                  <a:schemeClr val="bg1"/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Click here and insert picture</a:t>
            </a:r>
          </a:p>
        </p:txBody>
      </p:sp>
      <p:sp>
        <p:nvSpPr>
          <p:cNvPr id="18" name="Title 1">
            <a:extLst>
              <a:ext uri="{FF2B5EF4-FFF2-40B4-BE49-F238E27FC236}">
                <a16:creationId xmlns:a16="http://schemas.microsoft.com/office/drawing/2014/main" id="{534A3BBC-EB91-6315-9808-5035B767D3F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71475" y="1943100"/>
            <a:ext cx="10829925" cy="2550523"/>
          </a:xfrm>
        </p:spPr>
        <p:txBody>
          <a:bodyPr anchor="t"/>
          <a:lstStyle>
            <a:lvl1pPr algn="l">
              <a:lnSpc>
                <a:spcPts val="4800"/>
              </a:lnSpc>
              <a:defRPr sz="4400">
                <a:solidFill>
                  <a:schemeClr val="bg1"/>
                </a:solidFill>
              </a:defRPr>
            </a:lvl1pPr>
          </a:lstStyle>
          <a:p>
            <a:r>
              <a:rPr lang="en-GB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3803166103"/>
      </p:ext>
    </p:extLst>
  </p:cSld>
  <p:clrMapOvr>
    <a:masterClrMapping/>
  </p:clrMapOvr>
</p:sldLayout>
</file>

<file path=ppt/slideLayouts/slideLayout13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itle A_black logo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Rectangle 54">
            <a:extLst>
              <a:ext uri="{FF2B5EF4-FFF2-40B4-BE49-F238E27FC236}">
                <a16:creationId xmlns:a16="http://schemas.microsoft.com/office/drawing/2014/main" id="{BF8EABB9-2726-EF25-A159-0DADAA8F8337}"/>
              </a:ext>
            </a:extLst>
          </p:cNvPr>
          <p:cNvSpPr/>
          <p:nvPr userDrawn="1"/>
        </p:nvSpPr>
        <p:spPr>
          <a:xfrm>
            <a:off x="10091738" y="5721531"/>
            <a:ext cx="1847713" cy="4443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37600" tIns="237600" rIns="237600" bIns="237600" rtlCol="0" anchor="ctr"/>
          <a:lstStyle/>
          <a:p>
            <a:pPr algn="ctr"/>
            <a:endParaRPr lang="en-001" sz="2000" noProof="0" err="1"/>
          </a:p>
        </p:txBody>
      </p:sp>
      <p:pic>
        <p:nvPicPr>
          <p:cNvPr id="54" name="Graphic 53">
            <a:extLst>
              <a:ext uri="{FF2B5EF4-FFF2-40B4-BE49-F238E27FC236}">
                <a16:creationId xmlns:a16="http://schemas.microsoft.com/office/drawing/2014/main" id="{437E6E57-6C0D-F296-9901-9A036BA9AAE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55600" y="5731764"/>
            <a:ext cx="1863471" cy="459486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E1DCBA2C-D30F-173A-D8A1-742B6770B3A3}"/>
              </a:ext>
            </a:extLst>
          </p:cNvPr>
          <p:cNvSpPr/>
          <p:nvPr userDrawn="1"/>
        </p:nvSpPr>
        <p:spPr>
          <a:xfrm>
            <a:off x="901700" y="5731764"/>
            <a:ext cx="1663700" cy="459486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37600" tIns="237600" rIns="237600" bIns="237600" rtlCol="0" anchor="ctr"/>
          <a:lstStyle/>
          <a:p>
            <a:pPr algn="ctr"/>
            <a:endParaRPr lang="en-DK" sz="2000" noProof="0" err="1"/>
          </a:p>
        </p:txBody>
      </p:sp>
      <p:sp>
        <p:nvSpPr>
          <p:cNvPr id="53" name="Picture Placeholder 52">
            <a:extLst>
              <a:ext uri="{FF2B5EF4-FFF2-40B4-BE49-F238E27FC236}">
                <a16:creationId xmlns:a16="http://schemas.microsoft.com/office/drawing/2014/main" id="{8E3190AD-F65F-D344-41C3-4517CA23919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3200" cy="6861600"/>
          </a:xfrm>
          <a:custGeom>
            <a:avLst/>
            <a:gdLst>
              <a:gd name="connsiteX0" fmla="*/ 1656213 w 12193200"/>
              <a:gd name="connsiteY0" fmla="*/ 5905985 h 6861600"/>
              <a:gd name="connsiteX1" fmla="*/ 1746524 w 12193200"/>
              <a:gd name="connsiteY1" fmla="*/ 5905985 h 6861600"/>
              <a:gd name="connsiteX2" fmla="*/ 1746524 w 12193200"/>
              <a:gd name="connsiteY2" fmla="*/ 5953848 h 6861600"/>
              <a:gd name="connsiteX3" fmla="*/ 1656213 w 12193200"/>
              <a:gd name="connsiteY3" fmla="*/ 5953848 h 6861600"/>
              <a:gd name="connsiteX4" fmla="*/ 1279703 w 12193200"/>
              <a:gd name="connsiteY4" fmla="*/ 5904070 h 6861600"/>
              <a:gd name="connsiteX5" fmla="*/ 1311503 w 12193200"/>
              <a:gd name="connsiteY5" fmla="*/ 5982566 h 6861600"/>
              <a:gd name="connsiteX6" fmla="*/ 1247904 w 12193200"/>
              <a:gd name="connsiteY6" fmla="*/ 5982566 h 6861600"/>
              <a:gd name="connsiteX7" fmla="*/ 11590810 w 12193200"/>
              <a:gd name="connsiteY7" fmla="*/ 5903366 h 6861600"/>
              <a:gd name="connsiteX8" fmla="*/ 11609065 w 12193200"/>
              <a:gd name="connsiteY8" fmla="*/ 5903366 h 6861600"/>
              <a:gd name="connsiteX9" fmla="*/ 11621841 w 12193200"/>
              <a:gd name="connsiteY9" fmla="*/ 5970409 h 6861600"/>
              <a:gd name="connsiteX10" fmla="*/ 11578548 w 12193200"/>
              <a:gd name="connsiteY10" fmla="*/ 5970409 h 6861600"/>
              <a:gd name="connsiteX11" fmla="*/ 10356904 w 12193200"/>
              <a:gd name="connsiteY11" fmla="*/ 5903366 h 6861600"/>
              <a:gd name="connsiteX12" fmla="*/ 10375160 w 12193200"/>
              <a:gd name="connsiteY12" fmla="*/ 5903366 h 6861600"/>
              <a:gd name="connsiteX13" fmla="*/ 10387940 w 12193200"/>
              <a:gd name="connsiteY13" fmla="*/ 5970409 h 6861600"/>
              <a:gd name="connsiteX14" fmla="*/ 10344647 w 12193200"/>
              <a:gd name="connsiteY14" fmla="*/ 5970409 h 6861600"/>
              <a:gd name="connsiteX15" fmla="*/ 2034631 w 12193200"/>
              <a:gd name="connsiteY15" fmla="*/ 5870247 h 6861600"/>
              <a:gd name="connsiteX16" fmla="*/ 2034631 w 12193200"/>
              <a:gd name="connsiteY16" fmla="*/ 6053403 h 6861600"/>
              <a:gd name="connsiteX17" fmla="*/ 2078515 w 12193200"/>
              <a:gd name="connsiteY17" fmla="*/ 6053403 h 6861600"/>
              <a:gd name="connsiteX18" fmla="*/ 2078515 w 12193200"/>
              <a:gd name="connsiteY18" fmla="*/ 5969164 h 6861600"/>
              <a:gd name="connsiteX19" fmla="*/ 2161194 w 12193200"/>
              <a:gd name="connsiteY19" fmla="*/ 6053403 h 6861600"/>
              <a:gd name="connsiteX20" fmla="*/ 2221614 w 12193200"/>
              <a:gd name="connsiteY20" fmla="*/ 6053403 h 6861600"/>
              <a:gd name="connsiteX21" fmla="*/ 2121763 w 12193200"/>
              <a:gd name="connsiteY21" fmla="*/ 5955762 h 6861600"/>
              <a:gd name="connsiteX22" fmla="*/ 2217798 w 12193200"/>
              <a:gd name="connsiteY22" fmla="*/ 5870247 h 6861600"/>
              <a:gd name="connsiteX23" fmla="*/ 2159286 w 12193200"/>
              <a:gd name="connsiteY23" fmla="*/ 5870247 h 6861600"/>
              <a:gd name="connsiteX24" fmla="*/ 2078515 w 12193200"/>
              <a:gd name="connsiteY24" fmla="*/ 5944275 h 6861600"/>
              <a:gd name="connsiteX25" fmla="*/ 2078515 w 12193200"/>
              <a:gd name="connsiteY25" fmla="*/ 5870247 h 6861600"/>
              <a:gd name="connsiteX26" fmla="*/ 1612965 w 12193200"/>
              <a:gd name="connsiteY26" fmla="*/ 5870247 h 6861600"/>
              <a:gd name="connsiteX27" fmla="*/ 1612965 w 12193200"/>
              <a:gd name="connsiteY27" fmla="*/ 6053403 h 6861600"/>
              <a:gd name="connsiteX28" fmla="*/ 1656213 w 12193200"/>
              <a:gd name="connsiteY28" fmla="*/ 6053403 h 6861600"/>
              <a:gd name="connsiteX29" fmla="*/ 1656213 w 12193200"/>
              <a:gd name="connsiteY29" fmla="*/ 5990224 h 6861600"/>
              <a:gd name="connsiteX30" fmla="*/ 1703277 w 12193200"/>
              <a:gd name="connsiteY30" fmla="*/ 5990224 h 6861600"/>
              <a:gd name="connsiteX31" fmla="*/ 1742708 w 12193200"/>
              <a:gd name="connsiteY31" fmla="*/ 6053403 h 6861600"/>
              <a:gd name="connsiteX32" fmla="*/ 1789772 w 12193200"/>
              <a:gd name="connsiteY32" fmla="*/ 6053403 h 6861600"/>
              <a:gd name="connsiteX33" fmla="*/ 1748432 w 12193200"/>
              <a:gd name="connsiteY33" fmla="*/ 5990224 h 6861600"/>
              <a:gd name="connsiteX34" fmla="*/ 1752248 w 12193200"/>
              <a:gd name="connsiteY34" fmla="*/ 5990224 h 6861600"/>
              <a:gd name="connsiteX35" fmla="*/ 1787864 w 12193200"/>
              <a:gd name="connsiteY35" fmla="*/ 5961506 h 6861600"/>
              <a:gd name="connsiteX36" fmla="*/ 1787864 w 12193200"/>
              <a:gd name="connsiteY36" fmla="*/ 5900879 h 6861600"/>
              <a:gd name="connsiteX37" fmla="*/ 1757972 w 12193200"/>
              <a:gd name="connsiteY37" fmla="*/ 5870247 h 6861600"/>
              <a:gd name="connsiteX38" fmla="*/ 1407538 w 12193200"/>
              <a:gd name="connsiteY38" fmla="*/ 5870247 h 6861600"/>
              <a:gd name="connsiteX39" fmla="*/ 1407538 w 12193200"/>
              <a:gd name="connsiteY39" fmla="*/ 6053403 h 6861600"/>
              <a:gd name="connsiteX40" fmla="*/ 1581165 w 12193200"/>
              <a:gd name="connsiteY40" fmla="*/ 6053403 h 6861600"/>
              <a:gd name="connsiteX41" fmla="*/ 1581165 w 12193200"/>
              <a:gd name="connsiteY41" fmla="*/ 6017027 h 6861600"/>
              <a:gd name="connsiteX42" fmla="*/ 1448878 w 12193200"/>
              <a:gd name="connsiteY42" fmla="*/ 6017027 h 6861600"/>
              <a:gd name="connsiteX43" fmla="*/ 1448878 w 12193200"/>
              <a:gd name="connsiteY43" fmla="*/ 5978737 h 6861600"/>
              <a:gd name="connsiteX44" fmla="*/ 1562085 w 12193200"/>
              <a:gd name="connsiteY44" fmla="*/ 5978737 h 6861600"/>
              <a:gd name="connsiteX45" fmla="*/ 1562085 w 12193200"/>
              <a:gd name="connsiteY45" fmla="*/ 5942361 h 6861600"/>
              <a:gd name="connsiteX46" fmla="*/ 1448878 w 12193200"/>
              <a:gd name="connsiteY46" fmla="*/ 5942361 h 6861600"/>
              <a:gd name="connsiteX47" fmla="*/ 1448878 w 12193200"/>
              <a:gd name="connsiteY47" fmla="*/ 5905985 h 6861600"/>
              <a:gd name="connsiteX48" fmla="*/ 1579257 w 12193200"/>
              <a:gd name="connsiteY48" fmla="*/ 5905985 h 6861600"/>
              <a:gd name="connsiteX49" fmla="*/ 1579257 w 12193200"/>
              <a:gd name="connsiteY49" fmla="*/ 5870247 h 6861600"/>
              <a:gd name="connsiteX50" fmla="*/ 1251084 w 12193200"/>
              <a:gd name="connsiteY50" fmla="*/ 5870247 h 6861600"/>
              <a:gd name="connsiteX51" fmla="*/ 1170312 w 12193200"/>
              <a:gd name="connsiteY51" fmla="*/ 6053403 h 6861600"/>
              <a:gd name="connsiteX52" fmla="*/ 1217376 w 12193200"/>
              <a:gd name="connsiteY52" fmla="*/ 6053403 h 6861600"/>
              <a:gd name="connsiteX53" fmla="*/ 1232640 w 12193200"/>
              <a:gd name="connsiteY53" fmla="*/ 6017027 h 6861600"/>
              <a:gd name="connsiteX54" fmla="*/ 1326767 w 12193200"/>
              <a:gd name="connsiteY54" fmla="*/ 6017027 h 6861600"/>
              <a:gd name="connsiteX55" fmla="*/ 1343939 w 12193200"/>
              <a:gd name="connsiteY55" fmla="*/ 6053403 h 6861600"/>
              <a:gd name="connsiteX56" fmla="*/ 1389095 w 12193200"/>
              <a:gd name="connsiteY56" fmla="*/ 6053403 h 6861600"/>
              <a:gd name="connsiteX57" fmla="*/ 1307687 w 12193200"/>
              <a:gd name="connsiteY57" fmla="*/ 5870247 h 6861600"/>
              <a:gd name="connsiteX58" fmla="*/ 938809 w 12193200"/>
              <a:gd name="connsiteY58" fmla="*/ 5870247 h 6861600"/>
              <a:gd name="connsiteX59" fmla="*/ 938809 w 12193200"/>
              <a:gd name="connsiteY59" fmla="*/ 6053403 h 6861600"/>
              <a:gd name="connsiteX60" fmla="*/ 978241 w 12193200"/>
              <a:gd name="connsiteY60" fmla="*/ 6053403 h 6861600"/>
              <a:gd name="connsiteX61" fmla="*/ 978241 w 12193200"/>
              <a:gd name="connsiteY61" fmla="*/ 5948104 h 6861600"/>
              <a:gd name="connsiteX62" fmla="*/ 1025305 w 12193200"/>
              <a:gd name="connsiteY62" fmla="*/ 6053403 h 6861600"/>
              <a:gd name="connsiteX63" fmla="*/ 1066644 w 12193200"/>
              <a:gd name="connsiteY63" fmla="*/ 6053403 h 6861600"/>
              <a:gd name="connsiteX64" fmla="*/ 1113708 w 12193200"/>
              <a:gd name="connsiteY64" fmla="*/ 5946190 h 6861600"/>
              <a:gd name="connsiteX65" fmla="*/ 1113708 w 12193200"/>
              <a:gd name="connsiteY65" fmla="*/ 6053403 h 6861600"/>
              <a:gd name="connsiteX66" fmla="*/ 1153140 w 12193200"/>
              <a:gd name="connsiteY66" fmla="*/ 6053403 h 6861600"/>
              <a:gd name="connsiteX67" fmla="*/ 1153140 w 12193200"/>
              <a:gd name="connsiteY67" fmla="*/ 5870247 h 6861600"/>
              <a:gd name="connsiteX68" fmla="*/ 1106076 w 12193200"/>
              <a:gd name="connsiteY68" fmla="*/ 5870247 h 6861600"/>
              <a:gd name="connsiteX69" fmla="*/ 1045657 w 12193200"/>
              <a:gd name="connsiteY69" fmla="*/ 6007455 h 6861600"/>
              <a:gd name="connsiteX70" fmla="*/ 985873 w 12193200"/>
              <a:gd name="connsiteY70" fmla="*/ 5870247 h 6861600"/>
              <a:gd name="connsiteX71" fmla="*/ 1852100 w 12193200"/>
              <a:gd name="connsiteY71" fmla="*/ 5869609 h 6861600"/>
              <a:gd name="connsiteX72" fmla="*/ 1824116 w 12193200"/>
              <a:gd name="connsiteY72" fmla="*/ 5898327 h 6861600"/>
              <a:gd name="connsiteX73" fmla="*/ 1824116 w 12193200"/>
              <a:gd name="connsiteY73" fmla="*/ 5951934 h 6861600"/>
              <a:gd name="connsiteX74" fmla="*/ 1852100 w 12193200"/>
              <a:gd name="connsiteY74" fmla="*/ 5978737 h 6861600"/>
              <a:gd name="connsiteX75" fmla="*/ 1953859 w 12193200"/>
              <a:gd name="connsiteY75" fmla="*/ 5978737 h 6861600"/>
              <a:gd name="connsiteX76" fmla="*/ 1953859 w 12193200"/>
              <a:gd name="connsiteY76" fmla="*/ 6017027 h 6861600"/>
              <a:gd name="connsiteX77" fmla="*/ 1865456 w 12193200"/>
              <a:gd name="connsiteY77" fmla="*/ 6017027 h 6861600"/>
              <a:gd name="connsiteX78" fmla="*/ 1865456 w 12193200"/>
              <a:gd name="connsiteY78" fmla="*/ 6003626 h 6861600"/>
              <a:gd name="connsiteX79" fmla="*/ 1822208 w 12193200"/>
              <a:gd name="connsiteY79" fmla="*/ 6003626 h 6861600"/>
              <a:gd name="connsiteX80" fmla="*/ 1822208 w 12193200"/>
              <a:gd name="connsiteY80" fmla="*/ 6026600 h 6861600"/>
              <a:gd name="connsiteX81" fmla="*/ 1850192 w 12193200"/>
              <a:gd name="connsiteY81" fmla="*/ 6053403 h 6861600"/>
              <a:gd name="connsiteX82" fmla="*/ 1865456 w 12193200"/>
              <a:gd name="connsiteY82" fmla="*/ 6053403 h 6861600"/>
              <a:gd name="connsiteX83" fmla="*/ 1967215 w 12193200"/>
              <a:gd name="connsiteY83" fmla="*/ 6053403 h 6861600"/>
              <a:gd name="connsiteX84" fmla="*/ 1995199 w 12193200"/>
              <a:gd name="connsiteY84" fmla="*/ 6024686 h 6861600"/>
              <a:gd name="connsiteX85" fmla="*/ 1995199 w 12193200"/>
              <a:gd name="connsiteY85" fmla="*/ 5972993 h 6861600"/>
              <a:gd name="connsiteX86" fmla="*/ 1967215 w 12193200"/>
              <a:gd name="connsiteY86" fmla="*/ 5942361 h 6861600"/>
              <a:gd name="connsiteX87" fmla="*/ 1865456 w 12193200"/>
              <a:gd name="connsiteY87" fmla="*/ 5942361 h 6861600"/>
              <a:gd name="connsiteX88" fmla="*/ 1865456 w 12193200"/>
              <a:gd name="connsiteY88" fmla="*/ 5905985 h 6861600"/>
              <a:gd name="connsiteX89" fmla="*/ 1953859 w 12193200"/>
              <a:gd name="connsiteY89" fmla="*/ 5905985 h 6861600"/>
              <a:gd name="connsiteX90" fmla="*/ 1953859 w 12193200"/>
              <a:gd name="connsiteY90" fmla="*/ 5921301 h 6861600"/>
              <a:gd name="connsiteX91" fmla="*/ 1995199 w 12193200"/>
              <a:gd name="connsiteY91" fmla="*/ 5921301 h 6861600"/>
              <a:gd name="connsiteX92" fmla="*/ 1995199 w 12193200"/>
              <a:gd name="connsiteY92" fmla="*/ 5900241 h 6861600"/>
              <a:gd name="connsiteX93" fmla="*/ 1969123 w 12193200"/>
              <a:gd name="connsiteY93" fmla="*/ 5869609 h 6861600"/>
              <a:gd name="connsiteX94" fmla="*/ 11668273 w 12193200"/>
              <a:gd name="connsiteY94" fmla="*/ 5868556 h 6861600"/>
              <a:gd name="connsiteX95" fmla="*/ 11723299 w 12193200"/>
              <a:gd name="connsiteY95" fmla="*/ 5983559 h 6861600"/>
              <a:gd name="connsiteX96" fmla="*/ 11723299 w 12193200"/>
              <a:gd name="connsiteY96" fmla="*/ 6049054 h 6861600"/>
              <a:gd name="connsiteX97" fmla="*/ 11765029 w 12193200"/>
              <a:gd name="connsiteY97" fmla="*/ 6049054 h 6861600"/>
              <a:gd name="connsiteX98" fmla="*/ 11765029 w 12193200"/>
              <a:gd name="connsiteY98" fmla="*/ 5983559 h 6861600"/>
              <a:gd name="connsiteX99" fmla="*/ 11820060 w 12193200"/>
              <a:gd name="connsiteY99" fmla="*/ 5868556 h 6861600"/>
              <a:gd name="connsiteX100" fmla="*/ 11777026 w 12193200"/>
              <a:gd name="connsiteY100" fmla="*/ 5868556 h 6861600"/>
              <a:gd name="connsiteX101" fmla="*/ 11744427 w 12193200"/>
              <a:gd name="connsiteY101" fmla="*/ 5945396 h 6861600"/>
              <a:gd name="connsiteX102" fmla="*/ 11711566 w 12193200"/>
              <a:gd name="connsiteY102" fmla="*/ 5868556 h 6861600"/>
              <a:gd name="connsiteX103" fmla="*/ 11569685 w 12193200"/>
              <a:gd name="connsiteY103" fmla="*/ 5868556 h 6861600"/>
              <a:gd name="connsiteX104" fmla="*/ 11557946 w 12193200"/>
              <a:gd name="connsiteY104" fmla="*/ 5878354 h 6861600"/>
              <a:gd name="connsiteX105" fmla="*/ 11522999 w 12193200"/>
              <a:gd name="connsiteY105" fmla="*/ 6049054 h 6861600"/>
              <a:gd name="connsiteX106" fmla="*/ 11564204 w 12193200"/>
              <a:gd name="connsiteY106" fmla="*/ 6049054 h 6861600"/>
              <a:gd name="connsiteX107" fmla="*/ 11572292 w 12193200"/>
              <a:gd name="connsiteY107" fmla="*/ 6005219 h 6861600"/>
              <a:gd name="connsiteX108" fmla="*/ 11628363 w 12193200"/>
              <a:gd name="connsiteY108" fmla="*/ 6005219 h 6861600"/>
              <a:gd name="connsiteX109" fmla="*/ 11636710 w 12193200"/>
              <a:gd name="connsiteY109" fmla="*/ 6049054 h 6861600"/>
              <a:gd name="connsiteX110" fmla="*/ 11678697 w 12193200"/>
              <a:gd name="connsiteY110" fmla="*/ 6049054 h 6861600"/>
              <a:gd name="connsiteX111" fmla="*/ 11642448 w 12193200"/>
              <a:gd name="connsiteY111" fmla="*/ 5878354 h 6861600"/>
              <a:gd name="connsiteX112" fmla="*/ 11630711 w 12193200"/>
              <a:gd name="connsiteY112" fmla="*/ 5868556 h 6861600"/>
              <a:gd name="connsiteX113" fmla="*/ 11293745 w 12193200"/>
              <a:gd name="connsiteY113" fmla="*/ 5868556 h 6861600"/>
              <a:gd name="connsiteX114" fmla="*/ 11325040 w 12193200"/>
              <a:gd name="connsiteY114" fmla="*/ 6040546 h 6861600"/>
              <a:gd name="connsiteX115" fmla="*/ 11334691 w 12193200"/>
              <a:gd name="connsiteY115" fmla="*/ 6049054 h 6861600"/>
              <a:gd name="connsiteX116" fmla="*/ 11373289 w 12193200"/>
              <a:gd name="connsiteY116" fmla="*/ 6049054 h 6861600"/>
              <a:gd name="connsiteX117" fmla="*/ 11383200 w 12193200"/>
              <a:gd name="connsiteY117" fmla="*/ 6041061 h 6861600"/>
              <a:gd name="connsiteX118" fmla="*/ 11407979 w 12193200"/>
              <a:gd name="connsiteY118" fmla="*/ 5923221 h 6861600"/>
              <a:gd name="connsiteX119" fmla="*/ 11433797 w 12193200"/>
              <a:gd name="connsiteY119" fmla="*/ 6041061 h 6861600"/>
              <a:gd name="connsiteX120" fmla="*/ 11444491 w 12193200"/>
              <a:gd name="connsiteY120" fmla="*/ 6049054 h 6861600"/>
              <a:gd name="connsiteX121" fmla="*/ 11481522 w 12193200"/>
              <a:gd name="connsiteY121" fmla="*/ 6049054 h 6861600"/>
              <a:gd name="connsiteX122" fmla="*/ 11491171 w 12193200"/>
              <a:gd name="connsiteY122" fmla="*/ 6040546 h 6861600"/>
              <a:gd name="connsiteX123" fmla="*/ 11522208 w 12193200"/>
              <a:gd name="connsiteY123" fmla="*/ 5868556 h 6861600"/>
              <a:gd name="connsiteX124" fmla="*/ 11483089 w 12193200"/>
              <a:gd name="connsiteY124" fmla="*/ 5868556 h 6861600"/>
              <a:gd name="connsiteX125" fmla="*/ 11461701 w 12193200"/>
              <a:gd name="connsiteY125" fmla="*/ 6009087 h 6861600"/>
              <a:gd name="connsiteX126" fmla="*/ 11430145 w 12193200"/>
              <a:gd name="connsiteY126" fmla="*/ 5868556 h 6861600"/>
              <a:gd name="connsiteX127" fmla="*/ 11386588 w 12193200"/>
              <a:gd name="connsiteY127" fmla="*/ 5868556 h 6861600"/>
              <a:gd name="connsiteX128" fmla="*/ 11355816 w 12193200"/>
              <a:gd name="connsiteY128" fmla="*/ 6009087 h 6861600"/>
              <a:gd name="connsiteX129" fmla="*/ 11333909 w 12193200"/>
              <a:gd name="connsiteY129" fmla="*/ 5868556 h 6861600"/>
              <a:gd name="connsiteX130" fmla="*/ 11112223 w 12193200"/>
              <a:gd name="connsiteY130" fmla="*/ 5868556 h 6861600"/>
              <a:gd name="connsiteX131" fmla="*/ 11112223 w 12193200"/>
              <a:gd name="connsiteY131" fmla="*/ 6049054 h 6861600"/>
              <a:gd name="connsiteX132" fmla="*/ 11223323 w 12193200"/>
              <a:gd name="connsiteY132" fmla="*/ 6049054 h 6861600"/>
              <a:gd name="connsiteX133" fmla="*/ 11223323 w 12193200"/>
              <a:gd name="connsiteY133" fmla="*/ 6014244 h 6861600"/>
              <a:gd name="connsiteX134" fmla="*/ 11153951 w 12193200"/>
              <a:gd name="connsiteY134" fmla="*/ 6014244 h 6861600"/>
              <a:gd name="connsiteX135" fmla="*/ 11153951 w 12193200"/>
              <a:gd name="connsiteY135" fmla="*/ 5975050 h 6861600"/>
              <a:gd name="connsiteX136" fmla="*/ 11211325 w 12193200"/>
              <a:gd name="connsiteY136" fmla="*/ 5975050 h 6861600"/>
              <a:gd name="connsiteX137" fmla="*/ 11211325 w 12193200"/>
              <a:gd name="connsiteY137" fmla="*/ 5940240 h 6861600"/>
              <a:gd name="connsiteX138" fmla="*/ 11153951 w 12193200"/>
              <a:gd name="connsiteY138" fmla="*/ 5940240 h 6861600"/>
              <a:gd name="connsiteX139" fmla="*/ 11153951 w 12193200"/>
              <a:gd name="connsiteY139" fmla="*/ 5903366 h 6861600"/>
              <a:gd name="connsiteX140" fmla="*/ 11223323 w 12193200"/>
              <a:gd name="connsiteY140" fmla="*/ 5903366 h 6861600"/>
              <a:gd name="connsiteX141" fmla="*/ 11223323 w 12193200"/>
              <a:gd name="connsiteY141" fmla="*/ 5868556 h 6861600"/>
              <a:gd name="connsiteX142" fmla="*/ 10943215 w 12193200"/>
              <a:gd name="connsiteY142" fmla="*/ 5868556 h 6861600"/>
              <a:gd name="connsiteX143" fmla="*/ 10943215 w 12193200"/>
              <a:gd name="connsiteY143" fmla="*/ 6049054 h 6861600"/>
              <a:gd name="connsiteX144" fmla="*/ 10984945 w 12193200"/>
              <a:gd name="connsiteY144" fmla="*/ 6049054 h 6861600"/>
              <a:gd name="connsiteX145" fmla="*/ 10984945 w 12193200"/>
              <a:gd name="connsiteY145" fmla="*/ 5974534 h 6861600"/>
              <a:gd name="connsiteX146" fmla="*/ 11042060 w 12193200"/>
              <a:gd name="connsiteY146" fmla="*/ 5974534 h 6861600"/>
              <a:gd name="connsiteX147" fmla="*/ 11042060 w 12193200"/>
              <a:gd name="connsiteY147" fmla="*/ 6049054 h 6861600"/>
              <a:gd name="connsiteX148" fmla="*/ 11083787 w 12193200"/>
              <a:gd name="connsiteY148" fmla="*/ 6049054 h 6861600"/>
              <a:gd name="connsiteX149" fmla="*/ 11083787 w 12193200"/>
              <a:gd name="connsiteY149" fmla="*/ 5868556 h 6861600"/>
              <a:gd name="connsiteX150" fmla="*/ 11042060 w 12193200"/>
              <a:gd name="connsiteY150" fmla="*/ 5868556 h 6861600"/>
              <a:gd name="connsiteX151" fmla="*/ 11042060 w 12193200"/>
              <a:gd name="connsiteY151" fmla="*/ 5939724 h 6861600"/>
              <a:gd name="connsiteX152" fmla="*/ 10984945 w 12193200"/>
              <a:gd name="connsiteY152" fmla="*/ 5939724 h 6861600"/>
              <a:gd name="connsiteX153" fmla="*/ 10984945 w 12193200"/>
              <a:gd name="connsiteY153" fmla="*/ 5868556 h 6861600"/>
              <a:gd name="connsiteX154" fmla="*/ 10779428 w 12193200"/>
              <a:gd name="connsiteY154" fmla="*/ 5868556 h 6861600"/>
              <a:gd name="connsiteX155" fmla="*/ 10779428 w 12193200"/>
              <a:gd name="connsiteY155" fmla="*/ 5903366 h 6861600"/>
              <a:gd name="connsiteX156" fmla="*/ 10826632 w 12193200"/>
              <a:gd name="connsiteY156" fmla="*/ 5903366 h 6861600"/>
              <a:gd name="connsiteX157" fmla="*/ 10826632 w 12193200"/>
              <a:gd name="connsiteY157" fmla="*/ 6049054 h 6861600"/>
              <a:gd name="connsiteX158" fmla="*/ 10868360 w 12193200"/>
              <a:gd name="connsiteY158" fmla="*/ 6049054 h 6861600"/>
              <a:gd name="connsiteX159" fmla="*/ 10868360 w 12193200"/>
              <a:gd name="connsiteY159" fmla="*/ 5903366 h 6861600"/>
              <a:gd name="connsiteX160" fmla="*/ 10915564 w 12193200"/>
              <a:gd name="connsiteY160" fmla="*/ 5903366 h 6861600"/>
              <a:gd name="connsiteX161" fmla="*/ 10915564 w 12193200"/>
              <a:gd name="connsiteY161" fmla="*/ 5868556 h 6861600"/>
              <a:gd name="connsiteX162" fmla="*/ 10602853 w 12193200"/>
              <a:gd name="connsiteY162" fmla="*/ 5868556 h 6861600"/>
              <a:gd name="connsiteX163" fmla="*/ 10602853 w 12193200"/>
              <a:gd name="connsiteY163" fmla="*/ 6049054 h 6861600"/>
              <a:gd name="connsiteX164" fmla="*/ 10714217 w 12193200"/>
              <a:gd name="connsiteY164" fmla="*/ 6049054 h 6861600"/>
              <a:gd name="connsiteX165" fmla="*/ 10714217 w 12193200"/>
              <a:gd name="connsiteY165" fmla="*/ 6014244 h 6861600"/>
              <a:gd name="connsiteX166" fmla="*/ 10644583 w 12193200"/>
              <a:gd name="connsiteY166" fmla="*/ 6014244 h 6861600"/>
              <a:gd name="connsiteX167" fmla="*/ 10644583 w 12193200"/>
              <a:gd name="connsiteY167" fmla="*/ 5868556 h 6861600"/>
              <a:gd name="connsiteX168" fmla="*/ 10467490 w 12193200"/>
              <a:gd name="connsiteY168" fmla="*/ 5868556 h 6861600"/>
              <a:gd name="connsiteX169" fmla="*/ 10467490 w 12193200"/>
              <a:gd name="connsiteY169" fmla="*/ 6049054 h 6861600"/>
              <a:gd name="connsiteX170" fmla="*/ 10578854 w 12193200"/>
              <a:gd name="connsiteY170" fmla="*/ 6049054 h 6861600"/>
              <a:gd name="connsiteX171" fmla="*/ 10578854 w 12193200"/>
              <a:gd name="connsiteY171" fmla="*/ 6014244 h 6861600"/>
              <a:gd name="connsiteX172" fmla="*/ 10509217 w 12193200"/>
              <a:gd name="connsiteY172" fmla="*/ 6014244 h 6861600"/>
              <a:gd name="connsiteX173" fmla="*/ 10509217 w 12193200"/>
              <a:gd name="connsiteY173" fmla="*/ 5868556 h 6861600"/>
              <a:gd name="connsiteX174" fmla="*/ 10335779 w 12193200"/>
              <a:gd name="connsiteY174" fmla="*/ 5868556 h 6861600"/>
              <a:gd name="connsiteX175" fmla="*/ 10324044 w 12193200"/>
              <a:gd name="connsiteY175" fmla="*/ 5878354 h 6861600"/>
              <a:gd name="connsiteX176" fmla="*/ 10289097 w 12193200"/>
              <a:gd name="connsiteY176" fmla="*/ 6049054 h 6861600"/>
              <a:gd name="connsiteX177" fmla="*/ 10330303 w 12193200"/>
              <a:gd name="connsiteY177" fmla="*/ 6049054 h 6861600"/>
              <a:gd name="connsiteX178" fmla="*/ 10338389 w 12193200"/>
              <a:gd name="connsiteY178" fmla="*/ 6005219 h 6861600"/>
              <a:gd name="connsiteX179" fmla="*/ 10394462 w 12193200"/>
              <a:gd name="connsiteY179" fmla="*/ 6005219 h 6861600"/>
              <a:gd name="connsiteX180" fmla="*/ 10402808 w 12193200"/>
              <a:gd name="connsiteY180" fmla="*/ 6049054 h 6861600"/>
              <a:gd name="connsiteX181" fmla="*/ 10444796 w 12193200"/>
              <a:gd name="connsiteY181" fmla="*/ 6049054 h 6861600"/>
              <a:gd name="connsiteX182" fmla="*/ 10408543 w 12193200"/>
              <a:gd name="connsiteY182" fmla="*/ 5878354 h 6861600"/>
              <a:gd name="connsiteX183" fmla="*/ 10396809 w 12193200"/>
              <a:gd name="connsiteY183" fmla="*/ 5868556 h 6861600"/>
              <a:gd name="connsiteX184" fmla="*/ 422379 w 12193200"/>
              <a:gd name="connsiteY184" fmla="*/ 5753461 h 6861600"/>
              <a:gd name="connsiteX185" fmla="*/ 377223 w 12193200"/>
              <a:gd name="connsiteY185" fmla="*/ 5801324 h 6861600"/>
              <a:gd name="connsiteX186" fmla="*/ 377223 w 12193200"/>
              <a:gd name="connsiteY186" fmla="*/ 6122326 h 6861600"/>
              <a:gd name="connsiteX187" fmla="*/ 422379 w 12193200"/>
              <a:gd name="connsiteY187" fmla="*/ 6170189 h 6861600"/>
              <a:gd name="connsiteX188" fmla="*/ 718117 w 12193200"/>
              <a:gd name="connsiteY188" fmla="*/ 6170189 h 6861600"/>
              <a:gd name="connsiteX189" fmla="*/ 765181 w 12193200"/>
              <a:gd name="connsiteY189" fmla="*/ 6122326 h 6861600"/>
              <a:gd name="connsiteX190" fmla="*/ 765181 w 12193200"/>
              <a:gd name="connsiteY190" fmla="*/ 5801324 h 6861600"/>
              <a:gd name="connsiteX191" fmla="*/ 718117 w 12193200"/>
              <a:gd name="connsiteY191" fmla="*/ 5753461 h 6861600"/>
              <a:gd name="connsiteX192" fmla="*/ 12192000 w 12193200"/>
              <a:gd name="connsiteY192" fmla="*/ 0 h 6861600"/>
              <a:gd name="connsiteX193" fmla="*/ 12193200 w 12193200"/>
              <a:gd name="connsiteY193" fmla="*/ 0 h 6861600"/>
              <a:gd name="connsiteX194" fmla="*/ 12193200 w 12193200"/>
              <a:gd name="connsiteY194" fmla="*/ 6861600 h 6861600"/>
              <a:gd name="connsiteX195" fmla="*/ 0 w 12193200"/>
              <a:gd name="connsiteY195" fmla="*/ 6861600 h 6861600"/>
              <a:gd name="connsiteX196" fmla="*/ 0 w 12193200"/>
              <a:gd name="connsiteY196" fmla="*/ 6858000 h 6861600"/>
              <a:gd name="connsiteX197" fmla="*/ 12192000 w 12193200"/>
              <a:gd name="connsiteY197" fmla="*/ 6858000 h 6861600"/>
              <a:gd name="connsiteX198" fmla="*/ 0 w 12193200"/>
              <a:gd name="connsiteY198" fmla="*/ 0 h 6861600"/>
              <a:gd name="connsiteX199" fmla="*/ 12191999 w 12193200"/>
              <a:gd name="connsiteY199" fmla="*/ 0 h 6861600"/>
              <a:gd name="connsiteX200" fmla="*/ 12191999 w 12193200"/>
              <a:gd name="connsiteY200" fmla="*/ 4414449 h 6861600"/>
              <a:gd name="connsiteX201" fmla="*/ 12191999 w 12193200"/>
              <a:gd name="connsiteY201" fmla="*/ 4527603 h 6861600"/>
              <a:gd name="connsiteX202" fmla="*/ 12191999 w 12193200"/>
              <a:gd name="connsiteY202" fmla="*/ 5635421 h 6861600"/>
              <a:gd name="connsiteX203" fmla="*/ 11344017 w 12193200"/>
              <a:gd name="connsiteY203" fmla="*/ 6483403 h 6861600"/>
              <a:gd name="connsiteX204" fmla="*/ 10222737 w 12193200"/>
              <a:gd name="connsiteY204" fmla="*/ 6483403 h 6861600"/>
              <a:gd name="connsiteX205" fmla="*/ 9813419 w 12193200"/>
              <a:gd name="connsiteY205" fmla="*/ 6483403 h 6861600"/>
              <a:gd name="connsiteX206" fmla="*/ 5765037 w 12193200"/>
              <a:gd name="connsiteY206" fmla="*/ 6483403 h 6861600"/>
              <a:gd name="connsiteX207" fmla="*/ 5765037 w 12193200"/>
              <a:gd name="connsiteY207" fmla="*/ 6483402 h 6861600"/>
              <a:gd name="connsiteX208" fmla="*/ 0 w 12193200"/>
              <a:gd name="connsiteY208" fmla="*/ 6483402 h 686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</a:cxnLst>
            <a:rect l="l" t="t" r="r" b="b"/>
            <a:pathLst>
              <a:path w="12193200" h="6861600">
                <a:moveTo>
                  <a:pt x="1656213" y="5905985"/>
                </a:moveTo>
                <a:lnTo>
                  <a:pt x="1746524" y="5905985"/>
                </a:lnTo>
                <a:lnTo>
                  <a:pt x="1746524" y="5953848"/>
                </a:lnTo>
                <a:lnTo>
                  <a:pt x="1656213" y="5953848"/>
                </a:lnTo>
                <a:close/>
                <a:moveTo>
                  <a:pt x="1279703" y="5904070"/>
                </a:moveTo>
                <a:lnTo>
                  <a:pt x="1311503" y="5982566"/>
                </a:lnTo>
                <a:lnTo>
                  <a:pt x="1247904" y="5982566"/>
                </a:lnTo>
                <a:close/>
                <a:moveTo>
                  <a:pt x="11590810" y="5903366"/>
                </a:moveTo>
                <a:lnTo>
                  <a:pt x="11609065" y="5903366"/>
                </a:lnTo>
                <a:lnTo>
                  <a:pt x="11621841" y="5970409"/>
                </a:lnTo>
                <a:lnTo>
                  <a:pt x="11578548" y="5970409"/>
                </a:lnTo>
                <a:close/>
                <a:moveTo>
                  <a:pt x="10356904" y="5903366"/>
                </a:moveTo>
                <a:lnTo>
                  <a:pt x="10375160" y="5903366"/>
                </a:lnTo>
                <a:lnTo>
                  <a:pt x="10387940" y="5970409"/>
                </a:lnTo>
                <a:lnTo>
                  <a:pt x="10344647" y="5970409"/>
                </a:lnTo>
                <a:close/>
                <a:moveTo>
                  <a:pt x="2034631" y="5870247"/>
                </a:moveTo>
                <a:lnTo>
                  <a:pt x="2034631" y="6053403"/>
                </a:lnTo>
                <a:lnTo>
                  <a:pt x="2078515" y="6053403"/>
                </a:lnTo>
                <a:lnTo>
                  <a:pt x="2078515" y="5969164"/>
                </a:lnTo>
                <a:lnTo>
                  <a:pt x="2161194" y="6053403"/>
                </a:lnTo>
                <a:lnTo>
                  <a:pt x="2221614" y="6053403"/>
                </a:lnTo>
                <a:lnTo>
                  <a:pt x="2121763" y="5955762"/>
                </a:lnTo>
                <a:lnTo>
                  <a:pt x="2217798" y="5870247"/>
                </a:lnTo>
                <a:lnTo>
                  <a:pt x="2159286" y="5870247"/>
                </a:lnTo>
                <a:lnTo>
                  <a:pt x="2078515" y="5944275"/>
                </a:lnTo>
                <a:lnTo>
                  <a:pt x="2078515" y="5870247"/>
                </a:lnTo>
                <a:close/>
                <a:moveTo>
                  <a:pt x="1612965" y="5870247"/>
                </a:moveTo>
                <a:lnTo>
                  <a:pt x="1612965" y="6053403"/>
                </a:lnTo>
                <a:lnTo>
                  <a:pt x="1656213" y="6053403"/>
                </a:lnTo>
                <a:lnTo>
                  <a:pt x="1656213" y="5990224"/>
                </a:lnTo>
                <a:lnTo>
                  <a:pt x="1703277" y="5990224"/>
                </a:lnTo>
                <a:lnTo>
                  <a:pt x="1742708" y="6053403"/>
                </a:lnTo>
                <a:lnTo>
                  <a:pt x="1789772" y="6053403"/>
                </a:lnTo>
                <a:lnTo>
                  <a:pt x="1748432" y="5990224"/>
                </a:lnTo>
                <a:lnTo>
                  <a:pt x="1752248" y="5990224"/>
                </a:lnTo>
                <a:cubicBezTo>
                  <a:pt x="1776416" y="5990224"/>
                  <a:pt x="1787864" y="5976822"/>
                  <a:pt x="1787864" y="5961506"/>
                </a:cubicBezTo>
                <a:lnTo>
                  <a:pt x="1787864" y="5900879"/>
                </a:lnTo>
                <a:cubicBezTo>
                  <a:pt x="1787864" y="5881734"/>
                  <a:pt x="1776416" y="5870247"/>
                  <a:pt x="1757972" y="5870247"/>
                </a:cubicBezTo>
                <a:close/>
                <a:moveTo>
                  <a:pt x="1407538" y="5870247"/>
                </a:moveTo>
                <a:lnTo>
                  <a:pt x="1407538" y="6053403"/>
                </a:lnTo>
                <a:lnTo>
                  <a:pt x="1581165" y="6053403"/>
                </a:lnTo>
                <a:lnTo>
                  <a:pt x="1581165" y="6017027"/>
                </a:lnTo>
                <a:lnTo>
                  <a:pt x="1448878" y="6017027"/>
                </a:lnTo>
                <a:lnTo>
                  <a:pt x="1448878" y="5978737"/>
                </a:lnTo>
                <a:lnTo>
                  <a:pt x="1562085" y="5978737"/>
                </a:lnTo>
                <a:lnTo>
                  <a:pt x="1562085" y="5942361"/>
                </a:lnTo>
                <a:lnTo>
                  <a:pt x="1448878" y="5942361"/>
                </a:lnTo>
                <a:lnTo>
                  <a:pt x="1448878" y="5905985"/>
                </a:lnTo>
                <a:lnTo>
                  <a:pt x="1579257" y="5905985"/>
                </a:lnTo>
                <a:lnTo>
                  <a:pt x="1579257" y="5870247"/>
                </a:lnTo>
                <a:close/>
                <a:moveTo>
                  <a:pt x="1251084" y="5870247"/>
                </a:moveTo>
                <a:lnTo>
                  <a:pt x="1170312" y="6053403"/>
                </a:lnTo>
                <a:lnTo>
                  <a:pt x="1217376" y="6053403"/>
                </a:lnTo>
                <a:lnTo>
                  <a:pt x="1232640" y="6017027"/>
                </a:lnTo>
                <a:lnTo>
                  <a:pt x="1326767" y="6017027"/>
                </a:lnTo>
                <a:lnTo>
                  <a:pt x="1343939" y="6053403"/>
                </a:lnTo>
                <a:lnTo>
                  <a:pt x="1389095" y="6053403"/>
                </a:lnTo>
                <a:lnTo>
                  <a:pt x="1307687" y="5870247"/>
                </a:lnTo>
                <a:close/>
                <a:moveTo>
                  <a:pt x="938809" y="5870247"/>
                </a:moveTo>
                <a:lnTo>
                  <a:pt x="938809" y="6053403"/>
                </a:lnTo>
                <a:lnTo>
                  <a:pt x="978241" y="6053403"/>
                </a:lnTo>
                <a:lnTo>
                  <a:pt x="978241" y="5948104"/>
                </a:lnTo>
                <a:lnTo>
                  <a:pt x="1025305" y="6053403"/>
                </a:lnTo>
                <a:lnTo>
                  <a:pt x="1066644" y="6053403"/>
                </a:lnTo>
                <a:lnTo>
                  <a:pt x="1113708" y="5946190"/>
                </a:lnTo>
                <a:lnTo>
                  <a:pt x="1113708" y="6053403"/>
                </a:lnTo>
                <a:lnTo>
                  <a:pt x="1153140" y="6053403"/>
                </a:lnTo>
                <a:lnTo>
                  <a:pt x="1153140" y="5870247"/>
                </a:lnTo>
                <a:lnTo>
                  <a:pt x="1106076" y="5870247"/>
                </a:lnTo>
                <a:lnTo>
                  <a:pt x="1045657" y="6007455"/>
                </a:lnTo>
                <a:lnTo>
                  <a:pt x="985873" y="5870247"/>
                </a:lnTo>
                <a:close/>
                <a:moveTo>
                  <a:pt x="1852100" y="5869609"/>
                </a:moveTo>
                <a:cubicBezTo>
                  <a:pt x="1837472" y="5869609"/>
                  <a:pt x="1824116" y="5881096"/>
                  <a:pt x="1824116" y="5898327"/>
                </a:cubicBezTo>
                <a:lnTo>
                  <a:pt x="1824116" y="5951934"/>
                </a:lnTo>
                <a:cubicBezTo>
                  <a:pt x="1824116" y="5967250"/>
                  <a:pt x="1834928" y="5978737"/>
                  <a:pt x="1852100" y="5978737"/>
                </a:cubicBezTo>
                <a:lnTo>
                  <a:pt x="1953859" y="5978737"/>
                </a:lnTo>
                <a:lnTo>
                  <a:pt x="1953859" y="6017027"/>
                </a:lnTo>
                <a:lnTo>
                  <a:pt x="1865456" y="6017027"/>
                </a:lnTo>
                <a:lnTo>
                  <a:pt x="1865456" y="6003626"/>
                </a:lnTo>
                <a:lnTo>
                  <a:pt x="1822208" y="6003626"/>
                </a:lnTo>
                <a:lnTo>
                  <a:pt x="1822208" y="6026600"/>
                </a:lnTo>
                <a:cubicBezTo>
                  <a:pt x="1822208" y="6041916"/>
                  <a:pt x="1831112" y="6053403"/>
                  <a:pt x="1850192" y="6053403"/>
                </a:cubicBezTo>
                <a:lnTo>
                  <a:pt x="1865456" y="6053403"/>
                </a:lnTo>
                <a:lnTo>
                  <a:pt x="1967215" y="6053403"/>
                </a:lnTo>
                <a:cubicBezTo>
                  <a:pt x="1985659" y="6053403"/>
                  <a:pt x="1995199" y="6041916"/>
                  <a:pt x="1995199" y="6024686"/>
                </a:cubicBezTo>
                <a:lnTo>
                  <a:pt x="1995199" y="5972993"/>
                </a:lnTo>
                <a:cubicBezTo>
                  <a:pt x="1995199" y="5953848"/>
                  <a:pt x="1982479" y="5942361"/>
                  <a:pt x="1967215" y="5942361"/>
                </a:cubicBezTo>
                <a:lnTo>
                  <a:pt x="1865456" y="5942361"/>
                </a:lnTo>
                <a:lnTo>
                  <a:pt x="1865456" y="5905985"/>
                </a:lnTo>
                <a:lnTo>
                  <a:pt x="1953859" y="5905985"/>
                </a:lnTo>
                <a:lnTo>
                  <a:pt x="1953859" y="5921301"/>
                </a:lnTo>
                <a:lnTo>
                  <a:pt x="1995199" y="5921301"/>
                </a:lnTo>
                <a:lnTo>
                  <a:pt x="1995199" y="5900241"/>
                </a:lnTo>
                <a:cubicBezTo>
                  <a:pt x="1995199" y="5881096"/>
                  <a:pt x="1984387" y="5869609"/>
                  <a:pt x="1969123" y="5869609"/>
                </a:cubicBezTo>
                <a:close/>
                <a:moveTo>
                  <a:pt x="11668273" y="5868556"/>
                </a:moveTo>
                <a:lnTo>
                  <a:pt x="11723299" y="5983559"/>
                </a:lnTo>
                <a:lnTo>
                  <a:pt x="11723299" y="6049054"/>
                </a:lnTo>
                <a:lnTo>
                  <a:pt x="11765029" y="6049054"/>
                </a:lnTo>
                <a:lnTo>
                  <a:pt x="11765029" y="5983559"/>
                </a:lnTo>
                <a:lnTo>
                  <a:pt x="11820060" y="5868556"/>
                </a:lnTo>
                <a:lnTo>
                  <a:pt x="11777026" y="5868556"/>
                </a:lnTo>
                <a:lnTo>
                  <a:pt x="11744427" y="5945396"/>
                </a:lnTo>
                <a:lnTo>
                  <a:pt x="11711566" y="5868556"/>
                </a:lnTo>
                <a:close/>
                <a:moveTo>
                  <a:pt x="11569685" y="5868556"/>
                </a:moveTo>
                <a:cubicBezTo>
                  <a:pt x="11562640" y="5868556"/>
                  <a:pt x="11559252" y="5871907"/>
                  <a:pt x="11557946" y="5878354"/>
                </a:cubicBezTo>
                <a:lnTo>
                  <a:pt x="11522999" y="6049054"/>
                </a:lnTo>
                <a:lnTo>
                  <a:pt x="11564204" y="6049054"/>
                </a:lnTo>
                <a:lnTo>
                  <a:pt x="11572292" y="6005219"/>
                </a:lnTo>
                <a:lnTo>
                  <a:pt x="11628363" y="6005219"/>
                </a:lnTo>
                <a:lnTo>
                  <a:pt x="11636710" y="6049054"/>
                </a:lnTo>
                <a:lnTo>
                  <a:pt x="11678697" y="6049054"/>
                </a:lnTo>
                <a:lnTo>
                  <a:pt x="11642448" y="5878354"/>
                </a:lnTo>
                <a:cubicBezTo>
                  <a:pt x="11641144" y="5871907"/>
                  <a:pt x="11637751" y="5868556"/>
                  <a:pt x="11630711" y="5868556"/>
                </a:cubicBezTo>
                <a:close/>
                <a:moveTo>
                  <a:pt x="11293745" y="5868556"/>
                </a:moveTo>
                <a:lnTo>
                  <a:pt x="11325040" y="6040546"/>
                </a:lnTo>
                <a:cubicBezTo>
                  <a:pt x="11326085" y="6046991"/>
                  <a:pt x="11329214" y="6049054"/>
                  <a:pt x="11334691" y="6049054"/>
                </a:cubicBezTo>
                <a:lnTo>
                  <a:pt x="11373289" y="6049054"/>
                </a:lnTo>
                <a:cubicBezTo>
                  <a:pt x="11378766" y="6049054"/>
                  <a:pt x="11381895" y="6047249"/>
                  <a:pt x="11383200" y="6041061"/>
                </a:cubicBezTo>
                <a:lnTo>
                  <a:pt x="11407979" y="5923221"/>
                </a:lnTo>
                <a:lnTo>
                  <a:pt x="11433797" y="6041061"/>
                </a:lnTo>
                <a:cubicBezTo>
                  <a:pt x="11435099" y="6047249"/>
                  <a:pt x="11439010" y="6049054"/>
                  <a:pt x="11444491" y="6049054"/>
                </a:cubicBezTo>
                <a:lnTo>
                  <a:pt x="11481522" y="6049054"/>
                </a:lnTo>
                <a:cubicBezTo>
                  <a:pt x="11487001" y="6049054"/>
                  <a:pt x="11490130" y="6046991"/>
                  <a:pt x="11491171" y="6040546"/>
                </a:cubicBezTo>
                <a:lnTo>
                  <a:pt x="11522208" y="5868556"/>
                </a:lnTo>
                <a:lnTo>
                  <a:pt x="11483089" y="5868556"/>
                </a:lnTo>
                <a:lnTo>
                  <a:pt x="11461701" y="6009087"/>
                </a:lnTo>
                <a:lnTo>
                  <a:pt x="11430145" y="5868556"/>
                </a:lnTo>
                <a:lnTo>
                  <a:pt x="11386588" y="5868556"/>
                </a:lnTo>
                <a:lnTo>
                  <a:pt x="11355816" y="6009087"/>
                </a:lnTo>
                <a:lnTo>
                  <a:pt x="11333909" y="5868556"/>
                </a:lnTo>
                <a:close/>
                <a:moveTo>
                  <a:pt x="11112223" y="5868556"/>
                </a:moveTo>
                <a:lnTo>
                  <a:pt x="11112223" y="6049054"/>
                </a:lnTo>
                <a:lnTo>
                  <a:pt x="11223323" y="6049054"/>
                </a:lnTo>
                <a:lnTo>
                  <a:pt x="11223323" y="6014244"/>
                </a:lnTo>
                <a:lnTo>
                  <a:pt x="11153951" y="6014244"/>
                </a:lnTo>
                <a:lnTo>
                  <a:pt x="11153951" y="5975050"/>
                </a:lnTo>
                <a:lnTo>
                  <a:pt x="11211325" y="5975050"/>
                </a:lnTo>
                <a:lnTo>
                  <a:pt x="11211325" y="5940240"/>
                </a:lnTo>
                <a:lnTo>
                  <a:pt x="11153951" y="5940240"/>
                </a:lnTo>
                <a:lnTo>
                  <a:pt x="11153951" y="5903366"/>
                </a:lnTo>
                <a:lnTo>
                  <a:pt x="11223323" y="5903366"/>
                </a:lnTo>
                <a:lnTo>
                  <a:pt x="11223323" y="5868556"/>
                </a:lnTo>
                <a:close/>
                <a:moveTo>
                  <a:pt x="10943215" y="5868556"/>
                </a:moveTo>
                <a:lnTo>
                  <a:pt x="10943215" y="6049054"/>
                </a:lnTo>
                <a:lnTo>
                  <a:pt x="10984945" y="6049054"/>
                </a:lnTo>
                <a:lnTo>
                  <a:pt x="10984945" y="5974534"/>
                </a:lnTo>
                <a:lnTo>
                  <a:pt x="11042060" y="5974534"/>
                </a:lnTo>
                <a:lnTo>
                  <a:pt x="11042060" y="6049054"/>
                </a:lnTo>
                <a:lnTo>
                  <a:pt x="11083787" y="6049054"/>
                </a:lnTo>
                <a:lnTo>
                  <a:pt x="11083787" y="5868556"/>
                </a:lnTo>
                <a:lnTo>
                  <a:pt x="11042060" y="5868556"/>
                </a:lnTo>
                <a:lnTo>
                  <a:pt x="11042060" y="5939724"/>
                </a:lnTo>
                <a:lnTo>
                  <a:pt x="10984945" y="5939724"/>
                </a:lnTo>
                <a:lnTo>
                  <a:pt x="10984945" y="5868556"/>
                </a:lnTo>
                <a:close/>
                <a:moveTo>
                  <a:pt x="10779428" y="5868556"/>
                </a:moveTo>
                <a:lnTo>
                  <a:pt x="10779428" y="5903366"/>
                </a:lnTo>
                <a:lnTo>
                  <a:pt x="10826632" y="5903366"/>
                </a:lnTo>
                <a:lnTo>
                  <a:pt x="10826632" y="6049054"/>
                </a:lnTo>
                <a:lnTo>
                  <a:pt x="10868360" y="6049054"/>
                </a:lnTo>
                <a:lnTo>
                  <a:pt x="10868360" y="5903366"/>
                </a:lnTo>
                <a:lnTo>
                  <a:pt x="10915564" y="5903366"/>
                </a:lnTo>
                <a:lnTo>
                  <a:pt x="10915564" y="5868556"/>
                </a:lnTo>
                <a:close/>
                <a:moveTo>
                  <a:pt x="10602853" y="5868556"/>
                </a:moveTo>
                <a:lnTo>
                  <a:pt x="10602853" y="6049054"/>
                </a:lnTo>
                <a:lnTo>
                  <a:pt x="10714217" y="6049054"/>
                </a:lnTo>
                <a:lnTo>
                  <a:pt x="10714217" y="6014244"/>
                </a:lnTo>
                <a:lnTo>
                  <a:pt x="10644583" y="6014244"/>
                </a:lnTo>
                <a:lnTo>
                  <a:pt x="10644583" y="5868556"/>
                </a:lnTo>
                <a:close/>
                <a:moveTo>
                  <a:pt x="10467490" y="5868556"/>
                </a:moveTo>
                <a:lnTo>
                  <a:pt x="10467490" y="6049054"/>
                </a:lnTo>
                <a:lnTo>
                  <a:pt x="10578854" y="6049054"/>
                </a:lnTo>
                <a:lnTo>
                  <a:pt x="10578854" y="6014244"/>
                </a:lnTo>
                <a:lnTo>
                  <a:pt x="10509217" y="6014244"/>
                </a:lnTo>
                <a:lnTo>
                  <a:pt x="10509217" y="5868556"/>
                </a:lnTo>
                <a:close/>
                <a:moveTo>
                  <a:pt x="10335779" y="5868556"/>
                </a:moveTo>
                <a:cubicBezTo>
                  <a:pt x="10328738" y="5868556"/>
                  <a:pt x="10325345" y="5871907"/>
                  <a:pt x="10324044" y="5878354"/>
                </a:cubicBezTo>
                <a:lnTo>
                  <a:pt x="10289097" y="6049054"/>
                </a:lnTo>
                <a:lnTo>
                  <a:pt x="10330303" y="6049054"/>
                </a:lnTo>
                <a:lnTo>
                  <a:pt x="10338389" y="6005219"/>
                </a:lnTo>
                <a:lnTo>
                  <a:pt x="10394462" y="6005219"/>
                </a:lnTo>
                <a:lnTo>
                  <a:pt x="10402808" y="6049054"/>
                </a:lnTo>
                <a:lnTo>
                  <a:pt x="10444796" y="6049054"/>
                </a:lnTo>
                <a:lnTo>
                  <a:pt x="10408543" y="5878354"/>
                </a:lnTo>
                <a:cubicBezTo>
                  <a:pt x="10407238" y="5871907"/>
                  <a:pt x="10403850" y="5868556"/>
                  <a:pt x="10396809" y="5868556"/>
                </a:cubicBezTo>
                <a:close/>
                <a:moveTo>
                  <a:pt x="422379" y="5753461"/>
                </a:moveTo>
                <a:cubicBezTo>
                  <a:pt x="398211" y="5753461"/>
                  <a:pt x="377223" y="5774521"/>
                  <a:pt x="377223" y="5801324"/>
                </a:cubicBezTo>
                <a:lnTo>
                  <a:pt x="377223" y="6122326"/>
                </a:lnTo>
                <a:cubicBezTo>
                  <a:pt x="377223" y="6149130"/>
                  <a:pt x="398211" y="6170189"/>
                  <a:pt x="422379" y="6170189"/>
                </a:cubicBezTo>
                <a:lnTo>
                  <a:pt x="718117" y="6170189"/>
                </a:lnTo>
                <a:cubicBezTo>
                  <a:pt x="744193" y="6170189"/>
                  <a:pt x="765181" y="6149130"/>
                  <a:pt x="765181" y="6122326"/>
                </a:cubicBezTo>
                <a:lnTo>
                  <a:pt x="765181" y="5801324"/>
                </a:lnTo>
                <a:cubicBezTo>
                  <a:pt x="765181" y="5774521"/>
                  <a:pt x="744193" y="5753461"/>
                  <a:pt x="718117" y="5753461"/>
                </a:cubicBezTo>
                <a:close/>
                <a:moveTo>
                  <a:pt x="12192000" y="0"/>
                </a:moveTo>
                <a:lnTo>
                  <a:pt x="12193200" y="0"/>
                </a:lnTo>
                <a:lnTo>
                  <a:pt x="12193200" y="6861600"/>
                </a:lnTo>
                <a:lnTo>
                  <a:pt x="0" y="6861600"/>
                </a:lnTo>
                <a:lnTo>
                  <a:pt x="0" y="6858000"/>
                </a:lnTo>
                <a:lnTo>
                  <a:pt x="12192000" y="6858000"/>
                </a:lnTo>
                <a:close/>
                <a:moveTo>
                  <a:pt x="0" y="0"/>
                </a:moveTo>
                <a:lnTo>
                  <a:pt x="12191999" y="0"/>
                </a:lnTo>
                <a:lnTo>
                  <a:pt x="12191999" y="4414449"/>
                </a:lnTo>
                <a:lnTo>
                  <a:pt x="12191999" y="4527603"/>
                </a:lnTo>
                <a:lnTo>
                  <a:pt x="12191999" y="5635421"/>
                </a:lnTo>
                <a:cubicBezTo>
                  <a:pt x="12191999" y="6103749"/>
                  <a:pt x="11812345" y="6483403"/>
                  <a:pt x="11344017" y="6483403"/>
                </a:cubicBezTo>
                <a:lnTo>
                  <a:pt x="10222737" y="6483403"/>
                </a:lnTo>
                <a:lnTo>
                  <a:pt x="9813419" y="6483403"/>
                </a:lnTo>
                <a:lnTo>
                  <a:pt x="5765037" y="6483403"/>
                </a:lnTo>
                <a:lnTo>
                  <a:pt x="5765037" y="6483402"/>
                </a:lnTo>
                <a:lnTo>
                  <a:pt x="0" y="6483402"/>
                </a:lnTo>
                <a:close/>
              </a:path>
            </a:pathLst>
          </a:custGeom>
          <a:solidFill>
            <a:srgbClr val="CFCFCF"/>
          </a:solidFill>
        </p:spPr>
        <p:txBody>
          <a:bodyPr wrap="square" tIns="72000" anchor="t" anchorCtr="0">
            <a:noAutofit/>
          </a:bodyPr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1200">
                <a:solidFill>
                  <a:schemeClr val="bg1"/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Click here and insert picture</a:t>
            </a:r>
          </a:p>
        </p:txBody>
      </p:sp>
      <p:sp>
        <p:nvSpPr>
          <p:cNvPr id="18" name="Title 1">
            <a:extLst>
              <a:ext uri="{FF2B5EF4-FFF2-40B4-BE49-F238E27FC236}">
                <a16:creationId xmlns:a16="http://schemas.microsoft.com/office/drawing/2014/main" id="{534A3BBC-EB91-6315-9808-5035B767D3F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71475" y="1943100"/>
            <a:ext cx="10829925" cy="2550523"/>
          </a:xfrm>
        </p:spPr>
        <p:txBody>
          <a:bodyPr anchor="t"/>
          <a:lstStyle>
            <a:lvl1pPr algn="l">
              <a:lnSpc>
                <a:spcPts val="4800"/>
              </a:lnSpc>
              <a:defRPr sz="4400">
                <a:solidFill>
                  <a:schemeClr val="bg1"/>
                </a:solidFill>
              </a:defRPr>
            </a:lvl1pPr>
          </a:lstStyle>
          <a:p>
            <a:r>
              <a:rPr lang="en-GB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3906000000"/>
      </p:ext>
    </p:extLst>
  </p:cSld>
  <p:clrMapOvr>
    <a:masterClrMapping/>
  </p:clrMapOvr>
</p:sldLayout>
</file>

<file path=ppt/slideLayouts/slideLayout14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B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11">
            <a:extLst>
              <a:ext uri="{FF2B5EF4-FFF2-40B4-BE49-F238E27FC236}">
                <a16:creationId xmlns:a16="http://schemas.microsoft.com/office/drawing/2014/main" id="{AB12982D-D35D-CD4E-DFD3-3B65652528D8}"/>
              </a:ext>
            </a:extLst>
          </p:cNvPr>
          <p:cNvSpPr/>
          <p:nvPr userDrawn="1"/>
        </p:nvSpPr>
        <p:spPr>
          <a:xfrm>
            <a:off x="-1" y="-1"/>
            <a:ext cx="12192000" cy="6483404"/>
          </a:xfrm>
          <a:custGeom>
            <a:avLst/>
            <a:gdLst>
              <a:gd name="connsiteX0" fmla="*/ 0 w 12192000"/>
              <a:gd name="connsiteY0" fmla="*/ 0 h 6483404"/>
              <a:gd name="connsiteX1" fmla="*/ 8210551 w 12192000"/>
              <a:gd name="connsiteY1" fmla="*/ 0 h 6483404"/>
              <a:gd name="connsiteX2" fmla="*/ 8210551 w 12192000"/>
              <a:gd name="connsiteY2" fmla="*/ 1 h 6483404"/>
              <a:gd name="connsiteX3" fmla="*/ 12192000 w 12192000"/>
              <a:gd name="connsiteY3" fmla="*/ 1 h 6483404"/>
              <a:gd name="connsiteX4" fmla="*/ 12192000 w 12192000"/>
              <a:gd name="connsiteY4" fmla="*/ 4414450 h 6483404"/>
              <a:gd name="connsiteX5" fmla="*/ 12192000 w 12192000"/>
              <a:gd name="connsiteY5" fmla="*/ 4527604 h 6483404"/>
              <a:gd name="connsiteX6" fmla="*/ 12192000 w 12192000"/>
              <a:gd name="connsiteY6" fmla="*/ 5635422 h 6483404"/>
              <a:gd name="connsiteX7" fmla="*/ 11344018 w 12192000"/>
              <a:gd name="connsiteY7" fmla="*/ 6483404 h 6483404"/>
              <a:gd name="connsiteX8" fmla="*/ 10222738 w 12192000"/>
              <a:gd name="connsiteY8" fmla="*/ 6483404 h 6483404"/>
              <a:gd name="connsiteX9" fmla="*/ 9813420 w 12192000"/>
              <a:gd name="connsiteY9" fmla="*/ 6483404 h 6483404"/>
              <a:gd name="connsiteX10" fmla="*/ 5765038 w 12192000"/>
              <a:gd name="connsiteY10" fmla="*/ 6483404 h 6483404"/>
              <a:gd name="connsiteX11" fmla="*/ 5765038 w 12192000"/>
              <a:gd name="connsiteY11" fmla="*/ 6483403 h 6483404"/>
              <a:gd name="connsiteX12" fmla="*/ 0 w 12192000"/>
              <a:gd name="connsiteY12" fmla="*/ 6483403 h 64834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2192000" h="6483404">
                <a:moveTo>
                  <a:pt x="0" y="0"/>
                </a:moveTo>
                <a:lnTo>
                  <a:pt x="8210551" y="0"/>
                </a:lnTo>
                <a:lnTo>
                  <a:pt x="8210551" y="1"/>
                </a:lnTo>
                <a:lnTo>
                  <a:pt x="12192000" y="1"/>
                </a:lnTo>
                <a:lnTo>
                  <a:pt x="12192000" y="4414450"/>
                </a:lnTo>
                <a:lnTo>
                  <a:pt x="12192000" y="4527604"/>
                </a:lnTo>
                <a:lnTo>
                  <a:pt x="12192000" y="5635422"/>
                </a:lnTo>
                <a:cubicBezTo>
                  <a:pt x="12192000" y="6103750"/>
                  <a:pt x="11812346" y="6483404"/>
                  <a:pt x="11344018" y="6483404"/>
                </a:cubicBezTo>
                <a:lnTo>
                  <a:pt x="10222738" y="6483404"/>
                </a:lnTo>
                <a:lnTo>
                  <a:pt x="9813420" y="6483404"/>
                </a:lnTo>
                <a:lnTo>
                  <a:pt x="5765038" y="6483404"/>
                </a:lnTo>
                <a:lnTo>
                  <a:pt x="5765038" y="6483403"/>
                </a:lnTo>
                <a:lnTo>
                  <a:pt x="0" y="6483403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237600" tIns="237600" rIns="237600" bIns="237600" rtlCol="0" anchor="ctr">
            <a:noAutofit/>
          </a:bodyPr>
          <a:lstStyle/>
          <a:p>
            <a:pPr algn="ctr"/>
            <a:endParaRPr lang="en-001" sz="2000" noProof="0" err="1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43A1AF0-8F3A-B813-D2C7-811831038F4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1475" y="5751851"/>
            <a:ext cx="1853056" cy="413999"/>
          </a:xfrm>
          <a:prstGeom prst="rect">
            <a:avLst/>
          </a:prstGeom>
        </p:spPr>
      </p:pic>
      <p:sp>
        <p:nvSpPr>
          <p:cNvPr id="15" name="Title 1">
            <a:extLst>
              <a:ext uri="{FF2B5EF4-FFF2-40B4-BE49-F238E27FC236}">
                <a16:creationId xmlns:a16="http://schemas.microsoft.com/office/drawing/2014/main" id="{F779AE45-9325-9747-A087-FA65D14DF943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71475" y="1943100"/>
            <a:ext cx="10829925" cy="2550523"/>
          </a:xfrm>
        </p:spPr>
        <p:txBody>
          <a:bodyPr anchor="t"/>
          <a:lstStyle>
            <a:lvl1pPr algn="l">
              <a:lnSpc>
                <a:spcPts val="5800"/>
              </a:lnSpc>
              <a:defRPr sz="5400">
                <a:solidFill>
                  <a:schemeClr val="tx1"/>
                </a:solidFill>
              </a:defRPr>
            </a:lvl1pPr>
          </a:lstStyle>
          <a:p>
            <a:r>
              <a:rPr lang="en-GB"/>
              <a:t>Click to add title</a:t>
            </a:r>
          </a:p>
        </p:txBody>
      </p:sp>
      <p:pic>
        <p:nvPicPr>
          <p:cNvPr id="17" name="Graphic 16">
            <a:extLst>
              <a:ext uri="{FF2B5EF4-FFF2-40B4-BE49-F238E27FC236}">
                <a16:creationId xmlns:a16="http://schemas.microsoft.com/office/drawing/2014/main" id="{EA98EC77-38EE-0D5E-CC88-514A9AE6F6D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0289632" y="5868710"/>
            <a:ext cx="1531435" cy="18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3510540"/>
      </p:ext>
    </p:extLst>
  </p:cSld>
  <p:clrMapOvr>
    <a:masterClrMapping/>
  </p:clrMapOvr>
</p:sldLayout>
</file>

<file path=ppt/slideLayouts/slideLayout14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C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 11">
            <a:extLst>
              <a:ext uri="{FF2B5EF4-FFF2-40B4-BE49-F238E27FC236}">
                <a16:creationId xmlns:a16="http://schemas.microsoft.com/office/drawing/2014/main" id="{AB12982D-D35D-CD4E-DFD3-3B65652528D8}"/>
              </a:ext>
            </a:extLst>
          </p:cNvPr>
          <p:cNvSpPr/>
          <p:nvPr userDrawn="1"/>
        </p:nvSpPr>
        <p:spPr>
          <a:xfrm>
            <a:off x="0" y="0"/>
            <a:ext cx="12192000" cy="6483404"/>
          </a:xfrm>
          <a:custGeom>
            <a:avLst/>
            <a:gdLst>
              <a:gd name="connsiteX0" fmla="*/ 0 w 12192000"/>
              <a:gd name="connsiteY0" fmla="*/ 0 h 6483404"/>
              <a:gd name="connsiteX1" fmla="*/ 8210551 w 12192000"/>
              <a:gd name="connsiteY1" fmla="*/ 0 h 6483404"/>
              <a:gd name="connsiteX2" fmla="*/ 8210551 w 12192000"/>
              <a:gd name="connsiteY2" fmla="*/ 1 h 6483404"/>
              <a:gd name="connsiteX3" fmla="*/ 12192000 w 12192000"/>
              <a:gd name="connsiteY3" fmla="*/ 1 h 6483404"/>
              <a:gd name="connsiteX4" fmla="*/ 12192000 w 12192000"/>
              <a:gd name="connsiteY4" fmla="*/ 4414450 h 6483404"/>
              <a:gd name="connsiteX5" fmla="*/ 12192000 w 12192000"/>
              <a:gd name="connsiteY5" fmla="*/ 4527604 h 6483404"/>
              <a:gd name="connsiteX6" fmla="*/ 12192000 w 12192000"/>
              <a:gd name="connsiteY6" fmla="*/ 5635422 h 6483404"/>
              <a:gd name="connsiteX7" fmla="*/ 11344018 w 12192000"/>
              <a:gd name="connsiteY7" fmla="*/ 6483404 h 6483404"/>
              <a:gd name="connsiteX8" fmla="*/ 10222738 w 12192000"/>
              <a:gd name="connsiteY8" fmla="*/ 6483404 h 6483404"/>
              <a:gd name="connsiteX9" fmla="*/ 9813420 w 12192000"/>
              <a:gd name="connsiteY9" fmla="*/ 6483404 h 6483404"/>
              <a:gd name="connsiteX10" fmla="*/ 5765038 w 12192000"/>
              <a:gd name="connsiteY10" fmla="*/ 6483404 h 6483404"/>
              <a:gd name="connsiteX11" fmla="*/ 5765038 w 12192000"/>
              <a:gd name="connsiteY11" fmla="*/ 6483403 h 6483404"/>
              <a:gd name="connsiteX12" fmla="*/ 0 w 12192000"/>
              <a:gd name="connsiteY12" fmla="*/ 6483403 h 64834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2192000" h="6483404">
                <a:moveTo>
                  <a:pt x="0" y="0"/>
                </a:moveTo>
                <a:lnTo>
                  <a:pt x="8210551" y="0"/>
                </a:lnTo>
                <a:lnTo>
                  <a:pt x="8210551" y="1"/>
                </a:lnTo>
                <a:lnTo>
                  <a:pt x="12192000" y="1"/>
                </a:lnTo>
                <a:lnTo>
                  <a:pt x="12192000" y="4414450"/>
                </a:lnTo>
                <a:lnTo>
                  <a:pt x="12192000" y="4527604"/>
                </a:lnTo>
                <a:lnTo>
                  <a:pt x="12192000" y="5635422"/>
                </a:lnTo>
                <a:cubicBezTo>
                  <a:pt x="12192000" y="6103750"/>
                  <a:pt x="11812346" y="6483404"/>
                  <a:pt x="11344018" y="6483404"/>
                </a:cubicBezTo>
                <a:lnTo>
                  <a:pt x="10222738" y="6483404"/>
                </a:lnTo>
                <a:lnTo>
                  <a:pt x="9813420" y="6483404"/>
                </a:lnTo>
                <a:lnTo>
                  <a:pt x="5765038" y="6483404"/>
                </a:lnTo>
                <a:lnTo>
                  <a:pt x="5765038" y="6483403"/>
                </a:lnTo>
                <a:lnTo>
                  <a:pt x="0" y="6483403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237600" tIns="237600" rIns="237600" bIns="237600" rtlCol="0" anchor="ctr">
            <a:noAutofit/>
          </a:bodyPr>
          <a:lstStyle/>
          <a:p>
            <a:pPr algn="ctr"/>
            <a:endParaRPr lang="en-001" sz="2000" noProof="0" err="1"/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F779AE45-9325-9747-A087-FA65D14DF943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71475" y="1943100"/>
            <a:ext cx="10829925" cy="2550523"/>
          </a:xfrm>
        </p:spPr>
        <p:txBody>
          <a:bodyPr anchor="t"/>
          <a:lstStyle>
            <a:lvl1pPr algn="l">
              <a:lnSpc>
                <a:spcPts val="5800"/>
              </a:lnSpc>
              <a:defRPr sz="5400">
                <a:solidFill>
                  <a:schemeClr val="bg1"/>
                </a:solidFill>
              </a:defRPr>
            </a:lvl1pPr>
          </a:lstStyle>
          <a:p>
            <a:r>
              <a:rPr lang="en-GB"/>
              <a:t>Click to add title</a:t>
            </a:r>
          </a:p>
        </p:txBody>
      </p:sp>
      <p:pic>
        <p:nvPicPr>
          <p:cNvPr id="17" name="Graphic 16">
            <a:extLst>
              <a:ext uri="{FF2B5EF4-FFF2-40B4-BE49-F238E27FC236}">
                <a16:creationId xmlns:a16="http://schemas.microsoft.com/office/drawing/2014/main" id="{EA98EC77-38EE-0D5E-CC88-514A9AE6F6D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0289632" y="5868710"/>
            <a:ext cx="1531435" cy="180000"/>
          </a:xfrm>
          <a:prstGeom prst="rect">
            <a:avLst/>
          </a:prstGeom>
        </p:spPr>
      </p:pic>
      <p:pic>
        <p:nvPicPr>
          <p:cNvPr id="4" name="Picture 29">
            <a:extLst>
              <a:ext uri="{FF2B5EF4-FFF2-40B4-BE49-F238E27FC236}">
                <a16:creationId xmlns:a16="http://schemas.microsoft.com/office/drawing/2014/main" id="{CBC55F8E-D332-2671-CC35-F818567F57E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349249" y="5727699"/>
            <a:ext cx="1879200" cy="4633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7079326"/>
      </p:ext>
    </p:extLst>
  </p:cSld>
  <p:clrMapOvr>
    <a:masterClrMapping/>
  </p:clrMapOvr>
</p:sldLayout>
</file>

<file path=ppt/slideLayouts/slideLayout14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D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" name="Picture 39">
            <a:extLst>
              <a:ext uri="{FF2B5EF4-FFF2-40B4-BE49-F238E27FC236}">
                <a16:creationId xmlns:a16="http://schemas.microsoft.com/office/drawing/2014/main" id="{2E8F0CCD-13ED-0EE3-3B03-3E5899CC73A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4650" y="6075701"/>
            <a:ext cx="1853056" cy="413999"/>
          </a:xfrm>
          <a:prstGeom prst="rect">
            <a:avLst/>
          </a:prstGeom>
        </p:spPr>
      </p:pic>
      <p:pic>
        <p:nvPicPr>
          <p:cNvPr id="4" name="Graphic 3">
            <a:extLst>
              <a:ext uri="{FF2B5EF4-FFF2-40B4-BE49-F238E27FC236}">
                <a16:creationId xmlns:a16="http://schemas.microsoft.com/office/drawing/2014/main" id="{7CBE64CD-AD7A-FBDE-6068-9A34E97C021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10289090" y="6188152"/>
            <a:ext cx="1531435" cy="180000"/>
          </a:xfrm>
          <a:prstGeom prst="rect">
            <a:avLst/>
          </a:prstGeom>
        </p:spPr>
      </p:pic>
      <p:sp>
        <p:nvSpPr>
          <p:cNvPr id="21" name="Freeform 20">
            <a:extLst>
              <a:ext uri="{FF2B5EF4-FFF2-40B4-BE49-F238E27FC236}">
                <a16:creationId xmlns:a16="http://schemas.microsoft.com/office/drawing/2014/main" id="{23333BE9-BDFC-E99A-B635-C5AD934F45C8}"/>
              </a:ext>
            </a:extLst>
          </p:cNvPr>
          <p:cNvSpPr/>
          <p:nvPr userDrawn="1"/>
        </p:nvSpPr>
        <p:spPr>
          <a:xfrm>
            <a:off x="2854358" y="-3600"/>
            <a:ext cx="6426962" cy="6861600"/>
          </a:xfrm>
          <a:custGeom>
            <a:avLst/>
            <a:gdLst>
              <a:gd name="connsiteX0" fmla="*/ 0 w 6426962"/>
              <a:gd name="connsiteY0" fmla="*/ 0 h 6858000"/>
              <a:gd name="connsiteX1" fmla="*/ 4457700 w 6426962"/>
              <a:gd name="connsiteY1" fmla="*/ 0 h 6858000"/>
              <a:gd name="connsiteX2" fmla="*/ 4457700 w 6426962"/>
              <a:gd name="connsiteY2" fmla="*/ 0 h 6858000"/>
              <a:gd name="connsiteX3" fmla="*/ 6426962 w 6426962"/>
              <a:gd name="connsiteY3" fmla="*/ 0 h 6858000"/>
              <a:gd name="connsiteX4" fmla="*/ 6426962 w 6426962"/>
              <a:gd name="connsiteY4" fmla="*/ 4789046 h 6858000"/>
              <a:gd name="connsiteX5" fmla="*/ 6426962 w 6426962"/>
              <a:gd name="connsiteY5" fmla="*/ 4902200 h 6858000"/>
              <a:gd name="connsiteX6" fmla="*/ 6426962 w 6426962"/>
              <a:gd name="connsiteY6" fmla="*/ 6010018 h 6858000"/>
              <a:gd name="connsiteX7" fmla="*/ 5578980 w 6426962"/>
              <a:gd name="connsiteY7" fmla="*/ 6858000 h 6858000"/>
              <a:gd name="connsiteX8" fmla="*/ 4457700 w 6426962"/>
              <a:gd name="connsiteY8" fmla="*/ 6858000 h 6858000"/>
              <a:gd name="connsiteX9" fmla="*/ 4048382 w 6426962"/>
              <a:gd name="connsiteY9" fmla="*/ 6858000 h 6858000"/>
              <a:gd name="connsiteX10" fmla="*/ 0 w 6426962"/>
              <a:gd name="connsiteY10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6426962" h="6858000">
                <a:moveTo>
                  <a:pt x="0" y="0"/>
                </a:moveTo>
                <a:lnTo>
                  <a:pt x="4457700" y="0"/>
                </a:lnTo>
                <a:lnTo>
                  <a:pt x="4457700" y="0"/>
                </a:lnTo>
                <a:lnTo>
                  <a:pt x="6426962" y="0"/>
                </a:lnTo>
                <a:lnTo>
                  <a:pt x="6426962" y="4789046"/>
                </a:lnTo>
                <a:lnTo>
                  <a:pt x="6426962" y="4902200"/>
                </a:lnTo>
                <a:lnTo>
                  <a:pt x="6426962" y="6010018"/>
                </a:lnTo>
                <a:cubicBezTo>
                  <a:pt x="6426962" y="6478346"/>
                  <a:pt x="6047308" y="6858000"/>
                  <a:pt x="5578980" y="6858000"/>
                </a:cubicBezTo>
                <a:lnTo>
                  <a:pt x="4457700" y="6858000"/>
                </a:lnTo>
                <a:lnTo>
                  <a:pt x="4048382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237600" tIns="237600" rIns="237600" bIns="237600" rtlCol="0" anchor="ctr">
            <a:noAutofit/>
          </a:bodyPr>
          <a:lstStyle/>
          <a:p>
            <a:pPr algn="ctr"/>
            <a:endParaRPr lang="en-001" sz="2000" noProof="0" err="1"/>
          </a:p>
        </p:txBody>
      </p:sp>
      <p:sp>
        <p:nvSpPr>
          <p:cNvPr id="35" name="Picture Placeholder 34">
            <a:extLst>
              <a:ext uri="{FF2B5EF4-FFF2-40B4-BE49-F238E27FC236}">
                <a16:creationId xmlns:a16="http://schemas.microsoft.com/office/drawing/2014/main" id="{89AC51BB-264A-1609-8951-4D9DDFC3BE77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-3600"/>
            <a:ext cx="8911685" cy="6861600"/>
          </a:xfrm>
          <a:custGeom>
            <a:avLst/>
            <a:gdLst>
              <a:gd name="connsiteX0" fmla="*/ 1657413 w 8911685"/>
              <a:gd name="connsiteY0" fmla="*/ 6230260 h 6861600"/>
              <a:gd name="connsiteX1" fmla="*/ 1747724 w 8911685"/>
              <a:gd name="connsiteY1" fmla="*/ 6230260 h 6861600"/>
              <a:gd name="connsiteX2" fmla="*/ 1747724 w 8911685"/>
              <a:gd name="connsiteY2" fmla="*/ 6278123 h 6861600"/>
              <a:gd name="connsiteX3" fmla="*/ 1657413 w 8911685"/>
              <a:gd name="connsiteY3" fmla="*/ 6278123 h 6861600"/>
              <a:gd name="connsiteX4" fmla="*/ 1280903 w 8911685"/>
              <a:gd name="connsiteY4" fmla="*/ 6228345 h 6861600"/>
              <a:gd name="connsiteX5" fmla="*/ 1312703 w 8911685"/>
              <a:gd name="connsiteY5" fmla="*/ 6306841 h 6861600"/>
              <a:gd name="connsiteX6" fmla="*/ 1249104 w 8911685"/>
              <a:gd name="connsiteY6" fmla="*/ 6306841 h 6861600"/>
              <a:gd name="connsiteX7" fmla="*/ 2035831 w 8911685"/>
              <a:gd name="connsiteY7" fmla="*/ 6194522 h 6861600"/>
              <a:gd name="connsiteX8" fmla="*/ 2035831 w 8911685"/>
              <a:gd name="connsiteY8" fmla="*/ 6377678 h 6861600"/>
              <a:gd name="connsiteX9" fmla="*/ 2079715 w 8911685"/>
              <a:gd name="connsiteY9" fmla="*/ 6377678 h 6861600"/>
              <a:gd name="connsiteX10" fmla="*/ 2079715 w 8911685"/>
              <a:gd name="connsiteY10" fmla="*/ 6293439 h 6861600"/>
              <a:gd name="connsiteX11" fmla="*/ 2162394 w 8911685"/>
              <a:gd name="connsiteY11" fmla="*/ 6377678 h 6861600"/>
              <a:gd name="connsiteX12" fmla="*/ 2222814 w 8911685"/>
              <a:gd name="connsiteY12" fmla="*/ 6377678 h 6861600"/>
              <a:gd name="connsiteX13" fmla="*/ 2122963 w 8911685"/>
              <a:gd name="connsiteY13" fmla="*/ 6280037 h 6861600"/>
              <a:gd name="connsiteX14" fmla="*/ 2218998 w 8911685"/>
              <a:gd name="connsiteY14" fmla="*/ 6194522 h 6861600"/>
              <a:gd name="connsiteX15" fmla="*/ 2160486 w 8911685"/>
              <a:gd name="connsiteY15" fmla="*/ 6194522 h 6861600"/>
              <a:gd name="connsiteX16" fmla="*/ 2079715 w 8911685"/>
              <a:gd name="connsiteY16" fmla="*/ 6268550 h 6861600"/>
              <a:gd name="connsiteX17" fmla="*/ 2079715 w 8911685"/>
              <a:gd name="connsiteY17" fmla="*/ 6194522 h 6861600"/>
              <a:gd name="connsiteX18" fmla="*/ 1614165 w 8911685"/>
              <a:gd name="connsiteY18" fmla="*/ 6194522 h 6861600"/>
              <a:gd name="connsiteX19" fmla="*/ 1614165 w 8911685"/>
              <a:gd name="connsiteY19" fmla="*/ 6377678 h 6861600"/>
              <a:gd name="connsiteX20" fmla="*/ 1657413 w 8911685"/>
              <a:gd name="connsiteY20" fmla="*/ 6377678 h 6861600"/>
              <a:gd name="connsiteX21" fmla="*/ 1657413 w 8911685"/>
              <a:gd name="connsiteY21" fmla="*/ 6314499 h 6861600"/>
              <a:gd name="connsiteX22" fmla="*/ 1704477 w 8911685"/>
              <a:gd name="connsiteY22" fmla="*/ 6314499 h 6861600"/>
              <a:gd name="connsiteX23" fmla="*/ 1743908 w 8911685"/>
              <a:gd name="connsiteY23" fmla="*/ 6377678 h 6861600"/>
              <a:gd name="connsiteX24" fmla="*/ 1790972 w 8911685"/>
              <a:gd name="connsiteY24" fmla="*/ 6377678 h 6861600"/>
              <a:gd name="connsiteX25" fmla="*/ 1749632 w 8911685"/>
              <a:gd name="connsiteY25" fmla="*/ 6314499 h 6861600"/>
              <a:gd name="connsiteX26" fmla="*/ 1753448 w 8911685"/>
              <a:gd name="connsiteY26" fmla="*/ 6314499 h 6861600"/>
              <a:gd name="connsiteX27" fmla="*/ 1789064 w 8911685"/>
              <a:gd name="connsiteY27" fmla="*/ 6285781 h 6861600"/>
              <a:gd name="connsiteX28" fmla="*/ 1789064 w 8911685"/>
              <a:gd name="connsiteY28" fmla="*/ 6225154 h 6861600"/>
              <a:gd name="connsiteX29" fmla="*/ 1759172 w 8911685"/>
              <a:gd name="connsiteY29" fmla="*/ 6194522 h 6861600"/>
              <a:gd name="connsiteX30" fmla="*/ 1408738 w 8911685"/>
              <a:gd name="connsiteY30" fmla="*/ 6194522 h 6861600"/>
              <a:gd name="connsiteX31" fmla="*/ 1408738 w 8911685"/>
              <a:gd name="connsiteY31" fmla="*/ 6377678 h 6861600"/>
              <a:gd name="connsiteX32" fmla="*/ 1582365 w 8911685"/>
              <a:gd name="connsiteY32" fmla="*/ 6377678 h 6861600"/>
              <a:gd name="connsiteX33" fmla="*/ 1582365 w 8911685"/>
              <a:gd name="connsiteY33" fmla="*/ 6341302 h 6861600"/>
              <a:gd name="connsiteX34" fmla="*/ 1450078 w 8911685"/>
              <a:gd name="connsiteY34" fmla="*/ 6341302 h 6861600"/>
              <a:gd name="connsiteX35" fmla="*/ 1450078 w 8911685"/>
              <a:gd name="connsiteY35" fmla="*/ 6303012 h 6861600"/>
              <a:gd name="connsiteX36" fmla="*/ 1563285 w 8911685"/>
              <a:gd name="connsiteY36" fmla="*/ 6303012 h 6861600"/>
              <a:gd name="connsiteX37" fmla="*/ 1563285 w 8911685"/>
              <a:gd name="connsiteY37" fmla="*/ 6266636 h 6861600"/>
              <a:gd name="connsiteX38" fmla="*/ 1450078 w 8911685"/>
              <a:gd name="connsiteY38" fmla="*/ 6266636 h 6861600"/>
              <a:gd name="connsiteX39" fmla="*/ 1450078 w 8911685"/>
              <a:gd name="connsiteY39" fmla="*/ 6230260 h 6861600"/>
              <a:gd name="connsiteX40" fmla="*/ 1580457 w 8911685"/>
              <a:gd name="connsiteY40" fmla="*/ 6230260 h 6861600"/>
              <a:gd name="connsiteX41" fmla="*/ 1580457 w 8911685"/>
              <a:gd name="connsiteY41" fmla="*/ 6194522 h 6861600"/>
              <a:gd name="connsiteX42" fmla="*/ 1252284 w 8911685"/>
              <a:gd name="connsiteY42" fmla="*/ 6194522 h 6861600"/>
              <a:gd name="connsiteX43" fmla="*/ 1171512 w 8911685"/>
              <a:gd name="connsiteY43" fmla="*/ 6377678 h 6861600"/>
              <a:gd name="connsiteX44" fmla="*/ 1218576 w 8911685"/>
              <a:gd name="connsiteY44" fmla="*/ 6377678 h 6861600"/>
              <a:gd name="connsiteX45" fmla="*/ 1233840 w 8911685"/>
              <a:gd name="connsiteY45" fmla="*/ 6341302 h 6861600"/>
              <a:gd name="connsiteX46" fmla="*/ 1327967 w 8911685"/>
              <a:gd name="connsiteY46" fmla="*/ 6341302 h 6861600"/>
              <a:gd name="connsiteX47" fmla="*/ 1345139 w 8911685"/>
              <a:gd name="connsiteY47" fmla="*/ 6377678 h 6861600"/>
              <a:gd name="connsiteX48" fmla="*/ 1390295 w 8911685"/>
              <a:gd name="connsiteY48" fmla="*/ 6377678 h 6861600"/>
              <a:gd name="connsiteX49" fmla="*/ 1308887 w 8911685"/>
              <a:gd name="connsiteY49" fmla="*/ 6194522 h 6861600"/>
              <a:gd name="connsiteX50" fmla="*/ 940009 w 8911685"/>
              <a:gd name="connsiteY50" fmla="*/ 6194522 h 6861600"/>
              <a:gd name="connsiteX51" fmla="*/ 940009 w 8911685"/>
              <a:gd name="connsiteY51" fmla="*/ 6377678 h 6861600"/>
              <a:gd name="connsiteX52" fmla="*/ 979441 w 8911685"/>
              <a:gd name="connsiteY52" fmla="*/ 6377678 h 6861600"/>
              <a:gd name="connsiteX53" fmla="*/ 979441 w 8911685"/>
              <a:gd name="connsiteY53" fmla="*/ 6272379 h 6861600"/>
              <a:gd name="connsiteX54" fmla="*/ 1026505 w 8911685"/>
              <a:gd name="connsiteY54" fmla="*/ 6377678 h 6861600"/>
              <a:gd name="connsiteX55" fmla="*/ 1067844 w 8911685"/>
              <a:gd name="connsiteY55" fmla="*/ 6377678 h 6861600"/>
              <a:gd name="connsiteX56" fmla="*/ 1114908 w 8911685"/>
              <a:gd name="connsiteY56" fmla="*/ 6270465 h 6861600"/>
              <a:gd name="connsiteX57" fmla="*/ 1114908 w 8911685"/>
              <a:gd name="connsiteY57" fmla="*/ 6377678 h 6861600"/>
              <a:gd name="connsiteX58" fmla="*/ 1154340 w 8911685"/>
              <a:gd name="connsiteY58" fmla="*/ 6377678 h 6861600"/>
              <a:gd name="connsiteX59" fmla="*/ 1154340 w 8911685"/>
              <a:gd name="connsiteY59" fmla="*/ 6194522 h 6861600"/>
              <a:gd name="connsiteX60" fmla="*/ 1107276 w 8911685"/>
              <a:gd name="connsiteY60" fmla="*/ 6194522 h 6861600"/>
              <a:gd name="connsiteX61" fmla="*/ 1046857 w 8911685"/>
              <a:gd name="connsiteY61" fmla="*/ 6331730 h 6861600"/>
              <a:gd name="connsiteX62" fmla="*/ 987073 w 8911685"/>
              <a:gd name="connsiteY62" fmla="*/ 6194522 h 6861600"/>
              <a:gd name="connsiteX63" fmla="*/ 1853300 w 8911685"/>
              <a:gd name="connsiteY63" fmla="*/ 6193884 h 6861600"/>
              <a:gd name="connsiteX64" fmla="*/ 1825316 w 8911685"/>
              <a:gd name="connsiteY64" fmla="*/ 6222602 h 6861600"/>
              <a:gd name="connsiteX65" fmla="*/ 1825316 w 8911685"/>
              <a:gd name="connsiteY65" fmla="*/ 6276209 h 6861600"/>
              <a:gd name="connsiteX66" fmla="*/ 1853300 w 8911685"/>
              <a:gd name="connsiteY66" fmla="*/ 6303012 h 6861600"/>
              <a:gd name="connsiteX67" fmla="*/ 1955059 w 8911685"/>
              <a:gd name="connsiteY67" fmla="*/ 6303012 h 6861600"/>
              <a:gd name="connsiteX68" fmla="*/ 1955059 w 8911685"/>
              <a:gd name="connsiteY68" fmla="*/ 6341302 h 6861600"/>
              <a:gd name="connsiteX69" fmla="*/ 1866656 w 8911685"/>
              <a:gd name="connsiteY69" fmla="*/ 6341302 h 6861600"/>
              <a:gd name="connsiteX70" fmla="*/ 1866656 w 8911685"/>
              <a:gd name="connsiteY70" fmla="*/ 6327901 h 6861600"/>
              <a:gd name="connsiteX71" fmla="*/ 1823408 w 8911685"/>
              <a:gd name="connsiteY71" fmla="*/ 6327901 h 6861600"/>
              <a:gd name="connsiteX72" fmla="*/ 1823408 w 8911685"/>
              <a:gd name="connsiteY72" fmla="*/ 6350875 h 6861600"/>
              <a:gd name="connsiteX73" fmla="*/ 1851392 w 8911685"/>
              <a:gd name="connsiteY73" fmla="*/ 6377678 h 6861600"/>
              <a:gd name="connsiteX74" fmla="*/ 1866656 w 8911685"/>
              <a:gd name="connsiteY74" fmla="*/ 6377678 h 6861600"/>
              <a:gd name="connsiteX75" fmla="*/ 1968415 w 8911685"/>
              <a:gd name="connsiteY75" fmla="*/ 6377678 h 6861600"/>
              <a:gd name="connsiteX76" fmla="*/ 1996399 w 8911685"/>
              <a:gd name="connsiteY76" fmla="*/ 6348961 h 6861600"/>
              <a:gd name="connsiteX77" fmla="*/ 1996399 w 8911685"/>
              <a:gd name="connsiteY77" fmla="*/ 6297268 h 6861600"/>
              <a:gd name="connsiteX78" fmla="*/ 1968415 w 8911685"/>
              <a:gd name="connsiteY78" fmla="*/ 6266636 h 6861600"/>
              <a:gd name="connsiteX79" fmla="*/ 1866656 w 8911685"/>
              <a:gd name="connsiteY79" fmla="*/ 6266636 h 6861600"/>
              <a:gd name="connsiteX80" fmla="*/ 1866656 w 8911685"/>
              <a:gd name="connsiteY80" fmla="*/ 6230260 h 6861600"/>
              <a:gd name="connsiteX81" fmla="*/ 1955059 w 8911685"/>
              <a:gd name="connsiteY81" fmla="*/ 6230260 h 6861600"/>
              <a:gd name="connsiteX82" fmla="*/ 1955059 w 8911685"/>
              <a:gd name="connsiteY82" fmla="*/ 6245576 h 6861600"/>
              <a:gd name="connsiteX83" fmla="*/ 1996399 w 8911685"/>
              <a:gd name="connsiteY83" fmla="*/ 6245576 h 6861600"/>
              <a:gd name="connsiteX84" fmla="*/ 1996399 w 8911685"/>
              <a:gd name="connsiteY84" fmla="*/ 6224516 h 6861600"/>
              <a:gd name="connsiteX85" fmla="*/ 1970323 w 8911685"/>
              <a:gd name="connsiteY85" fmla="*/ 6193884 h 6861600"/>
              <a:gd name="connsiteX86" fmla="*/ 423579 w 8911685"/>
              <a:gd name="connsiteY86" fmla="*/ 6077736 h 6861600"/>
              <a:gd name="connsiteX87" fmla="*/ 378423 w 8911685"/>
              <a:gd name="connsiteY87" fmla="*/ 6125599 h 6861600"/>
              <a:gd name="connsiteX88" fmla="*/ 378423 w 8911685"/>
              <a:gd name="connsiteY88" fmla="*/ 6446601 h 6861600"/>
              <a:gd name="connsiteX89" fmla="*/ 423579 w 8911685"/>
              <a:gd name="connsiteY89" fmla="*/ 6494464 h 6861600"/>
              <a:gd name="connsiteX90" fmla="*/ 719317 w 8911685"/>
              <a:gd name="connsiteY90" fmla="*/ 6494464 h 6861600"/>
              <a:gd name="connsiteX91" fmla="*/ 766381 w 8911685"/>
              <a:gd name="connsiteY91" fmla="*/ 6446601 h 6861600"/>
              <a:gd name="connsiteX92" fmla="*/ 766381 w 8911685"/>
              <a:gd name="connsiteY92" fmla="*/ 6125599 h 6861600"/>
              <a:gd name="connsiteX93" fmla="*/ 719317 w 8911685"/>
              <a:gd name="connsiteY93" fmla="*/ 6077736 h 6861600"/>
              <a:gd name="connsiteX94" fmla="*/ 0 w 8911685"/>
              <a:gd name="connsiteY94" fmla="*/ 0 h 6861600"/>
              <a:gd name="connsiteX95" fmla="*/ 8911685 w 8911685"/>
              <a:gd name="connsiteY95" fmla="*/ 3551 h 6861600"/>
              <a:gd name="connsiteX96" fmla="*/ 8911685 w 8911685"/>
              <a:gd name="connsiteY96" fmla="*/ 6021290 h 6861600"/>
              <a:gd name="connsiteX97" fmla="*/ 8157291 w 8911685"/>
              <a:gd name="connsiteY97" fmla="*/ 6857262 h 6861600"/>
              <a:gd name="connsiteX98" fmla="*/ 8071384 w 8911685"/>
              <a:gd name="connsiteY98" fmla="*/ 6861600 h 6861600"/>
              <a:gd name="connsiteX99" fmla="*/ 0 w 8911685"/>
              <a:gd name="connsiteY99" fmla="*/ 6861600 h 686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</a:cxnLst>
            <a:rect l="l" t="t" r="r" b="b"/>
            <a:pathLst>
              <a:path w="8911685" h="6861600">
                <a:moveTo>
                  <a:pt x="1657413" y="6230260"/>
                </a:moveTo>
                <a:lnTo>
                  <a:pt x="1747724" y="6230260"/>
                </a:lnTo>
                <a:lnTo>
                  <a:pt x="1747724" y="6278123"/>
                </a:lnTo>
                <a:lnTo>
                  <a:pt x="1657413" y="6278123"/>
                </a:lnTo>
                <a:close/>
                <a:moveTo>
                  <a:pt x="1280903" y="6228345"/>
                </a:moveTo>
                <a:lnTo>
                  <a:pt x="1312703" y="6306841"/>
                </a:lnTo>
                <a:lnTo>
                  <a:pt x="1249104" y="6306841"/>
                </a:lnTo>
                <a:close/>
                <a:moveTo>
                  <a:pt x="2035831" y="6194522"/>
                </a:moveTo>
                <a:lnTo>
                  <a:pt x="2035831" y="6377678"/>
                </a:lnTo>
                <a:lnTo>
                  <a:pt x="2079715" y="6377678"/>
                </a:lnTo>
                <a:lnTo>
                  <a:pt x="2079715" y="6293439"/>
                </a:lnTo>
                <a:lnTo>
                  <a:pt x="2162394" y="6377678"/>
                </a:lnTo>
                <a:lnTo>
                  <a:pt x="2222814" y="6377678"/>
                </a:lnTo>
                <a:lnTo>
                  <a:pt x="2122963" y="6280037"/>
                </a:lnTo>
                <a:lnTo>
                  <a:pt x="2218998" y="6194522"/>
                </a:lnTo>
                <a:lnTo>
                  <a:pt x="2160486" y="6194522"/>
                </a:lnTo>
                <a:lnTo>
                  <a:pt x="2079715" y="6268550"/>
                </a:lnTo>
                <a:lnTo>
                  <a:pt x="2079715" y="6194522"/>
                </a:lnTo>
                <a:close/>
                <a:moveTo>
                  <a:pt x="1614165" y="6194522"/>
                </a:moveTo>
                <a:lnTo>
                  <a:pt x="1614165" y="6377678"/>
                </a:lnTo>
                <a:lnTo>
                  <a:pt x="1657413" y="6377678"/>
                </a:lnTo>
                <a:lnTo>
                  <a:pt x="1657413" y="6314499"/>
                </a:lnTo>
                <a:lnTo>
                  <a:pt x="1704477" y="6314499"/>
                </a:lnTo>
                <a:lnTo>
                  <a:pt x="1743908" y="6377678"/>
                </a:lnTo>
                <a:lnTo>
                  <a:pt x="1790972" y="6377678"/>
                </a:lnTo>
                <a:lnTo>
                  <a:pt x="1749632" y="6314499"/>
                </a:lnTo>
                <a:lnTo>
                  <a:pt x="1753448" y="6314499"/>
                </a:lnTo>
                <a:cubicBezTo>
                  <a:pt x="1777616" y="6314499"/>
                  <a:pt x="1789064" y="6301097"/>
                  <a:pt x="1789064" y="6285781"/>
                </a:cubicBezTo>
                <a:lnTo>
                  <a:pt x="1789064" y="6225154"/>
                </a:lnTo>
                <a:cubicBezTo>
                  <a:pt x="1789064" y="6206009"/>
                  <a:pt x="1777616" y="6194522"/>
                  <a:pt x="1759172" y="6194522"/>
                </a:cubicBezTo>
                <a:close/>
                <a:moveTo>
                  <a:pt x="1408738" y="6194522"/>
                </a:moveTo>
                <a:lnTo>
                  <a:pt x="1408738" y="6377678"/>
                </a:lnTo>
                <a:lnTo>
                  <a:pt x="1582365" y="6377678"/>
                </a:lnTo>
                <a:lnTo>
                  <a:pt x="1582365" y="6341302"/>
                </a:lnTo>
                <a:lnTo>
                  <a:pt x="1450078" y="6341302"/>
                </a:lnTo>
                <a:lnTo>
                  <a:pt x="1450078" y="6303012"/>
                </a:lnTo>
                <a:lnTo>
                  <a:pt x="1563285" y="6303012"/>
                </a:lnTo>
                <a:lnTo>
                  <a:pt x="1563285" y="6266636"/>
                </a:lnTo>
                <a:lnTo>
                  <a:pt x="1450078" y="6266636"/>
                </a:lnTo>
                <a:lnTo>
                  <a:pt x="1450078" y="6230260"/>
                </a:lnTo>
                <a:lnTo>
                  <a:pt x="1580457" y="6230260"/>
                </a:lnTo>
                <a:lnTo>
                  <a:pt x="1580457" y="6194522"/>
                </a:lnTo>
                <a:close/>
                <a:moveTo>
                  <a:pt x="1252284" y="6194522"/>
                </a:moveTo>
                <a:lnTo>
                  <a:pt x="1171512" y="6377678"/>
                </a:lnTo>
                <a:lnTo>
                  <a:pt x="1218576" y="6377678"/>
                </a:lnTo>
                <a:lnTo>
                  <a:pt x="1233840" y="6341302"/>
                </a:lnTo>
                <a:lnTo>
                  <a:pt x="1327967" y="6341302"/>
                </a:lnTo>
                <a:lnTo>
                  <a:pt x="1345139" y="6377678"/>
                </a:lnTo>
                <a:lnTo>
                  <a:pt x="1390295" y="6377678"/>
                </a:lnTo>
                <a:lnTo>
                  <a:pt x="1308887" y="6194522"/>
                </a:lnTo>
                <a:close/>
                <a:moveTo>
                  <a:pt x="940009" y="6194522"/>
                </a:moveTo>
                <a:lnTo>
                  <a:pt x="940009" y="6377678"/>
                </a:lnTo>
                <a:lnTo>
                  <a:pt x="979441" y="6377678"/>
                </a:lnTo>
                <a:lnTo>
                  <a:pt x="979441" y="6272379"/>
                </a:lnTo>
                <a:lnTo>
                  <a:pt x="1026505" y="6377678"/>
                </a:lnTo>
                <a:lnTo>
                  <a:pt x="1067844" y="6377678"/>
                </a:lnTo>
                <a:lnTo>
                  <a:pt x="1114908" y="6270465"/>
                </a:lnTo>
                <a:lnTo>
                  <a:pt x="1114908" y="6377678"/>
                </a:lnTo>
                <a:lnTo>
                  <a:pt x="1154340" y="6377678"/>
                </a:lnTo>
                <a:lnTo>
                  <a:pt x="1154340" y="6194522"/>
                </a:lnTo>
                <a:lnTo>
                  <a:pt x="1107276" y="6194522"/>
                </a:lnTo>
                <a:lnTo>
                  <a:pt x="1046857" y="6331730"/>
                </a:lnTo>
                <a:lnTo>
                  <a:pt x="987073" y="6194522"/>
                </a:lnTo>
                <a:close/>
                <a:moveTo>
                  <a:pt x="1853300" y="6193884"/>
                </a:moveTo>
                <a:cubicBezTo>
                  <a:pt x="1838672" y="6193884"/>
                  <a:pt x="1825316" y="6205371"/>
                  <a:pt x="1825316" y="6222602"/>
                </a:cubicBezTo>
                <a:lnTo>
                  <a:pt x="1825316" y="6276209"/>
                </a:lnTo>
                <a:cubicBezTo>
                  <a:pt x="1825316" y="6291525"/>
                  <a:pt x="1836128" y="6303012"/>
                  <a:pt x="1853300" y="6303012"/>
                </a:cubicBezTo>
                <a:lnTo>
                  <a:pt x="1955059" y="6303012"/>
                </a:lnTo>
                <a:lnTo>
                  <a:pt x="1955059" y="6341302"/>
                </a:lnTo>
                <a:lnTo>
                  <a:pt x="1866656" y="6341302"/>
                </a:lnTo>
                <a:lnTo>
                  <a:pt x="1866656" y="6327901"/>
                </a:lnTo>
                <a:lnTo>
                  <a:pt x="1823408" y="6327901"/>
                </a:lnTo>
                <a:lnTo>
                  <a:pt x="1823408" y="6350875"/>
                </a:lnTo>
                <a:cubicBezTo>
                  <a:pt x="1823408" y="6366191"/>
                  <a:pt x="1832312" y="6377678"/>
                  <a:pt x="1851392" y="6377678"/>
                </a:cubicBezTo>
                <a:lnTo>
                  <a:pt x="1866656" y="6377678"/>
                </a:lnTo>
                <a:lnTo>
                  <a:pt x="1968415" y="6377678"/>
                </a:lnTo>
                <a:cubicBezTo>
                  <a:pt x="1986859" y="6377678"/>
                  <a:pt x="1996399" y="6366191"/>
                  <a:pt x="1996399" y="6348961"/>
                </a:cubicBezTo>
                <a:lnTo>
                  <a:pt x="1996399" y="6297268"/>
                </a:lnTo>
                <a:cubicBezTo>
                  <a:pt x="1996399" y="6278123"/>
                  <a:pt x="1983679" y="6266636"/>
                  <a:pt x="1968415" y="6266636"/>
                </a:cubicBezTo>
                <a:lnTo>
                  <a:pt x="1866656" y="6266636"/>
                </a:lnTo>
                <a:lnTo>
                  <a:pt x="1866656" y="6230260"/>
                </a:lnTo>
                <a:lnTo>
                  <a:pt x="1955059" y="6230260"/>
                </a:lnTo>
                <a:lnTo>
                  <a:pt x="1955059" y="6245576"/>
                </a:lnTo>
                <a:lnTo>
                  <a:pt x="1996399" y="6245576"/>
                </a:lnTo>
                <a:lnTo>
                  <a:pt x="1996399" y="6224516"/>
                </a:lnTo>
                <a:cubicBezTo>
                  <a:pt x="1996399" y="6205371"/>
                  <a:pt x="1985587" y="6193884"/>
                  <a:pt x="1970323" y="6193884"/>
                </a:cubicBezTo>
                <a:close/>
                <a:moveTo>
                  <a:pt x="423579" y="6077736"/>
                </a:moveTo>
                <a:cubicBezTo>
                  <a:pt x="399411" y="6077736"/>
                  <a:pt x="378423" y="6098796"/>
                  <a:pt x="378423" y="6125599"/>
                </a:cubicBezTo>
                <a:lnTo>
                  <a:pt x="378423" y="6446601"/>
                </a:lnTo>
                <a:cubicBezTo>
                  <a:pt x="378423" y="6473405"/>
                  <a:pt x="399411" y="6494464"/>
                  <a:pt x="423579" y="6494464"/>
                </a:cubicBezTo>
                <a:lnTo>
                  <a:pt x="719317" y="6494464"/>
                </a:lnTo>
                <a:cubicBezTo>
                  <a:pt x="745393" y="6494464"/>
                  <a:pt x="766381" y="6473405"/>
                  <a:pt x="766381" y="6446601"/>
                </a:cubicBezTo>
                <a:lnTo>
                  <a:pt x="766381" y="6125599"/>
                </a:lnTo>
                <a:cubicBezTo>
                  <a:pt x="766381" y="6098796"/>
                  <a:pt x="745393" y="6077736"/>
                  <a:pt x="719317" y="6077736"/>
                </a:cubicBezTo>
                <a:close/>
                <a:moveTo>
                  <a:pt x="0" y="0"/>
                </a:moveTo>
                <a:lnTo>
                  <a:pt x="8911685" y="3551"/>
                </a:lnTo>
                <a:lnTo>
                  <a:pt x="8911685" y="6021290"/>
                </a:lnTo>
                <a:cubicBezTo>
                  <a:pt x="8911685" y="6456375"/>
                  <a:pt x="8581023" y="6814230"/>
                  <a:pt x="8157291" y="6857262"/>
                </a:cubicBezTo>
                <a:lnTo>
                  <a:pt x="8071384" y="6861600"/>
                </a:lnTo>
                <a:lnTo>
                  <a:pt x="0" y="6861600"/>
                </a:lnTo>
                <a:close/>
              </a:path>
            </a:pathLst>
          </a:custGeom>
          <a:solidFill>
            <a:srgbClr val="CFCFCF"/>
          </a:solidFill>
        </p:spPr>
        <p:txBody>
          <a:bodyPr wrap="square" tIns="72000" anchor="t" anchorCtr="0">
            <a:noAutofit/>
          </a:bodyPr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1200">
                <a:solidFill>
                  <a:schemeClr val="bg1"/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Click here and insert picture</a:t>
            </a:r>
          </a:p>
        </p:txBody>
      </p:sp>
      <p:sp>
        <p:nvSpPr>
          <p:cNvPr id="26" name="Title 1">
            <a:extLst>
              <a:ext uri="{FF2B5EF4-FFF2-40B4-BE49-F238E27FC236}">
                <a16:creationId xmlns:a16="http://schemas.microsoft.com/office/drawing/2014/main" id="{59257972-5121-7C61-D1A1-B1409EF2A53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71475" y="4267733"/>
            <a:ext cx="7962297" cy="1634060"/>
          </a:xfrm>
        </p:spPr>
        <p:txBody>
          <a:bodyPr anchor="t"/>
          <a:lstStyle>
            <a:lvl1pPr algn="l">
              <a:lnSpc>
                <a:spcPts val="5800"/>
              </a:lnSpc>
              <a:defRPr sz="4400">
                <a:solidFill>
                  <a:schemeClr val="tx1"/>
                </a:solidFill>
              </a:defRPr>
            </a:lvl1pPr>
          </a:lstStyle>
          <a:p>
            <a:r>
              <a:rPr lang="en-GB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835688574"/>
      </p:ext>
    </p:extLst>
  </p:cSld>
  <p:clrMapOvr>
    <a:masterClrMapping/>
  </p:clrMapOvr>
</p:sldLayout>
</file>

<file path=ppt/slideLayouts/slideLayout14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phic 3">
            <a:extLst>
              <a:ext uri="{FF2B5EF4-FFF2-40B4-BE49-F238E27FC236}">
                <a16:creationId xmlns:a16="http://schemas.microsoft.com/office/drawing/2014/main" id="{7CBE64CD-AD7A-FBDE-6068-9A34E97C021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0289090" y="6188152"/>
            <a:ext cx="1531435" cy="180000"/>
          </a:xfrm>
          <a:prstGeom prst="rect">
            <a:avLst/>
          </a:prstGeom>
        </p:spPr>
      </p:pic>
      <p:sp>
        <p:nvSpPr>
          <p:cNvPr id="21" name="Freeform 20">
            <a:extLst>
              <a:ext uri="{FF2B5EF4-FFF2-40B4-BE49-F238E27FC236}">
                <a16:creationId xmlns:a16="http://schemas.microsoft.com/office/drawing/2014/main" id="{23333BE9-BDFC-E99A-B635-C5AD934F45C8}"/>
              </a:ext>
            </a:extLst>
          </p:cNvPr>
          <p:cNvSpPr/>
          <p:nvPr userDrawn="1"/>
        </p:nvSpPr>
        <p:spPr>
          <a:xfrm>
            <a:off x="2854358" y="-3600"/>
            <a:ext cx="6426962" cy="6861600"/>
          </a:xfrm>
          <a:custGeom>
            <a:avLst/>
            <a:gdLst>
              <a:gd name="connsiteX0" fmla="*/ 0 w 6426962"/>
              <a:gd name="connsiteY0" fmla="*/ 0 h 6858000"/>
              <a:gd name="connsiteX1" fmla="*/ 4457700 w 6426962"/>
              <a:gd name="connsiteY1" fmla="*/ 0 h 6858000"/>
              <a:gd name="connsiteX2" fmla="*/ 4457700 w 6426962"/>
              <a:gd name="connsiteY2" fmla="*/ 0 h 6858000"/>
              <a:gd name="connsiteX3" fmla="*/ 6426962 w 6426962"/>
              <a:gd name="connsiteY3" fmla="*/ 0 h 6858000"/>
              <a:gd name="connsiteX4" fmla="*/ 6426962 w 6426962"/>
              <a:gd name="connsiteY4" fmla="*/ 4789046 h 6858000"/>
              <a:gd name="connsiteX5" fmla="*/ 6426962 w 6426962"/>
              <a:gd name="connsiteY5" fmla="*/ 4902200 h 6858000"/>
              <a:gd name="connsiteX6" fmla="*/ 6426962 w 6426962"/>
              <a:gd name="connsiteY6" fmla="*/ 6010018 h 6858000"/>
              <a:gd name="connsiteX7" fmla="*/ 5578980 w 6426962"/>
              <a:gd name="connsiteY7" fmla="*/ 6858000 h 6858000"/>
              <a:gd name="connsiteX8" fmla="*/ 4457700 w 6426962"/>
              <a:gd name="connsiteY8" fmla="*/ 6858000 h 6858000"/>
              <a:gd name="connsiteX9" fmla="*/ 4048382 w 6426962"/>
              <a:gd name="connsiteY9" fmla="*/ 6858000 h 6858000"/>
              <a:gd name="connsiteX10" fmla="*/ 0 w 6426962"/>
              <a:gd name="connsiteY10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6426962" h="6858000">
                <a:moveTo>
                  <a:pt x="0" y="0"/>
                </a:moveTo>
                <a:lnTo>
                  <a:pt x="4457700" y="0"/>
                </a:lnTo>
                <a:lnTo>
                  <a:pt x="4457700" y="0"/>
                </a:lnTo>
                <a:lnTo>
                  <a:pt x="6426962" y="0"/>
                </a:lnTo>
                <a:lnTo>
                  <a:pt x="6426962" y="4789046"/>
                </a:lnTo>
                <a:lnTo>
                  <a:pt x="6426962" y="4902200"/>
                </a:lnTo>
                <a:lnTo>
                  <a:pt x="6426962" y="6010018"/>
                </a:lnTo>
                <a:cubicBezTo>
                  <a:pt x="6426962" y="6478346"/>
                  <a:pt x="6047308" y="6858000"/>
                  <a:pt x="5578980" y="6858000"/>
                </a:cubicBezTo>
                <a:lnTo>
                  <a:pt x="4457700" y="6858000"/>
                </a:lnTo>
                <a:lnTo>
                  <a:pt x="4048382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237600" tIns="237600" rIns="237600" bIns="237600" rtlCol="0" anchor="ctr">
            <a:noAutofit/>
          </a:bodyPr>
          <a:lstStyle/>
          <a:p>
            <a:pPr algn="ctr"/>
            <a:endParaRPr lang="en-001" sz="2000" noProof="0" err="1"/>
          </a:p>
        </p:txBody>
      </p:sp>
      <p:sp>
        <p:nvSpPr>
          <p:cNvPr id="35" name="Picture Placeholder 34">
            <a:extLst>
              <a:ext uri="{FF2B5EF4-FFF2-40B4-BE49-F238E27FC236}">
                <a16:creationId xmlns:a16="http://schemas.microsoft.com/office/drawing/2014/main" id="{89AC51BB-264A-1609-8951-4D9DDFC3BE77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-3600"/>
            <a:ext cx="8911685" cy="6861600"/>
          </a:xfrm>
          <a:custGeom>
            <a:avLst/>
            <a:gdLst>
              <a:gd name="connsiteX0" fmla="*/ 1657413 w 8911685"/>
              <a:gd name="connsiteY0" fmla="*/ 6230260 h 6861600"/>
              <a:gd name="connsiteX1" fmla="*/ 1747724 w 8911685"/>
              <a:gd name="connsiteY1" fmla="*/ 6230260 h 6861600"/>
              <a:gd name="connsiteX2" fmla="*/ 1747724 w 8911685"/>
              <a:gd name="connsiteY2" fmla="*/ 6278123 h 6861600"/>
              <a:gd name="connsiteX3" fmla="*/ 1657413 w 8911685"/>
              <a:gd name="connsiteY3" fmla="*/ 6278123 h 6861600"/>
              <a:gd name="connsiteX4" fmla="*/ 1280903 w 8911685"/>
              <a:gd name="connsiteY4" fmla="*/ 6228345 h 6861600"/>
              <a:gd name="connsiteX5" fmla="*/ 1312703 w 8911685"/>
              <a:gd name="connsiteY5" fmla="*/ 6306841 h 6861600"/>
              <a:gd name="connsiteX6" fmla="*/ 1249104 w 8911685"/>
              <a:gd name="connsiteY6" fmla="*/ 6306841 h 6861600"/>
              <a:gd name="connsiteX7" fmla="*/ 2035831 w 8911685"/>
              <a:gd name="connsiteY7" fmla="*/ 6194522 h 6861600"/>
              <a:gd name="connsiteX8" fmla="*/ 2035831 w 8911685"/>
              <a:gd name="connsiteY8" fmla="*/ 6377678 h 6861600"/>
              <a:gd name="connsiteX9" fmla="*/ 2079715 w 8911685"/>
              <a:gd name="connsiteY9" fmla="*/ 6377678 h 6861600"/>
              <a:gd name="connsiteX10" fmla="*/ 2079715 w 8911685"/>
              <a:gd name="connsiteY10" fmla="*/ 6293439 h 6861600"/>
              <a:gd name="connsiteX11" fmla="*/ 2162394 w 8911685"/>
              <a:gd name="connsiteY11" fmla="*/ 6377678 h 6861600"/>
              <a:gd name="connsiteX12" fmla="*/ 2222814 w 8911685"/>
              <a:gd name="connsiteY12" fmla="*/ 6377678 h 6861600"/>
              <a:gd name="connsiteX13" fmla="*/ 2122963 w 8911685"/>
              <a:gd name="connsiteY13" fmla="*/ 6280037 h 6861600"/>
              <a:gd name="connsiteX14" fmla="*/ 2218998 w 8911685"/>
              <a:gd name="connsiteY14" fmla="*/ 6194522 h 6861600"/>
              <a:gd name="connsiteX15" fmla="*/ 2160486 w 8911685"/>
              <a:gd name="connsiteY15" fmla="*/ 6194522 h 6861600"/>
              <a:gd name="connsiteX16" fmla="*/ 2079715 w 8911685"/>
              <a:gd name="connsiteY16" fmla="*/ 6268550 h 6861600"/>
              <a:gd name="connsiteX17" fmla="*/ 2079715 w 8911685"/>
              <a:gd name="connsiteY17" fmla="*/ 6194522 h 6861600"/>
              <a:gd name="connsiteX18" fmla="*/ 1614165 w 8911685"/>
              <a:gd name="connsiteY18" fmla="*/ 6194522 h 6861600"/>
              <a:gd name="connsiteX19" fmla="*/ 1614165 w 8911685"/>
              <a:gd name="connsiteY19" fmla="*/ 6377678 h 6861600"/>
              <a:gd name="connsiteX20" fmla="*/ 1657413 w 8911685"/>
              <a:gd name="connsiteY20" fmla="*/ 6377678 h 6861600"/>
              <a:gd name="connsiteX21" fmla="*/ 1657413 w 8911685"/>
              <a:gd name="connsiteY21" fmla="*/ 6314499 h 6861600"/>
              <a:gd name="connsiteX22" fmla="*/ 1704477 w 8911685"/>
              <a:gd name="connsiteY22" fmla="*/ 6314499 h 6861600"/>
              <a:gd name="connsiteX23" fmla="*/ 1743908 w 8911685"/>
              <a:gd name="connsiteY23" fmla="*/ 6377678 h 6861600"/>
              <a:gd name="connsiteX24" fmla="*/ 1790972 w 8911685"/>
              <a:gd name="connsiteY24" fmla="*/ 6377678 h 6861600"/>
              <a:gd name="connsiteX25" fmla="*/ 1749632 w 8911685"/>
              <a:gd name="connsiteY25" fmla="*/ 6314499 h 6861600"/>
              <a:gd name="connsiteX26" fmla="*/ 1753448 w 8911685"/>
              <a:gd name="connsiteY26" fmla="*/ 6314499 h 6861600"/>
              <a:gd name="connsiteX27" fmla="*/ 1789064 w 8911685"/>
              <a:gd name="connsiteY27" fmla="*/ 6285781 h 6861600"/>
              <a:gd name="connsiteX28" fmla="*/ 1789064 w 8911685"/>
              <a:gd name="connsiteY28" fmla="*/ 6225154 h 6861600"/>
              <a:gd name="connsiteX29" fmla="*/ 1759172 w 8911685"/>
              <a:gd name="connsiteY29" fmla="*/ 6194522 h 6861600"/>
              <a:gd name="connsiteX30" fmla="*/ 1408738 w 8911685"/>
              <a:gd name="connsiteY30" fmla="*/ 6194522 h 6861600"/>
              <a:gd name="connsiteX31" fmla="*/ 1408738 w 8911685"/>
              <a:gd name="connsiteY31" fmla="*/ 6377678 h 6861600"/>
              <a:gd name="connsiteX32" fmla="*/ 1582365 w 8911685"/>
              <a:gd name="connsiteY32" fmla="*/ 6377678 h 6861600"/>
              <a:gd name="connsiteX33" fmla="*/ 1582365 w 8911685"/>
              <a:gd name="connsiteY33" fmla="*/ 6341302 h 6861600"/>
              <a:gd name="connsiteX34" fmla="*/ 1450078 w 8911685"/>
              <a:gd name="connsiteY34" fmla="*/ 6341302 h 6861600"/>
              <a:gd name="connsiteX35" fmla="*/ 1450078 w 8911685"/>
              <a:gd name="connsiteY35" fmla="*/ 6303012 h 6861600"/>
              <a:gd name="connsiteX36" fmla="*/ 1563285 w 8911685"/>
              <a:gd name="connsiteY36" fmla="*/ 6303012 h 6861600"/>
              <a:gd name="connsiteX37" fmla="*/ 1563285 w 8911685"/>
              <a:gd name="connsiteY37" fmla="*/ 6266636 h 6861600"/>
              <a:gd name="connsiteX38" fmla="*/ 1450078 w 8911685"/>
              <a:gd name="connsiteY38" fmla="*/ 6266636 h 6861600"/>
              <a:gd name="connsiteX39" fmla="*/ 1450078 w 8911685"/>
              <a:gd name="connsiteY39" fmla="*/ 6230260 h 6861600"/>
              <a:gd name="connsiteX40" fmla="*/ 1580457 w 8911685"/>
              <a:gd name="connsiteY40" fmla="*/ 6230260 h 6861600"/>
              <a:gd name="connsiteX41" fmla="*/ 1580457 w 8911685"/>
              <a:gd name="connsiteY41" fmla="*/ 6194522 h 6861600"/>
              <a:gd name="connsiteX42" fmla="*/ 1252284 w 8911685"/>
              <a:gd name="connsiteY42" fmla="*/ 6194522 h 6861600"/>
              <a:gd name="connsiteX43" fmla="*/ 1171512 w 8911685"/>
              <a:gd name="connsiteY43" fmla="*/ 6377678 h 6861600"/>
              <a:gd name="connsiteX44" fmla="*/ 1218576 w 8911685"/>
              <a:gd name="connsiteY44" fmla="*/ 6377678 h 6861600"/>
              <a:gd name="connsiteX45" fmla="*/ 1233840 w 8911685"/>
              <a:gd name="connsiteY45" fmla="*/ 6341302 h 6861600"/>
              <a:gd name="connsiteX46" fmla="*/ 1327967 w 8911685"/>
              <a:gd name="connsiteY46" fmla="*/ 6341302 h 6861600"/>
              <a:gd name="connsiteX47" fmla="*/ 1345139 w 8911685"/>
              <a:gd name="connsiteY47" fmla="*/ 6377678 h 6861600"/>
              <a:gd name="connsiteX48" fmla="*/ 1390295 w 8911685"/>
              <a:gd name="connsiteY48" fmla="*/ 6377678 h 6861600"/>
              <a:gd name="connsiteX49" fmla="*/ 1308887 w 8911685"/>
              <a:gd name="connsiteY49" fmla="*/ 6194522 h 6861600"/>
              <a:gd name="connsiteX50" fmla="*/ 940009 w 8911685"/>
              <a:gd name="connsiteY50" fmla="*/ 6194522 h 6861600"/>
              <a:gd name="connsiteX51" fmla="*/ 940009 w 8911685"/>
              <a:gd name="connsiteY51" fmla="*/ 6377678 h 6861600"/>
              <a:gd name="connsiteX52" fmla="*/ 979441 w 8911685"/>
              <a:gd name="connsiteY52" fmla="*/ 6377678 h 6861600"/>
              <a:gd name="connsiteX53" fmla="*/ 979441 w 8911685"/>
              <a:gd name="connsiteY53" fmla="*/ 6272379 h 6861600"/>
              <a:gd name="connsiteX54" fmla="*/ 1026505 w 8911685"/>
              <a:gd name="connsiteY54" fmla="*/ 6377678 h 6861600"/>
              <a:gd name="connsiteX55" fmla="*/ 1067844 w 8911685"/>
              <a:gd name="connsiteY55" fmla="*/ 6377678 h 6861600"/>
              <a:gd name="connsiteX56" fmla="*/ 1114908 w 8911685"/>
              <a:gd name="connsiteY56" fmla="*/ 6270465 h 6861600"/>
              <a:gd name="connsiteX57" fmla="*/ 1114908 w 8911685"/>
              <a:gd name="connsiteY57" fmla="*/ 6377678 h 6861600"/>
              <a:gd name="connsiteX58" fmla="*/ 1154340 w 8911685"/>
              <a:gd name="connsiteY58" fmla="*/ 6377678 h 6861600"/>
              <a:gd name="connsiteX59" fmla="*/ 1154340 w 8911685"/>
              <a:gd name="connsiteY59" fmla="*/ 6194522 h 6861600"/>
              <a:gd name="connsiteX60" fmla="*/ 1107276 w 8911685"/>
              <a:gd name="connsiteY60" fmla="*/ 6194522 h 6861600"/>
              <a:gd name="connsiteX61" fmla="*/ 1046857 w 8911685"/>
              <a:gd name="connsiteY61" fmla="*/ 6331730 h 6861600"/>
              <a:gd name="connsiteX62" fmla="*/ 987073 w 8911685"/>
              <a:gd name="connsiteY62" fmla="*/ 6194522 h 6861600"/>
              <a:gd name="connsiteX63" fmla="*/ 1853300 w 8911685"/>
              <a:gd name="connsiteY63" fmla="*/ 6193884 h 6861600"/>
              <a:gd name="connsiteX64" fmla="*/ 1825316 w 8911685"/>
              <a:gd name="connsiteY64" fmla="*/ 6222602 h 6861600"/>
              <a:gd name="connsiteX65" fmla="*/ 1825316 w 8911685"/>
              <a:gd name="connsiteY65" fmla="*/ 6276209 h 6861600"/>
              <a:gd name="connsiteX66" fmla="*/ 1853300 w 8911685"/>
              <a:gd name="connsiteY66" fmla="*/ 6303012 h 6861600"/>
              <a:gd name="connsiteX67" fmla="*/ 1955059 w 8911685"/>
              <a:gd name="connsiteY67" fmla="*/ 6303012 h 6861600"/>
              <a:gd name="connsiteX68" fmla="*/ 1955059 w 8911685"/>
              <a:gd name="connsiteY68" fmla="*/ 6341302 h 6861600"/>
              <a:gd name="connsiteX69" fmla="*/ 1866656 w 8911685"/>
              <a:gd name="connsiteY69" fmla="*/ 6341302 h 6861600"/>
              <a:gd name="connsiteX70" fmla="*/ 1866656 w 8911685"/>
              <a:gd name="connsiteY70" fmla="*/ 6327901 h 6861600"/>
              <a:gd name="connsiteX71" fmla="*/ 1823408 w 8911685"/>
              <a:gd name="connsiteY71" fmla="*/ 6327901 h 6861600"/>
              <a:gd name="connsiteX72" fmla="*/ 1823408 w 8911685"/>
              <a:gd name="connsiteY72" fmla="*/ 6350875 h 6861600"/>
              <a:gd name="connsiteX73" fmla="*/ 1851392 w 8911685"/>
              <a:gd name="connsiteY73" fmla="*/ 6377678 h 6861600"/>
              <a:gd name="connsiteX74" fmla="*/ 1866656 w 8911685"/>
              <a:gd name="connsiteY74" fmla="*/ 6377678 h 6861600"/>
              <a:gd name="connsiteX75" fmla="*/ 1968415 w 8911685"/>
              <a:gd name="connsiteY75" fmla="*/ 6377678 h 6861600"/>
              <a:gd name="connsiteX76" fmla="*/ 1996399 w 8911685"/>
              <a:gd name="connsiteY76" fmla="*/ 6348961 h 6861600"/>
              <a:gd name="connsiteX77" fmla="*/ 1996399 w 8911685"/>
              <a:gd name="connsiteY77" fmla="*/ 6297268 h 6861600"/>
              <a:gd name="connsiteX78" fmla="*/ 1968415 w 8911685"/>
              <a:gd name="connsiteY78" fmla="*/ 6266636 h 6861600"/>
              <a:gd name="connsiteX79" fmla="*/ 1866656 w 8911685"/>
              <a:gd name="connsiteY79" fmla="*/ 6266636 h 6861600"/>
              <a:gd name="connsiteX80" fmla="*/ 1866656 w 8911685"/>
              <a:gd name="connsiteY80" fmla="*/ 6230260 h 6861600"/>
              <a:gd name="connsiteX81" fmla="*/ 1955059 w 8911685"/>
              <a:gd name="connsiteY81" fmla="*/ 6230260 h 6861600"/>
              <a:gd name="connsiteX82" fmla="*/ 1955059 w 8911685"/>
              <a:gd name="connsiteY82" fmla="*/ 6245576 h 6861600"/>
              <a:gd name="connsiteX83" fmla="*/ 1996399 w 8911685"/>
              <a:gd name="connsiteY83" fmla="*/ 6245576 h 6861600"/>
              <a:gd name="connsiteX84" fmla="*/ 1996399 w 8911685"/>
              <a:gd name="connsiteY84" fmla="*/ 6224516 h 6861600"/>
              <a:gd name="connsiteX85" fmla="*/ 1970323 w 8911685"/>
              <a:gd name="connsiteY85" fmla="*/ 6193884 h 6861600"/>
              <a:gd name="connsiteX86" fmla="*/ 423579 w 8911685"/>
              <a:gd name="connsiteY86" fmla="*/ 6077736 h 6861600"/>
              <a:gd name="connsiteX87" fmla="*/ 378423 w 8911685"/>
              <a:gd name="connsiteY87" fmla="*/ 6125599 h 6861600"/>
              <a:gd name="connsiteX88" fmla="*/ 378423 w 8911685"/>
              <a:gd name="connsiteY88" fmla="*/ 6446601 h 6861600"/>
              <a:gd name="connsiteX89" fmla="*/ 423579 w 8911685"/>
              <a:gd name="connsiteY89" fmla="*/ 6494464 h 6861600"/>
              <a:gd name="connsiteX90" fmla="*/ 719317 w 8911685"/>
              <a:gd name="connsiteY90" fmla="*/ 6494464 h 6861600"/>
              <a:gd name="connsiteX91" fmla="*/ 766381 w 8911685"/>
              <a:gd name="connsiteY91" fmla="*/ 6446601 h 6861600"/>
              <a:gd name="connsiteX92" fmla="*/ 766381 w 8911685"/>
              <a:gd name="connsiteY92" fmla="*/ 6125599 h 6861600"/>
              <a:gd name="connsiteX93" fmla="*/ 719317 w 8911685"/>
              <a:gd name="connsiteY93" fmla="*/ 6077736 h 6861600"/>
              <a:gd name="connsiteX94" fmla="*/ 0 w 8911685"/>
              <a:gd name="connsiteY94" fmla="*/ 0 h 6861600"/>
              <a:gd name="connsiteX95" fmla="*/ 8911685 w 8911685"/>
              <a:gd name="connsiteY95" fmla="*/ 3551 h 6861600"/>
              <a:gd name="connsiteX96" fmla="*/ 8911685 w 8911685"/>
              <a:gd name="connsiteY96" fmla="*/ 6021290 h 6861600"/>
              <a:gd name="connsiteX97" fmla="*/ 8157291 w 8911685"/>
              <a:gd name="connsiteY97" fmla="*/ 6857262 h 6861600"/>
              <a:gd name="connsiteX98" fmla="*/ 8071384 w 8911685"/>
              <a:gd name="connsiteY98" fmla="*/ 6861600 h 6861600"/>
              <a:gd name="connsiteX99" fmla="*/ 0 w 8911685"/>
              <a:gd name="connsiteY99" fmla="*/ 6861600 h 686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</a:cxnLst>
            <a:rect l="l" t="t" r="r" b="b"/>
            <a:pathLst>
              <a:path w="8911685" h="6861600">
                <a:moveTo>
                  <a:pt x="1657413" y="6230260"/>
                </a:moveTo>
                <a:lnTo>
                  <a:pt x="1747724" y="6230260"/>
                </a:lnTo>
                <a:lnTo>
                  <a:pt x="1747724" y="6278123"/>
                </a:lnTo>
                <a:lnTo>
                  <a:pt x="1657413" y="6278123"/>
                </a:lnTo>
                <a:close/>
                <a:moveTo>
                  <a:pt x="1280903" y="6228345"/>
                </a:moveTo>
                <a:lnTo>
                  <a:pt x="1312703" y="6306841"/>
                </a:lnTo>
                <a:lnTo>
                  <a:pt x="1249104" y="6306841"/>
                </a:lnTo>
                <a:close/>
                <a:moveTo>
                  <a:pt x="2035831" y="6194522"/>
                </a:moveTo>
                <a:lnTo>
                  <a:pt x="2035831" y="6377678"/>
                </a:lnTo>
                <a:lnTo>
                  <a:pt x="2079715" y="6377678"/>
                </a:lnTo>
                <a:lnTo>
                  <a:pt x="2079715" y="6293439"/>
                </a:lnTo>
                <a:lnTo>
                  <a:pt x="2162394" y="6377678"/>
                </a:lnTo>
                <a:lnTo>
                  <a:pt x="2222814" y="6377678"/>
                </a:lnTo>
                <a:lnTo>
                  <a:pt x="2122963" y="6280037"/>
                </a:lnTo>
                <a:lnTo>
                  <a:pt x="2218998" y="6194522"/>
                </a:lnTo>
                <a:lnTo>
                  <a:pt x="2160486" y="6194522"/>
                </a:lnTo>
                <a:lnTo>
                  <a:pt x="2079715" y="6268550"/>
                </a:lnTo>
                <a:lnTo>
                  <a:pt x="2079715" y="6194522"/>
                </a:lnTo>
                <a:close/>
                <a:moveTo>
                  <a:pt x="1614165" y="6194522"/>
                </a:moveTo>
                <a:lnTo>
                  <a:pt x="1614165" y="6377678"/>
                </a:lnTo>
                <a:lnTo>
                  <a:pt x="1657413" y="6377678"/>
                </a:lnTo>
                <a:lnTo>
                  <a:pt x="1657413" y="6314499"/>
                </a:lnTo>
                <a:lnTo>
                  <a:pt x="1704477" y="6314499"/>
                </a:lnTo>
                <a:lnTo>
                  <a:pt x="1743908" y="6377678"/>
                </a:lnTo>
                <a:lnTo>
                  <a:pt x="1790972" y="6377678"/>
                </a:lnTo>
                <a:lnTo>
                  <a:pt x="1749632" y="6314499"/>
                </a:lnTo>
                <a:lnTo>
                  <a:pt x="1753448" y="6314499"/>
                </a:lnTo>
                <a:cubicBezTo>
                  <a:pt x="1777616" y="6314499"/>
                  <a:pt x="1789064" y="6301097"/>
                  <a:pt x="1789064" y="6285781"/>
                </a:cubicBezTo>
                <a:lnTo>
                  <a:pt x="1789064" y="6225154"/>
                </a:lnTo>
                <a:cubicBezTo>
                  <a:pt x="1789064" y="6206009"/>
                  <a:pt x="1777616" y="6194522"/>
                  <a:pt x="1759172" y="6194522"/>
                </a:cubicBezTo>
                <a:close/>
                <a:moveTo>
                  <a:pt x="1408738" y="6194522"/>
                </a:moveTo>
                <a:lnTo>
                  <a:pt x="1408738" y="6377678"/>
                </a:lnTo>
                <a:lnTo>
                  <a:pt x="1582365" y="6377678"/>
                </a:lnTo>
                <a:lnTo>
                  <a:pt x="1582365" y="6341302"/>
                </a:lnTo>
                <a:lnTo>
                  <a:pt x="1450078" y="6341302"/>
                </a:lnTo>
                <a:lnTo>
                  <a:pt x="1450078" y="6303012"/>
                </a:lnTo>
                <a:lnTo>
                  <a:pt x="1563285" y="6303012"/>
                </a:lnTo>
                <a:lnTo>
                  <a:pt x="1563285" y="6266636"/>
                </a:lnTo>
                <a:lnTo>
                  <a:pt x="1450078" y="6266636"/>
                </a:lnTo>
                <a:lnTo>
                  <a:pt x="1450078" y="6230260"/>
                </a:lnTo>
                <a:lnTo>
                  <a:pt x="1580457" y="6230260"/>
                </a:lnTo>
                <a:lnTo>
                  <a:pt x="1580457" y="6194522"/>
                </a:lnTo>
                <a:close/>
                <a:moveTo>
                  <a:pt x="1252284" y="6194522"/>
                </a:moveTo>
                <a:lnTo>
                  <a:pt x="1171512" y="6377678"/>
                </a:lnTo>
                <a:lnTo>
                  <a:pt x="1218576" y="6377678"/>
                </a:lnTo>
                <a:lnTo>
                  <a:pt x="1233840" y="6341302"/>
                </a:lnTo>
                <a:lnTo>
                  <a:pt x="1327967" y="6341302"/>
                </a:lnTo>
                <a:lnTo>
                  <a:pt x="1345139" y="6377678"/>
                </a:lnTo>
                <a:lnTo>
                  <a:pt x="1390295" y="6377678"/>
                </a:lnTo>
                <a:lnTo>
                  <a:pt x="1308887" y="6194522"/>
                </a:lnTo>
                <a:close/>
                <a:moveTo>
                  <a:pt x="940009" y="6194522"/>
                </a:moveTo>
                <a:lnTo>
                  <a:pt x="940009" y="6377678"/>
                </a:lnTo>
                <a:lnTo>
                  <a:pt x="979441" y="6377678"/>
                </a:lnTo>
                <a:lnTo>
                  <a:pt x="979441" y="6272379"/>
                </a:lnTo>
                <a:lnTo>
                  <a:pt x="1026505" y="6377678"/>
                </a:lnTo>
                <a:lnTo>
                  <a:pt x="1067844" y="6377678"/>
                </a:lnTo>
                <a:lnTo>
                  <a:pt x="1114908" y="6270465"/>
                </a:lnTo>
                <a:lnTo>
                  <a:pt x="1114908" y="6377678"/>
                </a:lnTo>
                <a:lnTo>
                  <a:pt x="1154340" y="6377678"/>
                </a:lnTo>
                <a:lnTo>
                  <a:pt x="1154340" y="6194522"/>
                </a:lnTo>
                <a:lnTo>
                  <a:pt x="1107276" y="6194522"/>
                </a:lnTo>
                <a:lnTo>
                  <a:pt x="1046857" y="6331730"/>
                </a:lnTo>
                <a:lnTo>
                  <a:pt x="987073" y="6194522"/>
                </a:lnTo>
                <a:close/>
                <a:moveTo>
                  <a:pt x="1853300" y="6193884"/>
                </a:moveTo>
                <a:cubicBezTo>
                  <a:pt x="1838672" y="6193884"/>
                  <a:pt x="1825316" y="6205371"/>
                  <a:pt x="1825316" y="6222602"/>
                </a:cubicBezTo>
                <a:lnTo>
                  <a:pt x="1825316" y="6276209"/>
                </a:lnTo>
                <a:cubicBezTo>
                  <a:pt x="1825316" y="6291525"/>
                  <a:pt x="1836128" y="6303012"/>
                  <a:pt x="1853300" y="6303012"/>
                </a:cubicBezTo>
                <a:lnTo>
                  <a:pt x="1955059" y="6303012"/>
                </a:lnTo>
                <a:lnTo>
                  <a:pt x="1955059" y="6341302"/>
                </a:lnTo>
                <a:lnTo>
                  <a:pt x="1866656" y="6341302"/>
                </a:lnTo>
                <a:lnTo>
                  <a:pt x="1866656" y="6327901"/>
                </a:lnTo>
                <a:lnTo>
                  <a:pt x="1823408" y="6327901"/>
                </a:lnTo>
                <a:lnTo>
                  <a:pt x="1823408" y="6350875"/>
                </a:lnTo>
                <a:cubicBezTo>
                  <a:pt x="1823408" y="6366191"/>
                  <a:pt x="1832312" y="6377678"/>
                  <a:pt x="1851392" y="6377678"/>
                </a:cubicBezTo>
                <a:lnTo>
                  <a:pt x="1866656" y="6377678"/>
                </a:lnTo>
                <a:lnTo>
                  <a:pt x="1968415" y="6377678"/>
                </a:lnTo>
                <a:cubicBezTo>
                  <a:pt x="1986859" y="6377678"/>
                  <a:pt x="1996399" y="6366191"/>
                  <a:pt x="1996399" y="6348961"/>
                </a:cubicBezTo>
                <a:lnTo>
                  <a:pt x="1996399" y="6297268"/>
                </a:lnTo>
                <a:cubicBezTo>
                  <a:pt x="1996399" y="6278123"/>
                  <a:pt x="1983679" y="6266636"/>
                  <a:pt x="1968415" y="6266636"/>
                </a:cubicBezTo>
                <a:lnTo>
                  <a:pt x="1866656" y="6266636"/>
                </a:lnTo>
                <a:lnTo>
                  <a:pt x="1866656" y="6230260"/>
                </a:lnTo>
                <a:lnTo>
                  <a:pt x="1955059" y="6230260"/>
                </a:lnTo>
                <a:lnTo>
                  <a:pt x="1955059" y="6245576"/>
                </a:lnTo>
                <a:lnTo>
                  <a:pt x="1996399" y="6245576"/>
                </a:lnTo>
                <a:lnTo>
                  <a:pt x="1996399" y="6224516"/>
                </a:lnTo>
                <a:cubicBezTo>
                  <a:pt x="1996399" y="6205371"/>
                  <a:pt x="1985587" y="6193884"/>
                  <a:pt x="1970323" y="6193884"/>
                </a:cubicBezTo>
                <a:close/>
                <a:moveTo>
                  <a:pt x="423579" y="6077736"/>
                </a:moveTo>
                <a:cubicBezTo>
                  <a:pt x="399411" y="6077736"/>
                  <a:pt x="378423" y="6098796"/>
                  <a:pt x="378423" y="6125599"/>
                </a:cubicBezTo>
                <a:lnTo>
                  <a:pt x="378423" y="6446601"/>
                </a:lnTo>
                <a:cubicBezTo>
                  <a:pt x="378423" y="6473405"/>
                  <a:pt x="399411" y="6494464"/>
                  <a:pt x="423579" y="6494464"/>
                </a:cubicBezTo>
                <a:lnTo>
                  <a:pt x="719317" y="6494464"/>
                </a:lnTo>
                <a:cubicBezTo>
                  <a:pt x="745393" y="6494464"/>
                  <a:pt x="766381" y="6473405"/>
                  <a:pt x="766381" y="6446601"/>
                </a:cubicBezTo>
                <a:lnTo>
                  <a:pt x="766381" y="6125599"/>
                </a:lnTo>
                <a:cubicBezTo>
                  <a:pt x="766381" y="6098796"/>
                  <a:pt x="745393" y="6077736"/>
                  <a:pt x="719317" y="6077736"/>
                </a:cubicBezTo>
                <a:close/>
                <a:moveTo>
                  <a:pt x="0" y="0"/>
                </a:moveTo>
                <a:lnTo>
                  <a:pt x="8911685" y="3551"/>
                </a:lnTo>
                <a:lnTo>
                  <a:pt x="8911685" y="6021290"/>
                </a:lnTo>
                <a:cubicBezTo>
                  <a:pt x="8911685" y="6456375"/>
                  <a:pt x="8581023" y="6814230"/>
                  <a:pt x="8157291" y="6857262"/>
                </a:cubicBezTo>
                <a:lnTo>
                  <a:pt x="8071384" y="6861600"/>
                </a:lnTo>
                <a:lnTo>
                  <a:pt x="0" y="6861600"/>
                </a:lnTo>
                <a:close/>
              </a:path>
            </a:pathLst>
          </a:custGeom>
          <a:solidFill>
            <a:srgbClr val="CFCFCF"/>
          </a:solidFill>
        </p:spPr>
        <p:txBody>
          <a:bodyPr wrap="square" tIns="72000" anchor="t" anchorCtr="0">
            <a:noAutofit/>
          </a:bodyPr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1200">
                <a:solidFill>
                  <a:schemeClr val="bg1"/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Click here and insert picture</a:t>
            </a:r>
          </a:p>
        </p:txBody>
      </p:sp>
      <p:sp>
        <p:nvSpPr>
          <p:cNvPr id="26" name="Title 1">
            <a:extLst>
              <a:ext uri="{FF2B5EF4-FFF2-40B4-BE49-F238E27FC236}">
                <a16:creationId xmlns:a16="http://schemas.microsoft.com/office/drawing/2014/main" id="{59257972-5121-7C61-D1A1-B1409EF2A53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71475" y="4267733"/>
            <a:ext cx="7962297" cy="1634060"/>
          </a:xfrm>
        </p:spPr>
        <p:txBody>
          <a:bodyPr anchor="t"/>
          <a:lstStyle>
            <a:lvl1pPr algn="l">
              <a:lnSpc>
                <a:spcPts val="5800"/>
              </a:lnSpc>
              <a:defRPr sz="4400">
                <a:solidFill>
                  <a:schemeClr val="bg1"/>
                </a:solidFill>
              </a:defRPr>
            </a:lvl1pPr>
          </a:lstStyle>
          <a:p>
            <a:r>
              <a:rPr lang="en-GB"/>
              <a:t>Click to add title</a:t>
            </a:r>
          </a:p>
        </p:txBody>
      </p:sp>
      <p:pic>
        <p:nvPicPr>
          <p:cNvPr id="42" name="Graphic 41">
            <a:extLst>
              <a:ext uri="{FF2B5EF4-FFF2-40B4-BE49-F238E27FC236}">
                <a16:creationId xmlns:a16="http://schemas.microsoft.com/office/drawing/2014/main" id="{49281D49-4670-0E53-673C-C91C58475BB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58775" y="6055614"/>
            <a:ext cx="1863471" cy="4594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7185124"/>
      </p:ext>
    </p:extLst>
  </p:cSld>
  <p:clrMapOvr>
    <a:masterClrMapping/>
  </p:clrMapOvr>
</p:sldLayout>
</file>

<file path=ppt/slideLayouts/slideLayout14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ull bleed image - no logo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icture Placeholder 17">
            <a:extLst>
              <a:ext uri="{FF2B5EF4-FFF2-40B4-BE49-F238E27FC236}">
                <a16:creationId xmlns:a16="http://schemas.microsoft.com/office/drawing/2014/main" id="{80C3AC94-8104-388F-196D-2B6310825221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0" y="0"/>
            <a:ext cx="12192000" cy="6483404"/>
          </a:xfrm>
          <a:custGeom>
            <a:avLst/>
            <a:gdLst>
              <a:gd name="connsiteX0" fmla="*/ 0 w 12192000"/>
              <a:gd name="connsiteY0" fmla="*/ 0 h 6483404"/>
              <a:gd name="connsiteX1" fmla="*/ 8210551 w 12192000"/>
              <a:gd name="connsiteY1" fmla="*/ 0 h 6483404"/>
              <a:gd name="connsiteX2" fmla="*/ 8210551 w 12192000"/>
              <a:gd name="connsiteY2" fmla="*/ 1 h 6483404"/>
              <a:gd name="connsiteX3" fmla="*/ 12192000 w 12192000"/>
              <a:gd name="connsiteY3" fmla="*/ 1 h 6483404"/>
              <a:gd name="connsiteX4" fmla="*/ 12192000 w 12192000"/>
              <a:gd name="connsiteY4" fmla="*/ 4414450 h 6483404"/>
              <a:gd name="connsiteX5" fmla="*/ 12192000 w 12192000"/>
              <a:gd name="connsiteY5" fmla="*/ 4527604 h 6483404"/>
              <a:gd name="connsiteX6" fmla="*/ 12192000 w 12192000"/>
              <a:gd name="connsiteY6" fmla="*/ 5635422 h 6483404"/>
              <a:gd name="connsiteX7" fmla="*/ 11344018 w 12192000"/>
              <a:gd name="connsiteY7" fmla="*/ 6483404 h 6483404"/>
              <a:gd name="connsiteX8" fmla="*/ 10222738 w 12192000"/>
              <a:gd name="connsiteY8" fmla="*/ 6483404 h 6483404"/>
              <a:gd name="connsiteX9" fmla="*/ 9813420 w 12192000"/>
              <a:gd name="connsiteY9" fmla="*/ 6483404 h 6483404"/>
              <a:gd name="connsiteX10" fmla="*/ 5765038 w 12192000"/>
              <a:gd name="connsiteY10" fmla="*/ 6483404 h 6483404"/>
              <a:gd name="connsiteX11" fmla="*/ 5765038 w 12192000"/>
              <a:gd name="connsiteY11" fmla="*/ 6483403 h 6483404"/>
              <a:gd name="connsiteX12" fmla="*/ 0 w 12192000"/>
              <a:gd name="connsiteY12" fmla="*/ 6483403 h 64834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2192000" h="6483404">
                <a:moveTo>
                  <a:pt x="0" y="0"/>
                </a:moveTo>
                <a:lnTo>
                  <a:pt x="8210551" y="0"/>
                </a:lnTo>
                <a:lnTo>
                  <a:pt x="8210551" y="1"/>
                </a:lnTo>
                <a:lnTo>
                  <a:pt x="12192000" y="1"/>
                </a:lnTo>
                <a:lnTo>
                  <a:pt x="12192000" y="4414450"/>
                </a:lnTo>
                <a:lnTo>
                  <a:pt x="12192000" y="4527604"/>
                </a:lnTo>
                <a:lnTo>
                  <a:pt x="12192000" y="5635422"/>
                </a:lnTo>
                <a:cubicBezTo>
                  <a:pt x="12192000" y="6103750"/>
                  <a:pt x="11812346" y="6483404"/>
                  <a:pt x="11344018" y="6483404"/>
                </a:cubicBezTo>
                <a:lnTo>
                  <a:pt x="10222738" y="6483404"/>
                </a:lnTo>
                <a:lnTo>
                  <a:pt x="9813420" y="6483404"/>
                </a:lnTo>
                <a:lnTo>
                  <a:pt x="5765038" y="6483404"/>
                </a:lnTo>
                <a:lnTo>
                  <a:pt x="5765038" y="6483403"/>
                </a:lnTo>
                <a:lnTo>
                  <a:pt x="0" y="6483403"/>
                </a:lnTo>
                <a:close/>
              </a:path>
            </a:pathLst>
          </a:custGeom>
          <a:solidFill>
            <a:srgbClr val="CFCFCF"/>
          </a:solidFill>
        </p:spPr>
        <p:txBody>
          <a:bodyPr wrap="square">
            <a:noAutofit/>
          </a:bodyPr>
          <a:lstStyle>
            <a:lvl1pPr marL="0" indent="0" algn="ctr">
              <a:buNone/>
              <a:defRPr sz="1200">
                <a:solidFill>
                  <a:schemeClr val="bg1"/>
                </a:solidFill>
              </a:defRPr>
            </a:lvl1pPr>
          </a:lstStyle>
          <a:p>
            <a:r>
              <a:rPr lang="en-DK"/>
              <a:t>Click here to insert image</a:t>
            </a:r>
          </a:p>
        </p:txBody>
      </p:sp>
    </p:spTree>
    <p:extLst>
      <p:ext uri="{BB962C8B-B14F-4D97-AF65-F5344CB8AC3E}">
        <p14:creationId xmlns:p14="http://schemas.microsoft.com/office/powerpoint/2010/main" val="1230624366"/>
      </p:ext>
    </p:extLst>
  </p:cSld>
  <p:clrMapOvr>
    <a:masterClrMapping/>
  </p:clrMapOvr>
</p:sldLayout>
</file>

<file path=ppt/slideLayouts/slideLayout1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71475" y="368300"/>
            <a:ext cx="11449050" cy="93027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GB" noProof="0"/>
              <a:t>Click to add agenda/contents</a:t>
            </a:r>
          </a:p>
        </p:txBody>
      </p:sp>
      <p:sp>
        <p:nvSpPr>
          <p:cNvPr id="6" name="Date Placeholder 5" hidden="1">
            <a:extLst>
              <a:ext uri="{FF2B5EF4-FFF2-40B4-BE49-F238E27FC236}">
                <a16:creationId xmlns:a16="http://schemas.microsoft.com/office/drawing/2014/main" id="{10320B85-9075-4BE3-80FE-A4FBA5B89417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>
                <a:noFill/>
              </a:defRPr>
            </a:lvl1pPr>
          </a:lstStyle>
          <a:p>
            <a:endParaRPr lang="en-GB"/>
          </a:p>
        </p:txBody>
      </p:sp>
      <p:pic>
        <p:nvPicPr>
          <p:cNvPr id="26" name="Picture 29">
            <a:extLst>
              <a:ext uri="{FF2B5EF4-FFF2-40B4-BE49-F238E27FC236}">
                <a16:creationId xmlns:a16="http://schemas.microsoft.com/office/drawing/2014/main" id="{E0E5EB5F-27F8-4A17-1762-2E1E397DFB1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371475" y="6169025"/>
            <a:ext cx="1299398" cy="320399"/>
          </a:xfrm>
          <a:prstGeom prst="rect">
            <a:avLst/>
          </a:prstGeom>
        </p:spPr>
      </p:pic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055BEE36-017E-7BDE-BD39-87903F71E154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377824" y="1943101"/>
            <a:ext cx="954087" cy="3693600"/>
          </a:xfrm>
        </p:spPr>
        <p:txBody>
          <a:bodyPr/>
          <a:lstStyle>
            <a:lvl1pPr marL="0" indent="0">
              <a:lnSpc>
                <a:spcPct val="8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​"/>
              <a:defRPr sz="1600" b="0" i="0">
                <a:solidFill>
                  <a:schemeClr val="tx1"/>
                </a:solidFill>
                <a:latin typeface="+mn-lt"/>
              </a:defRPr>
            </a:lvl1pPr>
            <a:lvl2pPr marL="0" indent="0">
              <a:lnSpc>
                <a:spcPct val="8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​"/>
              <a:defRPr sz="1600" b="0" i="0">
                <a:solidFill>
                  <a:schemeClr val="accent1"/>
                </a:solidFill>
                <a:latin typeface="+mn-lt"/>
              </a:defRPr>
            </a:lvl2pPr>
            <a:lvl3pPr marL="0" indent="0">
              <a:lnSpc>
                <a:spcPct val="8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​"/>
              <a:defRPr sz="1600" b="0" i="0">
                <a:solidFill>
                  <a:schemeClr val="tx1"/>
                </a:solidFill>
                <a:latin typeface="+mn-lt"/>
              </a:defRPr>
            </a:lvl3pPr>
            <a:lvl4pPr marL="0" indent="0">
              <a:lnSpc>
                <a:spcPct val="8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​"/>
              <a:defRPr sz="1600" b="0" i="0">
                <a:solidFill>
                  <a:schemeClr val="accent1"/>
                </a:solidFill>
                <a:latin typeface="+mn-lt"/>
              </a:defRPr>
            </a:lvl4pPr>
            <a:lvl5pPr marL="0" indent="0">
              <a:lnSpc>
                <a:spcPct val="8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​"/>
              <a:defRPr sz="1600" b="0" i="0">
                <a:solidFill>
                  <a:schemeClr val="tx1"/>
                </a:solidFill>
                <a:latin typeface="+mn-lt"/>
              </a:defRPr>
            </a:lvl5pPr>
            <a:lvl6pPr marL="0" indent="0">
              <a:lnSpc>
                <a:spcPct val="8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​"/>
              <a:defRPr sz="1600" b="0" i="0">
                <a:solidFill>
                  <a:schemeClr val="accent1"/>
                </a:solidFill>
                <a:latin typeface="+mn-lt"/>
              </a:defRPr>
            </a:lvl6pPr>
            <a:lvl7pPr marL="0" indent="0">
              <a:lnSpc>
                <a:spcPct val="8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​"/>
              <a:defRPr sz="1600" b="0" i="0">
                <a:solidFill>
                  <a:schemeClr val="tx1"/>
                </a:solidFill>
                <a:latin typeface="+mn-lt"/>
              </a:defRPr>
            </a:lvl7pPr>
            <a:lvl8pPr marL="0" indent="0">
              <a:lnSpc>
                <a:spcPct val="8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​"/>
              <a:defRPr sz="1600" b="0" i="0">
                <a:solidFill>
                  <a:schemeClr val="accent1"/>
                </a:solidFill>
                <a:latin typeface="+mn-lt"/>
              </a:defRPr>
            </a:lvl8pPr>
            <a:lvl9pPr marL="0" indent="0">
              <a:lnSpc>
                <a:spcPct val="8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​"/>
              <a:defRPr sz="1600" b="0" i="0">
                <a:solidFill>
                  <a:schemeClr val="tx1"/>
                </a:solidFill>
                <a:latin typeface="+mn-lt"/>
              </a:defRPr>
            </a:lvl9pPr>
          </a:lstStyle>
          <a:p>
            <a:pPr lvl="0"/>
            <a:r>
              <a:rPr lang="en-GB" noProof="0"/>
              <a:t>1.00</a:t>
            </a:r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E62749B4-1839-B9E3-3446-079F16D76BDF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343025" y="1943101"/>
            <a:ext cx="4645025" cy="3693600"/>
          </a:xfrm>
        </p:spPr>
        <p:txBody>
          <a:bodyPr/>
          <a:lstStyle>
            <a:lvl1pPr marL="0" indent="0">
              <a:lnSpc>
                <a:spcPct val="8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​"/>
              <a:defRPr sz="1600" b="0" i="0">
                <a:solidFill>
                  <a:schemeClr val="tx1"/>
                </a:solidFill>
                <a:latin typeface="+mn-lt"/>
              </a:defRPr>
            </a:lvl1pPr>
            <a:lvl2pPr marL="0" indent="0">
              <a:lnSpc>
                <a:spcPct val="8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​"/>
              <a:defRPr sz="1600" b="0" i="0">
                <a:solidFill>
                  <a:schemeClr val="accent1"/>
                </a:solidFill>
                <a:latin typeface="+mn-lt"/>
              </a:defRPr>
            </a:lvl2pPr>
            <a:lvl3pPr marL="0" indent="0">
              <a:lnSpc>
                <a:spcPct val="8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​"/>
              <a:defRPr sz="1600" b="0" i="0">
                <a:solidFill>
                  <a:schemeClr val="tx1"/>
                </a:solidFill>
                <a:latin typeface="+mn-lt"/>
              </a:defRPr>
            </a:lvl3pPr>
            <a:lvl4pPr marL="0" indent="0">
              <a:lnSpc>
                <a:spcPct val="8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​"/>
              <a:defRPr sz="1600" b="0" i="0">
                <a:solidFill>
                  <a:schemeClr val="accent1"/>
                </a:solidFill>
                <a:latin typeface="+mn-lt"/>
              </a:defRPr>
            </a:lvl4pPr>
            <a:lvl5pPr marL="0" indent="0">
              <a:lnSpc>
                <a:spcPct val="8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​"/>
              <a:defRPr sz="1600" b="0" i="0">
                <a:solidFill>
                  <a:schemeClr val="tx1"/>
                </a:solidFill>
                <a:latin typeface="+mn-lt"/>
              </a:defRPr>
            </a:lvl5pPr>
            <a:lvl6pPr marL="0" indent="0">
              <a:lnSpc>
                <a:spcPct val="8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​"/>
              <a:defRPr sz="1600" b="0" i="0">
                <a:solidFill>
                  <a:schemeClr val="accent1"/>
                </a:solidFill>
              </a:defRPr>
            </a:lvl6pPr>
            <a:lvl7pPr marL="0" indent="0">
              <a:lnSpc>
                <a:spcPct val="8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​"/>
              <a:defRPr sz="1600" b="0" i="0">
                <a:solidFill>
                  <a:schemeClr val="tx1"/>
                </a:solidFill>
              </a:defRPr>
            </a:lvl7pPr>
            <a:lvl8pPr marL="0" indent="0">
              <a:lnSpc>
                <a:spcPct val="8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​"/>
              <a:defRPr sz="1600" b="0" i="0">
                <a:solidFill>
                  <a:schemeClr val="accent1"/>
                </a:solidFill>
              </a:defRPr>
            </a:lvl8pPr>
            <a:lvl9pPr marL="0" indent="0">
              <a:lnSpc>
                <a:spcPct val="80000"/>
              </a:lnSpc>
              <a:spcBef>
                <a:spcPts val="0"/>
              </a:spcBef>
              <a:spcAft>
                <a:spcPts val="600"/>
              </a:spcAft>
              <a:buFont typeface="Arial" panose="020B0604020202020204" pitchFamily="34" charset="0"/>
              <a:buChar char="​"/>
              <a:defRPr sz="1600" b="0" i="0">
                <a:solidFill>
                  <a:schemeClr val="tx1"/>
                </a:solidFill>
              </a:defRPr>
            </a:lvl9pPr>
          </a:lstStyle>
          <a:p>
            <a:pPr lvl="0"/>
            <a:r>
              <a:rPr lang="en-GB" noProof="0"/>
              <a:t>Click to add text</a:t>
            </a:r>
          </a:p>
        </p:txBody>
      </p:sp>
      <p:sp>
        <p:nvSpPr>
          <p:cNvPr id="3" name="Footer Placeholder 10">
            <a:extLst>
              <a:ext uri="{FF2B5EF4-FFF2-40B4-BE49-F238E27FC236}">
                <a16:creationId xmlns:a16="http://schemas.microsoft.com/office/drawing/2014/main" id="{BC19E47C-0E59-C5B1-666F-1E56B07B254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540625" y="6405563"/>
            <a:ext cx="3308349" cy="180974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r">
              <a:defRPr lang="en-GB" sz="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n-US"/>
              <a:t>Update header via slide master</a:t>
            </a:r>
          </a:p>
        </p:txBody>
      </p:sp>
      <p:sp>
        <p:nvSpPr>
          <p:cNvPr id="4" name="Slide Number Placeholder 11">
            <a:extLst>
              <a:ext uri="{FF2B5EF4-FFF2-40B4-BE49-F238E27FC236}">
                <a16:creationId xmlns:a16="http://schemas.microsoft.com/office/drawing/2014/main" id="{32ADB20A-18F9-17BD-7B52-492D00F17EB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0950" y="6403974"/>
            <a:ext cx="409575" cy="193676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r">
              <a:defRPr lang="en-GB" sz="7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E609CB8F-9537-1E4B-B955-6CC1563861C9}" type="slidenum">
              <a:rPr lang="en-VN" smtClean="0"/>
              <a:pPr/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1179890558"/>
      </p:ext>
    </p:extLst>
  </p:cSld>
  <p:clrMapOvr>
    <a:masterClrMapping/>
  </p:clrMapOvr>
</p:sldLayout>
</file>

<file path=ppt/slideLayouts/slideLayout1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picture 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71475" y="368300"/>
            <a:ext cx="7561263" cy="930275"/>
          </a:xfrm>
        </p:spPr>
        <p:txBody>
          <a:bodyPr/>
          <a:lstStyle>
            <a:lvl1pPr>
              <a:defRPr/>
            </a:lvl1pPr>
          </a:lstStyle>
          <a:p>
            <a:r>
              <a:rPr lang="en-GB" noProof="0"/>
              <a:t>Click to add title</a:t>
            </a:r>
          </a:p>
        </p:txBody>
      </p:sp>
      <p:sp>
        <p:nvSpPr>
          <p:cNvPr id="7" name="Content Placeholder 2"/>
          <p:cNvSpPr>
            <a:spLocks noGrp="1"/>
          </p:cNvSpPr>
          <p:nvPr>
            <p:ph sz="quarter" idx="13" hasCustomPrompt="1"/>
          </p:nvPr>
        </p:nvSpPr>
        <p:spPr>
          <a:xfrm>
            <a:off x="371475" y="1943100"/>
            <a:ext cx="7561263" cy="3694113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GB" noProof="0"/>
              <a:t>Click to add text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</a:p>
        </p:txBody>
      </p:sp>
      <p:sp>
        <p:nvSpPr>
          <p:cNvPr id="23" name="Picture Placeholder 3"/>
          <p:cNvSpPr>
            <a:spLocks noGrp="1"/>
          </p:cNvSpPr>
          <p:nvPr>
            <p:ph type="pic" sz="quarter" idx="14" hasCustomPrompt="1"/>
          </p:nvPr>
        </p:nvSpPr>
        <p:spPr>
          <a:xfrm>
            <a:off x="8148638" y="368300"/>
            <a:ext cx="3671887" cy="5276798"/>
          </a:xfrm>
        </p:spPr>
        <p:txBody>
          <a:bodyPr tIns="72000" anchor="t" anchorCtr="0"/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1200"/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Click here and insert picture</a:t>
            </a:r>
          </a:p>
        </p:txBody>
      </p:sp>
      <p:sp>
        <p:nvSpPr>
          <p:cNvPr id="6" name="Date Placeholder 5" hidden="1">
            <a:extLst>
              <a:ext uri="{FF2B5EF4-FFF2-40B4-BE49-F238E27FC236}">
                <a16:creationId xmlns:a16="http://schemas.microsoft.com/office/drawing/2014/main" id="{BC8FE318-906F-4EA5-9B25-B9CA26679122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9" name="Picture 29">
            <a:extLst>
              <a:ext uri="{FF2B5EF4-FFF2-40B4-BE49-F238E27FC236}">
                <a16:creationId xmlns:a16="http://schemas.microsoft.com/office/drawing/2014/main" id="{C3CF8F27-F55A-7C7D-746F-7A4B4EEC858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371475" y="6169025"/>
            <a:ext cx="1299398" cy="320399"/>
          </a:xfrm>
          <a:prstGeom prst="rect">
            <a:avLst/>
          </a:prstGeom>
        </p:spPr>
      </p:pic>
      <p:sp>
        <p:nvSpPr>
          <p:cNvPr id="3" name="Footer Placeholder 10">
            <a:extLst>
              <a:ext uri="{FF2B5EF4-FFF2-40B4-BE49-F238E27FC236}">
                <a16:creationId xmlns:a16="http://schemas.microsoft.com/office/drawing/2014/main" id="{4630782A-0FA3-E531-FEA3-A2F1A662813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540625" y="6405563"/>
            <a:ext cx="3308349" cy="180974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r">
              <a:defRPr lang="en-GB" sz="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n-US"/>
              <a:t>Update header via slide master</a:t>
            </a:r>
          </a:p>
        </p:txBody>
      </p:sp>
      <p:sp>
        <p:nvSpPr>
          <p:cNvPr id="4" name="Slide Number Placeholder 11">
            <a:extLst>
              <a:ext uri="{FF2B5EF4-FFF2-40B4-BE49-F238E27FC236}">
                <a16:creationId xmlns:a16="http://schemas.microsoft.com/office/drawing/2014/main" id="{6149A6E6-9150-7893-9587-71472064403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0950" y="6403974"/>
            <a:ext cx="409575" cy="193676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r">
              <a:defRPr lang="en-GB" sz="7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E609CB8F-9537-1E4B-B955-6CC1563861C9}" type="slidenum">
              <a:rPr lang="en-VN" smtClean="0"/>
              <a:pPr/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312176151"/>
      </p:ext>
    </p:extLst>
  </p:cSld>
  <p:clrMapOvr>
    <a:masterClrMapping/>
  </p:clrMapOvr>
</p:sldLayout>
</file>

<file path=ppt/slideLayouts/slideLayout1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picture 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71475" y="368300"/>
            <a:ext cx="11449050" cy="930275"/>
          </a:xfrm>
        </p:spPr>
        <p:txBody>
          <a:bodyPr/>
          <a:lstStyle>
            <a:lvl1pPr>
              <a:defRPr/>
            </a:lvl1pPr>
          </a:lstStyle>
          <a:p>
            <a:r>
              <a:rPr lang="en-GB" noProof="0"/>
              <a:t>Click to add title</a:t>
            </a:r>
          </a:p>
        </p:txBody>
      </p:sp>
      <p:sp>
        <p:nvSpPr>
          <p:cNvPr id="7" name="Content Placeholder 2"/>
          <p:cNvSpPr>
            <a:spLocks noGrp="1"/>
          </p:cNvSpPr>
          <p:nvPr>
            <p:ph sz="quarter" idx="13" hasCustomPrompt="1"/>
          </p:nvPr>
        </p:nvSpPr>
        <p:spPr>
          <a:xfrm>
            <a:off x="371475" y="1943100"/>
            <a:ext cx="6588125" cy="3694113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GB" noProof="0"/>
              <a:t>Click to add text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</a:p>
        </p:txBody>
      </p:sp>
      <p:sp>
        <p:nvSpPr>
          <p:cNvPr id="23" name="Picture Placeholder 3"/>
          <p:cNvSpPr>
            <a:spLocks noGrp="1"/>
          </p:cNvSpPr>
          <p:nvPr>
            <p:ph type="pic" sz="quarter" idx="14" hasCustomPrompt="1"/>
          </p:nvPr>
        </p:nvSpPr>
        <p:spPr>
          <a:xfrm>
            <a:off x="8148638" y="1943100"/>
            <a:ext cx="3671887" cy="3694113"/>
          </a:xfrm>
        </p:spPr>
        <p:txBody>
          <a:bodyPr tIns="72000" anchor="t" anchorCtr="0"/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1200"/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Click here and insert picture</a:t>
            </a:r>
          </a:p>
        </p:txBody>
      </p:sp>
      <p:sp>
        <p:nvSpPr>
          <p:cNvPr id="6" name="Date Placeholder 5" hidden="1">
            <a:extLst>
              <a:ext uri="{FF2B5EF4-FFF2-40B4-BE49-F238E27FC236}">
                <a16:creationId xmlns:a16="http://schemas.microsoft.com/office/drawing/2014/main" id="{BC8FE318-906F-4EA5-9B25-B9CA26679122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9" name="Picture 29">
            <a:extLst>
              <a:ext uri="{FF2B5EF4-FFF2-40B4-BE49-F238E27FC236}">
                <a16:creationId xmlns:a16="http://schemas.microsoft.com/office/drawing/2014/main" id="{C6313E68-E994-9F74-4408-671D5FBEC5BC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371475" y="6169025"/>
            <a:ext cx="1299398" cy="320399"/>
          </a:xfrm>
          <a:prstGeom prst="rect">
            <a:avLst/>
          </a:prstGeom>
        </p:spPr>
      </p:pic>
      <p:sp>
        <p:nvSpPr>
          <p:cNvPr id="3" name="Footer Placeholder 10">
            <a:extLst>
              <a:ext uri="{FF2B5EF4-FFF2-40B4-BE49-F238E27FC236}">
                <a16:creationId xmlns:a16="http://schemas.microsoft.com/office/drawing/2014/main" id="{E19ACFD5-069A-5132-166C-4C3CFA631C0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540625" y="6405563"/>
            <a:ext cx="3308349" cy="180974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r">
              <a:defRPr lang="en-GB" sz="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n-US"/>
              <a:t>Update header via slide master</a:t>
            </a:r>
          </a:p>
        </p:txBody>
      </p:sp>
      <p:sp>
        <p:nvSpPr>
          <p:cNvPr id="4" name="Slide Number Placeholder 11">
            <a:extLst>
              <a:ext uri="{FF2B5EF4-FFF2-40B4-BE49-F238E27FC236}">
                <a16:creationId xmlns:a16="http://schemas.microsoft.com/office/drawing/2014/main" id="{299FF2EF-71D6-65EE-0B0E-5E803ABCBA5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0950" y="6403974"/>
            <a:ext cx="409575" cy="193676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r">
              <a:defRPr lang="en-GB" sz="7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E609CB8F-9537-1E4B-B955-6CC1563861C9}" type="slidenum">
              <a:rPr lang="en-VN" smtClean="0"/>
              <a:pPr/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3878431811"/>
      </p:ext>
    </p:extLst>
  </p:cSld>
  <p:clrMapOvr>
    <a:masterClrMapping/>
  </p:clrMapOvr>
</p:sldLayout>
</file>

<file path=ppt/slideLayouts/slideLayout1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71475" y="368300"/>
            <a:ext cx="11449050" cy="930275"/>
          </a:xfrm>
        </p:spPr>
        <p:txBody>
          <a:bodyPr/>
          <a:lstStyle>
            <a:lvl1pPr>
              <a:defRPr/>
            </a:lvl1pPr>
          </a:lstStyle>
          <a:p>
            <a:r>
              <a:rPr lang="en-GB"/>
              <a:t>Click to add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371476" y="1943099"/>
            <a:ext cx="5616574" cy="3694879"/>
          </a:xfrm>
          <a:solidFill>
            <a:schemeClr val="bg1"/>
          </a:solidFill>
        </p:spPr>
        <p:txBody>
          <a:bodyPr/>
          <a:lstStyle>
            <a:lvl1pPr>
              <a:defRPr/>
            </a:lvl1pPr>
          </a:lstStyle>
          <a:p>
            <a:pPr lvl="0"/>
            <a:r>
              <a:rPr lang="en-GB"/>
              <a:t>Click to add text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6203951" y="1943099"/>
            <a:ext cx="5616574" cy="3694879"/>
          </a:xfrm>
          <a:solidFill>
            <a:schemeClr val="bg1"/>
          </a:solidFill>
        </p:spPr>
        <p:txBody>
          <a:bodyPr/>
          <a:lstStyle>
            <a:lvl1pPr>
              <a:defRPr/>
            </a:lvl1pPr>
          </a:lstStyle>
          <a:p>
            <a:pPr lvl="0"/>
            <a:r>
              <a:rPr lang="en-GB"/>
              <a:t>Click to add text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11" name="Date Placeholder 10" hidden="1">
            <a:extLst>
              <a:ext uri="{FF2B5EF4-FFF2-40B4-BE49-F238E27FC236}">
                <a16:creationId xmlns:a16="http://schemas.microsoft.com/office/drawing/2014/main" id="{C8F53383-3780-4626-A2BE-E67BBD0A1DFE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9" name="Picture 29">
            <a:extLst>
              <a:ext uri="{FF2B5EF4-FFF2-40B4-BE49-F238E27FC236}">
                <a16:creationId xmlns:a16="http://schemas.microsoft.com/office/drawing/2014/main" id="{FBB58968-0709-73F6-9B45-7BBC0A510CDC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371475" y="6169025"/>
            <a:ext cx="1299398" cy="320399"/>
          </a:xfrm>
          <a:prstGeom prst="rect">
            <a:avLst/>
          </a:prstGeom>
        </p:spPr>
      </p:pic>
      <p:sp>
        <p:nvSpPr>
          <p:cNvPr id="5" name="Footer Placeholder 10">
            <a:extLst>
              <a:ext uri="{FF2B5EF4-FFF2-40B4-BE49-F238E27FC236}">
                <a16:creationId xmlns:a16="http://schemas.microsoft.com/office/drawing/2014/main" id="{ECCF0518-FB34-B2AB-44FD-FAC63EF4F02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540625" y="6405563"/>
            <a:ext cx="3308349" cy="180974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r">
              <a:defRPr lang="en-GB" sz="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n-US"/>
              <a:t>Update header via slide master</a:t>
            </a:r>
          </a:p>
        </p:txBody>
      </p:sp>
      <p:sp>
        <p:nvSpPr>
          <p:cNvPr id="6" name="Slide Number Placeholder 11">
            <a:extLst>
              <a:ext uri="{FF2B5EF4-FFF2-40B4-BE49-F238E27FC236}">
                <a16:creationId xmlns:a16="http://schemas.microsoft.com/office/drawing/2014/main" id="{CE468BCD-5D81-8235-3C07-095A4724E96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0950" y="6403974"/>
            <a:ext cx="409575" cy="193676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r">
              <a:defRPr lang="en-GB" sz="7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E609CB8F-9537-1E4B-B955-6CC1563861C9}" type="slidenum">
              <a:rPr lang="en-VN" smtClean="0"/>
              <a:pPr/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1037641606"/>
      </p:ext>
    </p:extLst>
  </p:cSld>
  <p:clrMapOvr>
    <a:masterClrMapping/>
  </p:clrMapOvr>
</p:sldLayout>
</file>

<file path=ppt/slideLayouts/slideLayout1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71475" y="368300"/>
            <a:ext cx="11449049" cy="930275"/>
          </a:xfrm>
        </p:spPr>
        <p:txBody>
          <a:bodyPr/>
          <a:lstStyle>
            <a:lvl1pPr>
              <a:defRPr/>
            </a:lvl1pPr>
          </a:lstStyle>
          <a:p>
            <a:r>
              <a:rPr lang="en-GB"/>
              <a:t>Click to add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371475" y="1943100"/>
            <a:ext cx="3671887" cy="3694878"/>
          </a:xfrm>
          <a:solidFill>
            <a:schemeClr val="bg1"/>
          </a:solidFill>
        </p:spPr>
        <p:txBody>
          <a:bodyPr/>
          <a:lstStyle>
            <a:lvl1pPr>
              <a:defRPr/>
            </a:lvl1pPr>
          </a:lstStyle>
          <a:p>
            <a:pPr lvl="0"/>
            <a:r>
              <a:rPr lang="en-GB"/>
              <a:t>Click to add text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4259263" y="1943100"/>
            <a:ext cx="7561262" cy="3694878"/>
          </a:xfrm>
          <a:solidFill>
            <a:schemeClr val="bg1"/>
          </a:solidFill>
        </p:spPr>
        <p:txBody>
          <a:bodyPr/>
          <a:lstStyle>
            <a:lvl1pPr>
              <a:defRPr/>
            </a:lvl1pPr>
          </a:lstStyle>
          <a:p>
            <a:pPr lvl="0"/>
            <a:r>
              <a:rPr lang="en-GB"/>
              <a:t>Click to add text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11" name="Date Placeholder 10" hidden="1">
            <a:extLst>
              <a:ext uri="{FF2B5EF4-FFF2-40B4-BE49-F238E27FC236}">
                <a16:creationId xmlns:a16="http://schemas.microsoft.com/office/drawing/2014/main" id="{C8F53383-3780-4626-A2BE-E67BBD0A1DFE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10" name="Picture 29">
            <a:extLst>
              <a:ext uri="{FF2B5EF4-FFF2-40B4-BE49-F238E27FC236}">
                <a16:creationId xmlns:a16="http://schemas.microsoft.com/office/drawing/2014/main" id="{6E2678F6-0E54-23D9-8207-58085B313B9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371475" y="6169025"/>
            <a:ext cx="1299398" cy="320399"/>
          </a:xfrm>
          <a:prstGeom prst="rect">
            <a:avLst/>
          </a:prstGeom>
        </p:spPr>
      </p:pic>
      <p:sp>
        <p:nvSpPr>
          <p:cNvPr id="5" name="Footer Placeholder 10">
            <a:extLst>
              <a:ext uri="{FF2B5EF4-FFF2-40B4-BE49-F238E27FC236}">
                <a16:creationId xmlns:a16="http://schemas.microsoft.com/office/drawing/2014/main" id="{B382CEAA-D9EA-57D1-9503-CEE40656D15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540625" y="6405563"/>
            <a:ext cx="3308349" cy="180974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r">
              <a:defRPr lang="en-GB" sz="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n-US"/>
              <a:t>Update header via slide master</a:t>
            </a:r>
          </a:p>
        </p:txBody>
      </p:sp>
      <p:sp>
        <p:nvSpPr>
          <p:cNvPr id="6" name="Slide Number Placeholder 11">
            <a:extLst>
              <a:ext uri="{FF2B5EF4-FFF2-40B4-BE49-F238E27FC236}">
                <a16:creationId xmlns:a16="http://schemas.microsoft.com/office/drawing/2014/main" id="{34DBDA79-4368-9BE4-4963-84123E3AB41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0950" y="6403974"/>
            <a:ext cx="409575" cy="193676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r">
              <a:defRPr lang="en-GB" sz="7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E609CB8F-9537-1E4B-B955-6CC1563861C9}" type="slidenum">
              <a:rPr lang="en-VN" smtClean="0"/>
              <a:pPr/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4225916948"/>
      </p:ext>
    </p:extLst>
  </p:cSld>
  <p:clrMapOvr>
    <a:masterClrMapping/>
  </p:clrMapOvr>
</p:sldLayout>
</file>

<file path=ppt/slideLayouts/slideLayout1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71475" y="368300"/>
            <a:ext cx="11449050" cy="930275"/>
          </a:xfrm>
        </p:spPr>
        <p:txBody>
          <a:bodyPr/>
          <a:lstStyle>
            <a:lvl1pPr>
              <a:defRPr/>
            </a:lvl1pPr>
          </a:lstStyle>
          <a:p>
            <a:r>
              <a:rPr lang="en-GB"/>
              <a:t>Click to add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371475" y="1944000"/>
            <a:ext cx="3671888" cy="3693600"/>
          </a:xfrm>
          <a:solidFill>
            <a:schemeClr val="bg1"/>
          </a:solidFill>
        </p:spPr>
        <p:txBody>
          <a:bodyPr/>
          <a:lstStyle>
            <a:lvl1pPr>
              <a:defRPr/>
            </a:lvl1pPr>
          </a:lstStyle>
          <a:p>
            <a:pPr lvl="0"/>
            <a:r>
              <a:rPr lang="en-GB"/>
              <a:t>Click to add text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11" name="Date Placeholder 10" hidden="1">
            <a:extLst>
              <a:ext uri="{FF2B5EF4-FFF2-40B4-BE49-F238E27FC236}">
                <a16:creationId xmlns:a16="http://schemas.microsoft.com/office/drawing/2014/main" id="{C8F53383-3780-4626-A2BE-E67BBD0A1DFE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12" name="Picture 29">
            <a:extLst>
              <a:ext uri="{FF2B5EF4-FFF2-40B4-BE49-F238E27FC236}">
                <a16:creationId xmlns:a16="http://schemas.microsoft.com/office/drawing/2014/main" id="{A9EF761D-2C9D-EE00-DD36-FC58D6D8AC1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371475" y="6169025"/>
            <a:ext cx="1299398" cy="320399"/>
          </a:xfrm>
          <a:prstGeom prst="rect">
            <a:avLst/>
          </a:prstGeom>
        </p:spPr>
      </p:pic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4303162A-0EB1-D03C-7C03-2FFE2ECA461D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4259263" y="1944000"/>
            <a:ext cx="3671888" cy="3693600"/>
          </a:xfrm>
          <a:solidFill>
            <a:schemeClr val="bg1"/>
          </a:solidFill>
        </p:spPr>
        <p:txBody>
          <a:bodyPr/>
          <a:lstStyle>
            <a:lvl1pPr>
              <a:defRPr/>
            </a:lvl1pPr>
          </a:lstStyle>
          <a:p>
            <a:pPr lvl="0"/>
            <a:r>
              <a:rPr lang="en-GB"/>
              <a:t>Click to add text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EFDB81EA-9984-642B-5B6B-F2E9CE3B1C6B}"/>
              </a:ext>
            </a:extLst>
          </p:cNvPr>
          <p:cNvSpPr>
            <a:spLocks noGrp="1"/>
          </p:cNvSpPr>
          <p:nvPr>
            <p:ph sz="half" idx="16" hasCustomPrompt="1"/>
          </p:nvPr>
        </p:nvSpPr>
        <p:spPr>
          <a:xfrm>
            <a:off x="8148638" y="1944000"/>
            <a:ext cx="3671888" cy="3693600"/>
          </a:xfrm>
          <a:solidFill>
            <a:schemeClr val="bg1"/>
          </a:solidFill>
        </p:spPr>
        <p:txBody>
          <a:bodyPr/>
          <a:lstStyle>
            <a:lvl1pPr>
              <a:defRPr/>
            </a:lvl1pPr>
          </a:lstStyle>
          <a:p>
            <a:pPr lvl="0"/>
            <a:r>
              <a:rPr lang="en-GB"/>
              <a:t>Click to add text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Footer Placeholder 10">
            <a:extLst>
              <a:ext uri="{FF2B5EF4-FFF2-40B4-BE49-F238E27FC236}">
                <a16:creationId xmlns:a16="http://schemas.microsoft.com/office/drawing/2014/main" id="{E3160FAF-7450-9F28-EC65-FF6A7DBB6FD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540625" y="6405563"/>
            <a:ext cx="3308349" cy="180974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r">
              <a:defRPr lang="en-GB" sz="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n-US"/>
              <a:t>Update header via slide master</a:t>
            </a:r>
          </a:p>
        </p:txBody>
      </p:sp>
      <p:sp>
        <p:nvSpPr>
          <p:cNvPr id="5" name="Slide Number Placeholder 11">
            <a:extLst>
              <a:ext uri="{FF2B5EF4-FFF2-40B4-BE49-F238E27FC236}">
                <a16:creationId xmlns:a16="http://schemas.microsoft.com/office/drawing/2014/main" id="{967901E7-5636-BA2A-69D1-936EAE14C49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0950" y="6403974"/>
            <a:ext cx="409575" cy="193676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r">
              <a:defRPr lang="en-GB" sz="7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E609CB8F-9537-1E4B-B955-6CC1563861C9}" type="slidenum">
              <a:rPr lang="en-VN" smtClean="0"/>
              <a:pPr/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3031829869"/>
      </p:ext>
    </p:extLst>
  </p:cSld>
  <p:clrMapOvr>
    <a:masterClrMapping/>
  </p:clrMapOvr>
</p:sldLayout>
</file>

<file path=ppt/slideLayouts/slideLayout1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content 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71475" y="368300"/>
            <a:ext cx="11449050" cy="930275"/>
          </a:xfrm>
        </p:spPr>
        <p:txBody>
          <a:bodyPr/>
          <a:lstStyle>
            <a:lvl1pPr>
              <a:defRPr/>
            </a:lvl1pPr>
          </a:lstStyle>
          <a:p>
            <a:r>
              <a:rPr lang="en-GB"/>
              <a:t>Click to add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371475" y="1944000"/>
            <a:ext cx="2700338" cy="3693600"/>
          </a:xfrm>
          <a:solidFill>
            <a:schemeClr val="bg1"/>
          </a:solidFill>
        </p:spPr>
        <p:txBody>
          <a:bodyPr/>
          <a:lstStyle>
            <a:lvl1pPr>
              <a:defRPr/>
            </a:lvl1pPr>
          </a:lstStyle>
          <a:p>
            <a:pPr lvl="0"/>
            <a:r>
              <a:rPr lang="en-GB"/>
              <a:t>Click to add text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11" name="Date Placeholder 10" hidden="1">
            <a:extLst>
              <a:ext uri="{FF2B5EF4-FFF2-40B4-BE49-F238E27FC236}">
                <a16:creationId xmlns:a16="http://schemas.microsoft.com/office/drawing/2014/main" id="{C8F53383-3780-4626-A2BE-E67BBD0A1DFE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13" name="Picture 29">
            <a:extLst>
              <a:ext uri="{FF2B5EF4-FFF2-40B4-BE49-F238E27FC236}">
                <a16:creationId xmlns:a16="http://schemas.microsoft.com/office/drawing/2014/main" id="{6232E4B3-49DC-214C-05C1-B2687D35982C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371475" y="6169025"/>
            <a:ext cx="1299398" cy="320399"/>
          </a:xfrm>
          <a:prstGeom prst="rect">
            <a:avLst/>
          </a:prstGeom>
        </p:spPr>
      </p:pic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4611CE19-8A15-7AA7-041F-78BA62AAFA9D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3287713" y="1944000"/>
            <a:ext cx="2700338" cy="3693600"/>
          </a:xfrm>
          <a:solidFill>
            <a:schemeClr val="bg1"/>
          </a:solidFill>
        </p:spPr>
        <p:txBody>
          <a:bodyPr/>
          <a:lstStyle>
            <a:lvl1pPr>
              <a:defRPr/>
            </a:lvl1pPr>
          </a:lstStyle>
          <a:p>
            <a:pPr lvl="0"/>
            <a:r>
              <a:rPr lang="en-GB"/>
              <a:t>Click to add text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4EF24E1C-6314-6E48-762E-1D02C7FB64F0}"/>
              </a:ext>
            </a:extLst>
          </p:cNvPr>
          <p:cNvSpPr>
            <a:spLocks noGrp="1"/>
          </p:cNvSpPr>
          <p:nvPr>
            <p:ph sz="half" idx="16" hasCustomPrompt="1"/>
          </p:nvPr>
        </p:nvSpPr>
        <p:spPr>
          <a:xfrm>
            <a:off x="6203950" y="1944000"/>
            <a:ext cx="2700338" cy="3693600"/>
          </a:xfrm>
          <a:solidFill>
            <a:schemeClr val="bg1"/>
          </a:solidFill>
        </p:spPr>
        <p:txBody>
          <a:bodyPr/>
          <a:lstStyle>
            <a:lvl1pPr>
              <a:defRPr/>
            </a:lvl1pPr>
          </a:lstStyle>
          <a:p>
            <a:pPr lvl="0"/>
            <a:r>
              <a:rPr lang="en-GB"/>
              <a:t>Click to add text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100778A8-C447-C03D-FC2E-A4BE7A781F4A}"/>
              </a:ext>
            </a:extLst>
          </p:cNvPr>
          <p:cNvSpPr>
            <a:spLocks noGrp="1"/>
          </p:cNvSpPr>
          <p:nvPr>
            <p:ph sz="half" idx="17" hasCustomPrompt="1"/>
          </p:nvPr>
        </p:nvSpPr>
        <p:spPr>
          <a:xfrm>
            <a:off x="9120336" y="1944000"/>
            <a:ext cx="2700338" cy="3693600"/>
          </a:xfrm>
          <a:solidFill>
            <a:schemeClr val="bg1"/>
          </a:solidFill>
        </p:spPr>
        <p:txBody>
          <a:bodyPr/>
          <a:lstStyle>
            <a:lvl1pPr>
              <a:defRPr/>
            </a:lvl1pPr>
          </a:lstStyle>
          <a:p>
            <a:pPr lvl="0"/>
            <a:r>
              <a:rPr lang="en-GB"/>
              <a:t>Click to add text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Footer Placeholder 10">
            <a:extLst>
              <a:ext uri="{FF2B5EF4-FFF2-40B4-BE49-F238E27FC236}">
                <a16:creationId xmlns:a16="http://schemas.microsoft.com/office/drawing/2014/main" id="{FF5E202D-275D-4CF4-8006-C5F80BDCCF2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540625" y="6405563"/>
            <a:ext cx="3308349" cy="180974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r">
              <a:defRPr lang="en-GB" sz="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n-US"/>
              <a:t>Update header via slide master</a:t>
            </a:r>
          </a:p>
        </p:txBody>
      </p:sp>
      <p:sp>
        <p:nvSpPr>
          <p:cNvPr id="8" name="Slide Number Placeholder 11">
            <a:extLst>
              <a:ext uri="{FF2B5EF4-FFF2-40B4-BE49-F238E27FC236}">
                <a16:creationId xmlns:a16="http://schemas.microsoft.com/office/drawing/2014/main" id="{8EE53359-3CB6-FBE2-2F86-B10C493734A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0950" y="6403974"/>
            <a:ext cx="409575" cy="193676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r">
              <a:defRPr lang="en-GB" sz="7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E609CB8F-9537-1E4B-B955-6CC1563861C9}" type="slidenum">
              <a:rPr lang="en-VN" smtClean="0"/>
              <a:pPr/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3400094221"/>
      </p:ext>
    </p:extLst>
  </p:cSld>
  <p:clrMapOvr>
    <a:masterClrMapping/>
  </p:clrMapOvr>
</p:sldLayout>
</file>

<file path=ppt/slideLayouts/slideLayout1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ulleted list with numbe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71475" y="368300"/>
            <a:ext cx="11449050" cy="719138"/>
          </a:xfrm>
        </p:spPr>
        <p:txBody>
          <a:bodyPr/>
          <a:lstStyle>
            <a:lvl1pPr>
              <a:defRPr sz="2400"/>
            </a:lvl1pPr>
          </a:lstStyle>
          <a:p>
            <a:r>
              <a:rPr lang="en-GB" noProof="0"/>
              <a:t>Click to add title</a:t>
            </a:r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C5027FDC-6FFF-4553-A164-9D1EA73663F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71475" y="1944000"/>
            <a:ext cx="755650" cy="3694113"/>
          </a:xfrm>
        </p:spPr>
        <p:txBody>
          <a:bodyPr/>
          <a:lstStyle>
            <a:lvl1pPr marL="0" indent="0">
              <a:spcAft>
                <a:spcPts val="2400"/>
              </a:spcAft>
              <a:buNone/>
              <a:defRPr lang="en-US" sz="2800" kern="1200" dirty="0" smtClean="0">
                <a:solidFill>
                  <a:schemeClr val="accent1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GB"/>
              <a:t>01 -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7049ABFC-94E9-40A1-97A7-B001CEAD3292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343025" y="1944000"/>
            <a:ext cx="10477500" cy="3694113"/>
          </a:xfrm>
        </p:spPr>
        <p:txBody>
          <a:bodyPr/>
          <a:lstStyle>
            <a:lvl1pPr marL="0" indent="0">
              <a:spcAft>
                <a:spcPts val="2400"/>
              </a:spcAft>
              <a:buNone/>
              <a:defRPr lang="en-US" sz="2800" kern="1200" dirty="0" smtClean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GB" noProof="0"/>
              <a:t>Click to add text</a:t>
            </a:r>
            <a:endParaRPr lang="en-GB"/>
          </a:p>
        </p:txBody>
      </p:sp>
      <p:sp>
        <p:nvSpPr>
          <p:cNvPr id="6" name="Date Placeholder 5" hidden="1">
            <a:extLst>
              <a:ext uri="{FF2B5EF4-FFF2-40B4-BE49-F238E27FC236}">
                <a16:creationId xmlns:a16="http://schemas.microsoft.com/office/drawing/2014/main" id="{BC8FE318-906F-4EA5-9B25-B9CA26679122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9" name="Picture 29">
            <a:extLst>
              <a:ext uri="{FF2B5EF4-FFF2-40B4-BE49-F238E27FC236}">
                <a16:creationId xmlns:a16="http://schemas.microsoft.com/office/drawing/2014/main" id="{16B04E69-9AF9-E93D-C3CD-A15BD097427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371475" y="6169025"/>
            <a:ext cx="1299398" cy="320399"/>
          </a:xfrm>
          <a:prstGeom prst="rect">
            <a:avLst/>
          </a:prstGeom>
        </p:spPr>
      </p:pic>
      <p:sp>
        <p:nvSpPr>
          <p:cNvPr id="3" name="Footer Placeholder 10">
            <a:extLst>
              <a:ext uri="{FF2B5EF4-FFF2-40B4-BE49-F238E27FC236}">
                <a16:creationId xmlns:a16="http://schemas.microsoft.com/office/drawing/2014/main" id="{C9BA920B-1EE1-97F3-82B0-DEC5518BA01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540625" y="6405563"/>
            <a:ext cx="3308349" cy="180974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r">
              <a:defRPr lang="en-GB" sz="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n-US"/>
              <a:t>Update header via slide master</a:t>
            </a:r>
          </a:p>
        </p:txBody>
      </p:sp>
      <p:sp>
        <p:nvSpPr>
          <p:cNvPr id="4" name="Slide Number Placeholder 11">
            <a:extLst>
              <a:ext uri="{FF2B5EF4-FFF2-40B4-BE49-F238E27FC236}">
                <a16:creationId xmlns:a16="http://schemas.microsoft.com/office/drawing/2014/main" id="{B8C3AC3C-6B8F-C85E-0957-BD045863748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0950" y="6403974"/>
            <a:ext cx="409575" cy="193676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r">
              <a:defRPr lang="en-GB" sz="7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E609CB8F-9537-1E4B-B955-6CC1563861C9}" type="slidenum">
              <a:rPr lang="en-VN" smtClean="0"/>
              <a:pPr/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317758412"/>
      </p:ext>
    </p:extLst>
  </p:cSld>
  <p:clrMapOvr>
    <a:masterClrMapping/>
  </p:clrMapOvr>
</p:sldLayout>
</file>

<file path=ppt/slideLayouts/slideLayout1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veral text box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>
            <a:extLst>
              <a:ext uri="{FF2B5EF4-FFF2-40B4-BE49-F238E27FC236}">
                <a16:creationId xmlns:a16="http://schemas.microsoft.com/office/drawing/2014/main" id="{96536757-24D6-4CE3-BC82-E594F5B33A4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1475" y="368300"/>
            <a:ext cx="11449050" cy="930275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add title</a:t>
            </a:r>
            <a:endParaRPr lang="en-GB"/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6EEC2DAD-CD0D-4A12-B275-257EC3F16D2C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371474" y="1527716"/>
            <a:ext cx="5616575" cy="1753641"/>
          </a:xfrm>
        </p:spPr>
        <p:txBody>
          <a:bodyPr/>
          <a:lstStyle>
            <a:lvl1pPr marL="0" indent="0">
              <a:buFont typeface="Arial" panose="020B0604020202020204" pitchFamily="34" charset="0"/>
              <a:buChar char="​"/>
              <a:defRPr sz="1100" b="1">
                <a:solidFill>
                  <a:schemeClr val="accent1"/>
                </a:solidFill>
              </a:defRPr>
            </a:lvl1pPr>
            <a:lvl2pPr marL="180000" indent="-180000">
              <a:spcBef>
                <a:spcPts val="0"/>
              </a:spcBef>
              <a:buFont typeface="Arial" panose="020B0604020202020204" pitchFamily="34" charset="0"/>
              <a:buChar char="•"/>
              <a:defRPr sz="1100" b="0">
                <a:solidFill>
                  <a:schemeClr val="tx1"/>
                </a:solidFill>
              </a:defRPr>
            </a:lvl2pPr>
            <a:lvl3pPr marL="360000">
              <a:spcBef>
                <a:spcPts val="0"/>
              </a:spcBef>
              <a:defRPr>
                <a:solidFill>
                  <a:schemeClr val="tx1"/>
                </a:solidFill>
              </a:defRPr>
            </a:lvl3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GB" noProof="0"/>
              <a:t>Click to add text</a:t>
            </a:r>
            <a:endParaRPr lang="en-GB"/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31" name="Text Placeholder 3">
            <a:extLst>
              <a:ext uri="{FF2B5EF4-FFF2-40B4-BE49-F238E27FC236}">
                <a16:creationId xmlns:a16="http://schemas.microsoft.com/office/drawing/2014/main" id="{E3EA61B2-2CC5-4483-A81E-CE7D1E11351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371474" y="4070350"/>
            <a:ext cx="5616575" cy="1566850"/>
          </a:xfrm>
        </p:spPr>
        <p:txBody>
          <a:bodyPr/>
          <a:lstStyle>
            <a:lvl1pPr marL="0" indent="0">
              <a:buFont typeface="Arial" panose="020B0604020202020204" pitchFamily="34" charset="0"/>
              <a:buChar char="​"/>
              <a:defRPr sz="1100" b="1">
                <a:solidFill>
                  <a:schemeClr val="accent1"/>
                </a:solidFill>
                <a:latin typeface="+mn-lt"/>
              </a:defRPr>
            </a:lvl1pPr>
            <a:lvl2pPr marL="180000" indent="-180000">
              <a:spcBef>
                <a:spcPts val="0"/>
              </a:spcBef>
              <a:buFont typeface="Arial" panose="020B0604020202020204" pitchFamily="34" charset="0"/>
              <a:buChar char="•"/>
              <a:defRPr sz="1100" b="0">
                <a:solidFill>
                  <a:schemeClr val="tx1"/>
                </a:solidFill>
                <a:latin typeface="+mn-lt"/>
              </a:defRPr>
            </a:lvl2pPr>
            <a:lvl3pPr marL="360000">
              <a:defRPr>
                <a:solidFill>
                  <a:schemeClr val="tx1"/>
                </a:solidFill>
                <a:latin typeface="+mn-lt"/>
              </a:defRPr>
            </a:lvl3pPr>
            <a:lvl4pPr>
              <a:defRPr>
                <a:latin typeface="+mn-lt"/>
              </a:defRPr>
            </a:lvl4pPr>
            <a:lvl5pPr>
              <a:defRPr>
                <a:solidFill>
                  <a:schemeClr val="tx1"/>
                </a:solidFill>
                <a:latin typeface="+mn-lt"/>
              </a:defRPr>
            </a:lvl5pPr>
            <a:lvl6pPr>
              <a:defRPr>
                <a:latin typeface="+mn-lt"/>
              </a:defRPr>
            </a:lvl6pPr>
          </a:lstStyle>
          <a:p>
            <a:pPr lvl="0"/>
            <a:r>
              <a:rPr lang="en-GB" noProof="0"/>
              <a:t>Click to add text</a:t>
            </a:r>
          </a:p>
          <a:p>
            <a:pPr lvl="1"/>
            <a:r>
              <a:rPr lang="en-GB" noProof="0"/>
              <a:t>2</a:t>
            </a:r>
          </a:p>
          <a:p>
            <a:pPr lvl="2"/>
            <a:r>
              <a:rPr lang="en-GB" noProof="0"/>
              <a:t>3</a:t>
            </a:r>
          </a:p>
          <a:p>
            <a:pPr lvl="3"/>
            <a:r>
              <a:rPr lang="en-GB" noProof="0"/>
              <a:t>4</a:t>
            </a:r>
          </a:p>
          <a:p>
            <a:pPr lvl="4"/>
            <a:r>
              <a:rPr lang="en-GB" noProof="0"/>
              <a:t>5</a:t>
            </a:r>
          </a:p>
          <a:p>
            <a:pPr lvl="5"/>
            <a:r>
              <a:rPr lang="en-GB" noProof="0"/>
              <a:t>6</a:t>
            </a:r>
            <a:endParaRPr lang="en-GB"/>
          </a:p>
        </p:txBody>
      </p:sp>
      <p:sp>
        <p:nvSpPr>
          <p:cNvPr id="4" name="Content Placeholder 4">
            <a:extLst>
              <a:ext uri="{FF2B5EF4-FFF2-40B4-BE49-F238E27FC236}">
                <a16:creationId xmlns:a16="http://schemas.microsoft.com/office/drawing/2014/main" id="{25700A65-5A8D-4928-8A10-F9DB7E931F98}"/>
              </a:ext>
            </a:extLst>
          </p:cNvPr>
          <p:cNvSpPr>
            <a:spLocks noGrp="1"/>
          </p:cNvSpPr>
          <p:nvPr>
            <p:ph sz="quarter" idx="25" hasCustomPrompt="1"/>
          </p:nvPr>
        </p:nvSpPr>
        <p:spPr>
          <a:xfrm>
            <a:off x="6203950" y="1527717"/>
            <a:ext cx="5467350" cy="2537993"/>
          </a:xfrm>
        </p:spPr>
        <p:txBody>
          <a:bodyPr tIns="72000"/>
          <a:lstStyle>
            <a:lvl1pPr>
              <a:defRPr sz="1100">
                <a:solidFill>
                  <a:schemeClr val="tx1"/>
                </a:solidFill>
              </a:defRPr>
            </a:lvl1pPr>
            <a:lvl2pPr>
              <a:defRPr sz="1100">
                <a:solidFill>
                  <a:schemeClr val="tx1"/>
                </a:solidFill>
              </a:defRPr>
            </a:lvl2pPr>
            <a:lvl3pPr>
              <a:defRPr sz="1100">
                <a:solidFill>
                  <a:schemeClr val="tx1"/>
                </a:solidFill>
              </a:defRPr>
            </a:lvl3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GB" noProof="0"/>
              <a:t>Click to add text</a:t>
            </a:r>
            <a:endParaRPr lang="en-GB"/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33" name="Text Placeholder 5">
            <a:extLst>
              <a:ext uri="{FF2B5EF4-FFF2-40B4-BE49-F238E27FC236}">
                <a16:creationId xmlns:a16="http://schemas.microsoft.com/office/drawing/2014/main" id="{A2424BA5-C278-45AB-B9F5-B85D4A3A86B9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203950" y="4654550"/>
            <a:ext cx="4532313" cy="982663"/>
          </a:xfrm>
        </p:spPr>
        <p:txBody>
          <a:bodyPr tIns="0" numCol="2" spcCol="180000"/>
          <a:lstStyle>
            <a:lvl1pPr marL="0" indent="0">
              <a:spcAft>
                <a:spcPts val="0"/>
              </a:spcAft>
              <a:buClrTx/>
              <a:buFont typeface="Arial" panose="020B0604020202020204" pitchFamily="34" charset="0"/>
              <a:buChar char="​"/>
              <a:defRPr sz="1100" b="1">
                <a:solidFill>
                  <a:schemeClr val="accent1"/>
                </a:solidFill>
              </a:defRPr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1100">
                <a:solidFill>
                  <a:srgbClr val="878787"/>
                </a:solidFill>
              </a:defRPr>
            </a:lvl2pPr>
            <a:lvl3pPr marL="1800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defRPr sz="1100">
                <a:solidFill>
                  <a:srgbClr val="878787"/>
                </a:solidFill>
              </a:defRPr>
            </a:lvl3pPr>
          </a:lstStyle>
          <a:p>
            <a:pPr lvl="0"/>
            <a:r>
              <a:rPr lang="en-GB" noProof="0"/>
              <a:t>Click to add text</a:t>
            </a:r>
          </a:p>
          <a:p>
            <a:pPr lvl="1"/>
            <a:r>
              <a:rPr lang="en-GB" noProof="0"/>
              <a:t>1</a:t>
            </a:r>
          </a:p>
          <a:p>
            <a:pPr lvl="2"/>
            <a:r>
              <a:rPr lang="en-GB" noProof="0"/>
              <a:t>2</a:t>
            </a:r>
          </a:p>
          <a:p>
            <a:pPr lvl="3"/>
            <a:r>
              <a:rPr lang="en-GB" noProof="0"/>
              <a:t>3</a:t>
            </a:r>
            <a:endParaRPr lang="en-GB"/>
          </a:p>
        </p:txBody>
      </p:sp>
      <p:cxnSp>
        <p:nvCxnSpPr>
          <p:cNvPr id="27" name="Straight Connector 1">
            <a:extLst>
              <a:ext uri="{FF2B5EF4-FFF2-40B4-BE49-F238E27FC236}">
                <a16:creationId xmlns:a16="http://schemas.microsoft.com/office/drawing/2014/main" id="{7096DEC8-77C9-4DD3-9025-ECDC80F2146B}"/>
              </a:ext>
            </a:extLst>
          </p:cNvPr>
          <p:cNvCxnSpPr>
            <a:cxnSpLocks/>
          </p:cNvCxnSpPr>
          <p:nvPr userDrawn="1"/>
        </p:nvCxnSpPr>
        <p:spPr>
          <a:xfrm>
            <a:off x="371476" y="3521075"/>
            <a:ext cx="5616574" cy="0"/>
          </a:xfrm>
          <a:prstGeom prst="line">
            <a:avLst/>
          </a:prstGeom>
          <a:ln w="12700">
            <a:solidFill>
              <a:srgbClr val="87878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">
            <a:extLst>
              <a:ext uri="{FF2B5EF4-FFF2-40B4-BE49-F238E27FC236}">
                <a16:creationId xmlns:a16="http://schemas.microsoft.com/office/drawing/2014/main" id="{EA90E9CF-510E-4225-A3BB-91F013987BD5}"/>
              </a:ext>
            </a:extLst>
          </p:cNvPr>
          <p:cNvCxnSpPr>
            <a:cxnSpLocks/>
          </p:cNvCxnSpPr>
          <p:nvPr userDrawn="1"/>
        </p:nvCxnSpPr>
        <p:spPr>
          <a:xfrm>
            <a:off x="6203950" y="1527717"/>
            <a:ext cx="5468400" cy="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3">
            <a:extLst>
              <a:ext uri="{FF2B5EF4-FFF2-40B4-BE49-F238E27FC236}">
                <a16:creationId xmlns:a16="http://schemas.microsoft.com/office/drawing/2014/main" id="{CA039D30-14CC-454E-9DA1-C777E3C44776}"/>
              </a:ext>
            </a:extLst>
          </p:cNvPr>
          <p:cNvCxnSpPr>
            <a:cxnSpLocks/>
          </p:cNvCxnSpPr>
          <p:nvPr userDrawn="1"/>
        </p:nvCxnSpPr>
        <p:spPr>
          <a:xfrm>
            <a:off x="6203950" y="4400550"/>
            <a:ext cx="5468400" cy="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Date Placeholder 1" hidden="1">
            <a:extLst>
              <a:ext uri="{FF2B5EF4-FFF2-40B4-BE49-F238E27FC236}">
                <a16:creationId xmlns:a16="http://schemas.microsoft.com/office/drawing/2014/main" id="{2C382236-11EE-4251-B331-C34A1F0BC3C7}"/>
              </a:ext>
            </a:extLst>
          </p:cNvPr>
          <p:cNvSpPr>
            <a:spLocks noGrp="1"/>
          </p:cNvSpPr>
          <p:nvPr>
            <p:ph type="dt" sz="half" idx="26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11" name="Picture 29">
            <a:extLst>
              <a:ext uri="{FF2B5EF4-FFF2-40B4-BE49-F238E27FC236}">
                <a16:creationId xmlns:a16="http://schemas.microsoft.com/office/drawing/2014/main" id="{272FB1A2-A618-BDCF-2F36-D70EA9F969BF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371475" y="6169025"/>
            <a:ext cx="1299398" cy="320399"/>
          </a:xfrm>
          <a:prstGeom prst="rect">
            <a:avLst/>
          </a:prstGeom>
        </p:spPr>
      </p:pic>
      <p:sp>
        <p:nvSpPr>
          <p:cNvPr id="3" name="Footer Placeholder 10">
            <a:extLst>
              <a:ext uri="{FF2B5EF4-FFF2-40B4-BE49-F238E27FC236}">
                <a16:creationId xmlns:a16="http://schemas.microsoft.com/office/drawing/2014/main" id="{7521C7AB-6AA8-606E-4ECE-5EE3BCCEFFA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540625" y="6405563"/>
            <a:ext cx="3308349" cy="180974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r">
              <a:defRPr lang="en-GB" sz="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n-US"/>
              <a:t>Update header via slide master</a:t>
            </a:r>
          </a:p>
        </p:txBody>
      </p:sp>
      <p:sp>
        <p:nvSpPr>
          <p:cNvPr id="5" name="Slide Number Placeholder 11">
            <a:extLst>
              <a:ext uri="{FF2B5EF4-FFF2-40B4-BE49-F238E27FC236}">
                <a16:creationId xmlns:a16="http://schemas.microsoft.com/office/drawing/2014/main" id="{2D32A36A-B801-852A-F236-5B69646D76C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0950" y="6403974"/>
            <a:ext cx="409575" cy="193676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r">
              <a:defRPr lang="en-GB" sz="7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E609CB8F-9537-1E4B-B955-6CC1563861C9}" type="slidenum">
              <a:rPr lang="en-VN" smtClean="0"/>
              <a:pPr/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98198975"/>
      </p:ext>
    </p:extLst>
  </p:cSld>
  <p:clrMapOvr>
    <a:masterClrMapping/>
  </p:clrMapOvr>
</p:sldLayout>
</file>

<file path=ppt/slideLayouts/slideLayout1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and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icture Placeholder 3"/>
          <p:cNvSpPr>
            <a:spLocks noGrp="1"/>
          </p:cNvSpPr>
          <p:nvPr>
            <p:ph type="pic" sz="quarter" idx="14" hasCustomPrompt="1"/>
          </p:nvPr>
        </p:nvSpPr>
        <p:spPr>
          <a:xfrm>
            <a:off x="7175500" y="368301"/>
            <a:ext cx="4645025" cy="5135563"/>
          </a:xfrm>
          <a:noFill/>
          <a:ln>
            <a:noFill/>
          </a:ln>
        </p:spPr>
        <p:txBody>
          <a:bodyPr tIns="72000" anchor="t" anchorCtr="0"/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1200"/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Click here and insert picture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E637B88C-6BF1-4846-8D23-5E4678D6149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1475" y="368300"/>
            <a:ext cx="5616575" cy="930275"/>
          </a:xfrm>
        </p:spPr>
        <p:txBody>
          <a:bodyPr/>
          <a:lstStyle>
            <a:lvl1pPr>
              <a:defRPr/>
            </a:lvl1pPr>
          </a:lstStyle>
          <a:p>
            <a:r>
              <a:rPr lang="en-GB" noProof="0"/>
              <a:t>Click to add title</a:t>
            </a:r>
            <a:endParaRPr lang="en-GB"/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6EEC2DAD-CD0D-4A12-B275-257EC3F16D2C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371139" y="1944000"/>
            <a:ext cx="5616911" cy="1577975"/>
          </a:xfrm>
        </p:spPr>
        <p:txBody>
          <a:bodyPr/>
          <a:lstStyle>
            <a:lvl1pPr>
              <a:defRPr sz="1100">
                <a:solidFill>
                  <a:schemeClr val="tx1"/>
                </a:solidFill>
              </a:defRPr>
            </a:lvl1pPr>
            <a:lvl2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100" b="1">
                <a:solidFill>
                  <a:schemeClr val="accent1"/>
                </a:solidFill>
              </a:defRPr>
            </a:lvl2pPr>
            <a:lvl3pPr marL="360000">
              <a:defRPr>
                <a:solidFill>
                  <a:schemeClr val="tx1"/>
                </a:solidFill>
              </a:defRPr>
            </a:lvl3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GB" noProof="0"/>
              <a:t>Click to add text</a:t>
            </a:r>
            <a:endParaRPr lang="en-GB"/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31" name="Text Placeholder 3">
            <a:extLst>
              <a:ext uri="{FF2B5EF4-FFF2-40B4-BE49-F238E27FC236}">
                <a16:creationId xmlns:a16="http://schemas.microsoft.com/office/drawing/2014/main" id="{E3EA61B2-2CC5-4483-A81E-CE7D1E11351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371138" y="3944750"/>
            <a:ext cx="5616912" cy="230376"/>
          </a:xfrm>
        </p:spPr>
        <p:txBody>
          <a:bodyPr/>
          <a:lstStyle>
            <a:lvl1pPr marL="0" indent="0">
              <a:buFont typeface="Arial" panose="020B0604020202020204" pitchFamily="34" charset="0"/>
              <a:buChar char="​"/>
              <a:defRPr sz="1100" b="1">
                <a:solidFill>
                  <a:schemeClr val="accent1"/>
                </a:solidFill>
              </a:defRPr>
            </a:lvl1pPr>
            <a:lvl2pPr marL="180000" indent="-180000">
              <a:spcBef>
                <a:spcPts val="0"/>
              </a:spcBef>
              <a:buFont typeface="Arial" panose="020B0604020202020204" pitchFamily="34" charset="0"/>
              <a:buChar char="•"/>
              <a:defRPr sz="1100" b="0">
                <a:solidFill>
                  <a:srgbClr val="687A86"/>
                </a:solidFill>
              </a:defRPr>
            </a:lvl2pPr>
            <a:lvl3pPr marL="360000">
              <a:defRPr>
                <a:solidFill>
                  <a:srgbClr val="687A86"/>
                </a:solidFill>
              </a:defRPr>
            </a:lvl3pPr>
            <a:lvl5pPr>
              <a:defRPr>
                <a:solidFill>
                  <a:srgbClr val="687A86"/>
                </a:solidFill>
              </a:defRPr>
            </a:lvl5pPr>
          </a:lstStyle>
          <a:p>
            <a:pPr lvl="0"/>
            <a:r>
              <a:rPr lang="en-GB" noProof="0"/>
              <a:t>Click to add text</a:t>
            </a:r>
            <a:endParaRPr lang="en-GB"/>
          </a:p>
        </p:txBody>
      </p:sp>
      <p:sp>
        <p:nvSpPr>
          <p:cNvPr id="33" name="Text Placeholder 4">
            <a:extLst>
              <a:ext uri="{FF2B5EF4-FFF2-40B4-BE49-F238E27FC236}">
                <a16:creationId xmlns:a16="http://schemas.microsoft.com/office/drawing/2014/main" id="{A2424BA5-C278-45AB-B9F5-B85D4A3A86B9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371139" y="4306706"/>
            <a:ext cx="5616911" cy="876454"/>
          </a:xfrm>
        </p:spPr>
        <p:txBody>
          <a:bodyPr tIns="90000" numCol="2" spcCol="180000"/>
          <a:lstStyle>
            <a:lvl1pPr marL="198000" indent="-198000">
              <a:spcAft>
                <a:spcPts val="300"/>
              </a:spcAft>
              <a:buClrTx/>
              <a:buFont typeface="+mj-lt"/>
              <a:buAutoNum type="arabicPeriod"/>
              <a:defRPr sz="1100">
                <a:solidFill>
                  <a:srgbClr val="878787"/>
                </a:solidFill>
              </a:defRPr>
            </a:lvl1pPr>
          </a:lstStyle>
          <a:p>
            <a:pPr lvl="0"/>
            <a:r>
              <a:rPr lang="en-GB" noProof="0"/>
              <a:t>Click to add text</a:t>
            </a:r>
            <a:endParaRPr lang="en-GB"/>
          </a:p>
        </p:txBody>
      </p:sp>
      <p:cxnSp>
        <p:nvCxnSpPr>
          <p:cNvPr id="12" name="Straight Connector 1">
            <a:extLst>
              <a:ext uri="{FF2B5EF4-FFF2-40B4-BE49-F238E27FC236}">
                <a16:creationId xmlns:a16="http://schemas.microsoft.com/office/drawing/2014/main" id="{CA039D30-14CC-454E-9DA1-C777E3C44776}"/>
              </a:ext>
            </a:extLst>
          </p:cNvPr>
          <p:cNvCxnSpPr>
            <a:cxnSpLocks/>
          </p:cNvCxnSpPr>
          <p:nvPr userDrawn="1"/>
        </p:nvCxnSpPr>
        <p:spPr>
          <a:xfrm>
            <a:off x="371140" y="4175126"/>
            <a:ext cx="5616910" cy="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">
            <a:extLst>
              <a:ext uri="{FF2B5EF4-FFF2-40B4-BE49-F238E27FC236}">
                <a16:creationId xmlns:a16="http://schemas.microsoft.com/office/drawing/2014/main" id="{EA3D1E53-A268-4438-A6D9-6DD6795760C6}"/>
              </a:ext>
            </a:extLst>
          </p:cNvPr>
          <p:cNvCxnSpPr>
            <a:cxnSpLocks/>
          </p:cNvCxnSpPr>
          <p:nvPr userDrawn="1"/>
        </p:nvCxnSpPr>
        <p:spPr>
          <a:xfrm>
            <a:off x="371140" y="5503864"/>
            <a:ext cx="5616910" cy="0"/>
          </a:xfrm>
          <a:prstGeom prst="line">
            <a:avLst/>
          </a:prstGeom>
          <a:ln w="12700">
            <a:solidFill>
              <a:srgbClr val="878787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Date Placeholder 1" hidden="1">
            <a:extLst>
              <a:ext uri="{FF2B5EF4-FFF2-40B4-BE49-F238E27FC236}">
                <a16:creationId xmlns:a16="http://schemas.microsoft.com/office/drawing/2014/main" id="{83C375B8-9D52-48FF-B9DE-8BD6EEC3AB3E}"/>
              </a:ext>
            </a:extLst>
          </p:cNvPr>
          <p:cNvSpPr>
            <a:spLocks noGrp="1"/>
          </p:cNvSpPr>
          <p:nvPr>
            <p:ph type="dt" sz="half" idx="25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6" name="Picture 29">
            <a:extLst>
              <a:ext uri="{FF2B5EF4-FFF2-40B4-BE49-F238E27FC236}">
                <a16:creationId xmlns:a16="http://schemas.microsoft.com/office/drawing/2014/main" id="{06B3FA51-6198-F6A8-3100-4DFE4BE5BA2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371475" y="6169025"/>
            <a:ext cx="1299398" cy="320399"/>
          </a:xfrm>
          <a:prstGeom prst="rect">
            <a:avLst/>
          </a:prstGeom>
        </p:spPr>
      </p:pic>
      <p:sp>
        <p:nvSpPr>
          <p:cNvPr id="3" name="Footer Placeholder 10">
            <a:extLst>
              <a:ext uri="{FF2B5EF4-FFF2-40B4-BE49-F238E27FC236}">
                <a16:creationId xmlns:a16="http://schemas.microsoft.com/office/drawing/2014/main" id="{F740C60F-DC51-7FB8-C384-EBEAD3C1832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540625" y="6405563"/>
            <a:ext cx="3308349" cy="180974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r">
              <a:defRPr lang="en-GB" sz="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n-US"/>
              <a:t>Update header via slide master</a:t>
            </a:r>
          </a:p>
        </p:txBody>
      </p:sp>
      <p:sp>
        <p:nvSpPr>
          <p:cNvPr id="4" name="Slide Number Placeholder 11">
            <a:extLst>
              <a:ext uri="{FF2B5EF4-FFF2-40B4-BE49-F238E27FC236}">
                <a16:creationId xmlns:a16="http://schemas.microsoft.com/office/drawing/2014/main" id="{554E31F5-FC1C-E58C-E5C6-73D0141503A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0950" y="6403974"/>
            <a:ext cx="409575" cy="193676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r">
              <a:defRPr lang="en-GB" sz="7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E609CB8F-9537-1E4B-B955-6CC1563861C9}" type="slidenum">
              <a:rPr lang="en-VN" smtClean="0"/>
              <a:pPr/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2236270138"/>
      </p:ext>
    </p:extLst>
  </p:cSld>
  <p:clrMapOvr>
    <a:masterClrMapping/>
  </p:clrMapOvr>
</p:sldLayout>
</file>

<file path=ppt/slideLayouts/slideLayout15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reaker A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0476F36D-20D6-DA45-B57D-969664BC86BE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717113" y="0"/>
            <a:ext cx="6474887" cy="6861600"/>
          </a:xfrm>
          <a:custGeom>
            <a:avLst/>
            <a:gdLst>
              <a:gd name="connsiteX0" fmla="*/ 744887 w 6474887"/>
              <a:gd name="connsiteY0" fmla="*/ 0 h 6861600"/>
              <a:gd name="connsiteX1" fmla="*/ 6474887 w 6474887"/>
              <a:gd name="connsiteY1" fmla="*/ 0 h 6861600"/>
              <a:gd name="connsiteX2" fmla="*/ 6474887 w 6474887"/>
              <a:gd name="connsiteY2" fmla="*/ 6861600 h 6861600"/>
              <a:gd name="connsiteX3" fmla="*/ 0 w 6474887"/>
              <a:gd name="connsiteY3" fmla="*/ 6861600 h 6861600"/>
              <a:gd name="connsiteX4" fmla="*/ 0 w 6474887"/>
              <a:gd name="connsiteY4" fmla="*/ 6851785 h 6861600"/>
              <a:gd name="connsiteX5" fmla="*/ 144566 w 6474887"/>
              <a:gd name="connsiteY5" fmla="*/ 6823232 h 6861600"/>
              <a:gd name="connsiteX6" fmla="*/ 744887 w 6474887"/>
              <a:gd name="connsiteY6" fmla="*/ 6017690 h 686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474887" h="6861600">
                <a:moveTo>
                  <a:pt x="744887" y="0"/>
                </a:moveTo>
                <a:lnTo>
                  <a:pt x="6474887" y="0"/>
                </a:lnTo>
                <a:lnTo>
                  <a:pt x="6474887" y="6861600"/>
                </a:lnTo>
                <a:lnTo>
                  <a:pt x="0" y="6861600"/>
                </a:lnTo>
                <a:lnTo>
                  <a:pt x="0" y="6851785"/>
                </a:lnTo>
                <a:lnTo>
                  <a:pt x="144566" y="6823232"/>
                </a:lnTo>
                <a:cubicBezTo>
                  <a:pt x="491724" y="6719960"/>
                  <a:pt x="744887" y="6398390"/>
                  <a:pt x="744887" y="6017690"/>
                </a:cubicBezTo>
                <a:close/>
              </a:path>
            </a:pathLst>
          </a:custGeom>
          <a:solidFill>
            <a:srgbClr val="CFCFCF"/>
          </a:solidFill>
        </p:spPr>
        <p:txBody>
          <a:bodyPr wrap="square" tIns="72000" anchor="t" anchorCtr="0">
            <a:noAutofit/>
          </a:bodyPr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1200">
                <a:solidFill>
                  <a:schemeClr val="bg1"/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Click here and insert picture</a:t>
            </a:r>
          </a:p>
        </p:txBody>
      </p:sp>
      <p:sp>
        <p:nvSpPr>
          <p:cNvPr id="4" name="Freeform 3">
            <a:extLst>
              <a:ext uri="{FF2B5EF4-FFF2-40B4-BE49-F238E27FC236}">
                <a16:creationId xmlns:a16="http://schemas.microsoft.com/office/drawing/2014/main" id="{7DCD57E8-2CA4-5403-8D3A-B46A117F1865}"/>
              </a:ext>
            </a:extLst>
          </p:cNvPr>
          <p:cNvSpPr/>
          <p:nvPr userDrawn="1"/>
        </p:nvSpPr>
        <p:spPr>
          <a:xfrm>
            <a:off x="-13462" y="0"/>
            <a:ext cx="6109462" cy="6858000"/>
          </a:xfrm>
          <a:custGeom>
            <a:avLst/>
            <a:gdLst>
              <a:gd name="connsiteX0" fmla="*/ 0 w 6109462"/>
              <a:gd name="connsiteY0" fmla="*/ 0 h 6858000"/>
              <a:gd name="connsiteX1" fmla="*/ 4140200 w 6109462"/>
              <a:gd name="connsiteY1" fmla="*/ 0 h 6858000"/>
              <a:gd name="connsiteX2" fmla="*/ 4457700 w 6109462"/>
              <a:gd name="connsiteY2" fmla="*/ 0 h 6858000"/>
              <a:gd name="connsiteX3" fmla="*/ 6109462 w 6109462"/>
              <a:gd name="connsiteY3" fmla="*/ 0 h 6858000"/>
              <a:gd name="connsiteX4" fmla="*/ 6109462 w 6109462"/>
              <a:gd name="connsiteY4" fmla="*/ 4789046 h 6858000"/>
              <a:gd name="connsiteX5" fmla="*/ 6109462 w 6109462"/>
              <a:gd name="connsiteY5" fmla="*/ 4902200 h 6858000"/>
              <a:gd name="connsiteX6" fmla="*/ 6109462 w 6109462"/>
              <a:gd name="connsiteY6" fmla="*/ 6010018 h 6858000"/>
              <a:gd name="connsiteX7" fmla="*/ 5261480 w 6109462"/>
              <a:gd name="connsiteY7" fmla="*/ 6858000 h 6858000"/>
              <a:gd name="connsiteX8" fmla="*/ 4457700 w 6109462"/>
              <a:gd name="connsiteY8" fmla="*/ 6858000 h 6858000"/>
              <a:gd name="connsiteX9" fmla="*/ 4140200 w 6109462"/>
              <a:gd name="connsiteY9" fmla="*/ 6858000 h 6858000"/>
              <a:gd name="connsiteX10" fmla="*/ 4048382 w 6109462"/>
              <a:gd name="connsiteY10" fmla="*/ 6858000 h 6858000"/>
              <a:gd name="connsiteX11" fmla="*/ 3730882 w 6109462"/>
              <a:gd name="connsiteY11" fmla="*/ 6858000 h 6858000"/>
              <a:gd name="connsiteX12" fmla="*/ 0 w 6109462"/>
              <a:gd name="connsiteY12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6109462" h="6858000">
                <a:moveTo>
                  <a:pt x="0" y="0"/>
                </a:moveTo>
                <a:lnTo>
                  <a:pt x="4140200" y="0"/>
                </a:lnTo>
                <a:lnTo>
                  <a:pt x="4457700" y="0"/>
                </a:lnTo>
                <a:lnTo>
                  <a:pt x="6109462" y="0"/>
                </a:lnTo>
                <a:lnTo>
                  <a:pt x="6109462" y="4789046"/>
                </a:lnTo>
                <a:lnTo>
                  <a:pt x="6109462" y="4902200"/>
                </a:lnTo>
                <a:lnTo>
                  <a:pt x="6109462" y="6010018"/>
                </a:lnTo>
                <a:cubicBezTo>
                  <a:pt x="6109462" y="6478346"/>
                  <a:pt x="5729808" y="6858000"/>
                  <a:pt x="5261480" y="6858000"/>
                </a:cubicBezTo>
                <a:lnTo>
                  <a:pt x="4457700" y="6858000"/>
                </a:lnTo>
                <a:lnTo>
                  <a:pt x="4140200" y="6858000"/>
                </a:lnTo>
                <a:lnTo>
                  <a:pt x="4048382" y="6858000"/>
                </a:lnTo>
                <a:lnTo>
                  <a:pt x="3730882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237600" tIns="237600" rIns="237600" bIns="237600" rtlCol="0" anchor="ctr">
            <a:noAutofit/>
          </a:bodyPr>
          <a:lstStyle/>
          <a:p>
            <a:pPr algn="ctr"/>
            <a:endParaRPr lang="en-001" sz="2000" noProof="0" err="1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371476" y="368300"/>
            <a:ext cx="5368421" cy="1816100"/>
          </a:xfrm>
        </p:spPr>
        <p:txBody>
          <a:bodyPr anchor="t"/>
          <a:lstStyle>
            <a:lvl1pPr algn="l">
              <a:defRPr sz="6600">
                <a:solidFill>
                  <a:schemeClr val="bg1"/>
                </a:solidFill>
              </a:defRPr>
            </a:lvl1pPr>
          </a:lstStyle>
          <a:p>
            <a:r>
              <a:rPr lang="en-GB"/>
              <a:t>Click to add title</a:t>
            </a:r>
          </a:p>
        </p:txBody>
      </p:sp>
      <p:pic>
        <p:nvPicPr>
          <p:cNvPr id="3" name="Picture 29">
            <a:extLst>
              <a:ext uri="{FF2B5EF4-FFF2-40B4-BE49-F238E27FC236}">
                <a16:creationId xmlns:a16="http://schemas.microsoft.com/office/drawing/2014/main" id="{C08B9667-A40C-1FC7-3C31-73B7EC77AF1C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371475" y="6165850"/>
            <a:ext cx="1299398" cy="320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3721590"/>
      </p:ext>
    </p:extLst>
  </p:cSld>
  <p:clrMapOvr>
    <a:masterClrMapping/>
  </p:clrMapOvr>
</p:sldLayout>
</file>

<file path=ppt/slideLayouts/slideLayout15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reaker B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>
            <a:extLst>
              <a:ext uri="{FF2B5EF4-FFF2-40B4-BE49-F238E27FC236}">
                <a16:creationId xmlns:a16="http://schemas.microsoft.com/office/drawing/2014/main" id="{3DD774AC-27F4-EDB1-885A-6AD6E6F42CD9}"/>
              </a:ext>
            </a:extLst>
          </p:cNvPr>
          <p:cNvSpPr/>
          <p:nvPr userDrawn="1"/>
        </p:nvSpPr>
        <p:spPr>
          <a:xfrm>
            <a:off x="-13462" y="0"/>
            <a:ext cx="6109462" cy="6858000"/>
          </a:xfrm>
          <a:custGeom>
            <a:avLst/>
            <a:gdLst>
              <a:gd name="connsiteX0" fmla="*/ 0 w 6109462"/>
              <a:gd name="connsiteY0" fmla="*/ 0 h 6858000"/>
              <a:gd name="connsiteX1" fmla="*/ 4140200 w 6109462"/>
              <a:gd name="connsiteY1" fmla="*/ 0 h 6858000"/>
              <a:gd name="connsiteX2" fmla="*/ 4457700 w 6109462"/>
              <a:gd name="connsiteY2" fmla="*/ 0 h 6858000"/>
              <a:gd name="connsiteX3" fmla="*/ 6109462 w 6109462"/>
              <a:gd name="connsiteY3" fmla="*/ 0 h 6858000"/>
              <a:gd name="connsiteX4" fmla="*/ 6109462 w 6109462"/>
              <a:gd name="connsiteY4" fmla="*/ 4789046 h 6858000"/>
              <a:gd name="connsiteX5" fmla="*/ 6109462 w 6109462"/>
              <a:gd name="connsiteY5" fmla="*/ 4902200 h 6858000"/>
              <a:gd name="connsiteX6" fmla="*/ 6109462 w 6109462"/>
              <a:gd name="connsiteY6" fmla="*/ 6010018 h 6858000"/>
              <a:gd name="connsiteX7" fmla="*/ 5261480 w 6109462"/>
              <a:gd name="connsiteY7" fmla="*/ 6858000 h 6858000"/>
              <a:gd name="connsiteX8" fmla="*/ 4457700 w 6109462"/>
              <a:gd name="connsiteY8" fmla="*/ 6858000 h 6858000"/>
              <a:gd name="connsiteX9" fmla="*/ 4140200 w 6109462"/>
              <a:gd name="connsiteY9" fmla="*/ 6858000 h 6858000"/>
              <a:gd name="connsiteX10" fmla="*/ 4048382 w 6109462"/>
              <a:gd name="connsiteY10" fmla="*/ 6858000 h 6858000"/>
              <a:gd name="connsiteX11" fmla="*/ 3730882 w 6109462"/>
              <a:gd name="connsiteY11" fmla="*/ 6858000 h 6858000"/>
              <a:gd name="connsiteX12" fmla="*/ 0 w 6109462"/>
              <a:gd name="connsiteY12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6109462" h="6858000">
                <a:moveTo>
                  <a:pt x="0" y="0"/>
                </a:moveTo>
                <a:lnTo>
                  <a:pt x="4140200" y="0"/>
                </a:lnTo>
                <a:lnTo>
                  <a:pt x="4457700" y="0"/>
                </a:lnTo>
                <a:lnTo>
                  <a:pt x="6109462" y="0"/>
                </a:lnTo>
                <a:lnTo>
                  <a:pt x="6109462" y="4789046"/>
                </a:lnTo>
                <a:lnTo>
                  <a:pt x="6109462" y="4902200"/>
                </a:lnTo>
                <a:lnTo>
                  <a:pt x="6109462" y="6010018"/>
                </a:lnTo>
                <a:cubicBezTo>
                  <a:pt x="6109462" y="6478346"/>
                  <a:pt x="5729808" y="6858000"/>
                  <a:pt x="5261480" y="6858000"/>
                </a:cubicBezTo>
                <a:lnTo>
                  <a:pt x="4457700" y="6858000"/>
                </a:lnTo>
                <a:lnTo>
                  <a:pt x="4140200" y="6858000"/>
                </a:lnTo>
                <a:lnTo>
                  <a:pt x="4048382" y="6858000"/>
                </a:lnTo>
                <a:lnTo>
                  <a:pt x="3730882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237600" tIns="237600" rIns="237600" bIns="237600" rtlCol="0" anchor="ctr">
            <a:noAutofit/>
          </a:bodyPr>
          <a:lstStyle/>
          <a:p>
            <a:pPr algn="ctr"/>
            <a:endParaRPr lang="en-001" sz="2000" noProof="0" err="1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371476" y="368300"/>
            <a:ext cx="5368422" cy="1816100"/>
          </a:xfrm>
        </p:spPr>
        <p:txBody>
          <a:bodyPr anchor="t"/>
          <a:lstStyle>
            <a:lvl1pPr algn="l">
              <a:defRPr sz="6600">
                <a:solidFill>
                  <a:schemeClr val="tx1"/>
                </a:solidFill>
              </a:defRPr>
            </a:lvl1pPr>
          </a:lstStyle>
          <a:p>
            <a:r>
              <a:rPr lang="en-GB"/>
              <a:t>Click to add title</a:t>
            </a:r>
          </a:p>
        </p:txBody>
      </p:sp>
      <p:pic>
        <p:nvPicPr>
          <p:cNvPr id="3" name="Picture 29">
            <a:extLst>
              <a:ext uri="{FF2B5EF4-FFF2-40B4-BE49-F238E27FC236}">
                <a16:creationId xmlns:a16="http://schemas.microsoft.com/office/drawing/2014/main" id="{92ABDFE2-43F2-D5B2-8969-89C9E4B81F9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371475" y="6169025"/>
            <a:ext cx="1299398" cy="320399"/>
          </a:xfrm>
          <a:prstGeom prst="rect">
            <a:avLst/>
          </a:prstGeom>
        </p:spPr>
      </p:pic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386A6F5A-DFF5-3724-9BC8-FBFC348AC82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718314" y="0"/>
            <a:ext cx="6474887" cy="6861600"/>
          </a:xfrm>
          <a:custGeom>
            <a:avLst/>
            <a:gdLst>
              <a:gd name="connsiteX0" fmla="*/ 744887 w 6474887"/>
              <a:gd name="connsiteY0" fmla="*/ 0 h 6861600"/>
              <a:gd name="connsiteX1" fmla="*/ 6474887 w 6474887"/>
              <a:gd name="connsiteY1" fmla="*/ 0 h 6861600"/>
              <a:gd name="connsiteX2" fmla="*/ 6474887 w 6474887"/>
              <a:gd name="connsiteY2" fmla="*/ 6861600 h 6861600"/>
              <a:gd name="connsiteX3" fmla="*/ 0 w 6474887"/>
              <a:gd name="connsiteY3" fmla="*/ 6861600 h 6861600"/>
              <a:gd name="connsiteX4" fmla="*/ 0 w 6474887"/>
              <a:gd name="connsiteY4" fmla="*/ 6851785 h 6861600"/>
              <a:gd name="connsiteX5" fmla="*/ 144566 w 6474887"/>
              <a:gd name="connsiteY5" fmla="*/ 6823232 h 6861600"/>
              <a:gd name="connsiteX6" fmla="*/ 744887 w 6474887"/>
              <a:gd name="connsiteY6" fmla="*/ 6017690 h 686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474887" h="6861600">
                <a:moveTo>
                  <a:pt x="744887" y="0"/>
                </a:moveTo>
                <a:lnTo>
                  <a:pt x="6474887" y="0"/>
                </a:lnTo>
                <a:lnTo>
                  <a:pt x="6474887" y="6861600"/>
                </a:lnTo>
                <a:lnTo>
                  <a:pt x="0" y="6861600"/>
                </a:lnTo>
                <a:lnTo>
                  <a:pt x="0" y="6851785"/>
                </a:lnTo>
                <a:lnTo>
                  <a:pt x="144566" y="6823232"/>
                </a:lnTo>
                <a:cubicBezTo>
                  <a:pt x="491724" y="6719960"/>
                  <a:pt x="744887" y="6398390"/>
                  <a:pt x="744887" y="6017690"/>
                </a:cubicBezTo>
                <a:close/>
              </a:path>
            </a:pathLst>
          </a:custGeom>
          <a:solidFill>
            <a:srgbClr val="CFCFCF"/>
          </a:solidFill>
        </p:spPr>
        <p:txBody>
          <a:bodyPr wrap="square" tIns="72000" anchor="t" anchorCtr="0">
            <a:noAutofit/>
          </a:bodyPr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1200">
                <a:solidFill>
                  <a:schemeClr val="bg1"/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Click here and insert picture</a:t>
            </a:r>
          </a:p>
        </p:txBody>
      </p:sp>
    </p:spTree>
    <p:extLst>
      <p:ext uri="{BB962C8B-B14F-4D97-AF65-F5344CB8AC3E}">
        <p14:creationId xmlns:p14="http://schemas.microsoft.com/office/powerpoint/2010/main" val="1665566311"/>
      </p:ext>
    </p:extLst>
  </p:cSld>
  <p:clrMapOvr>
    <a:masterClrMapping/>
  </p:clrMapOvr>
</p:sldLayout>
</file>

<file path=ppt/slideLayouts/slideLayout15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Quote A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" name="Picture 29">
            <a:extLst>
              <a:ext uri="{FF2B5EF4-FFF2-40B4-BE49-F238E27FC236}">
                <a16:creationId xmlns:a16="http://schemas.microsoft.com/office/drawing/2014/main" id="{5875405E-CCCA-5066-A2F0-05D63A785ED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371476" y="6169025"/>
            <a:ext cx="1299395" cy="320399"/>
          </a:xfrm>
          <a:prstGeom prst="rect">
            <a:avLst/>
          </a:prstGeom>
        </p:spPr>
      </p:pic>
      <p:sp>
        <p:nvSpPr>
          <p:cNvPr id="11" name="Freeform 10">
            <a:extLst>
              <a:ext uri="{FF2B5EF4-FFF2-40B4-BE49-F238E27FC236}">
                <a16:creationId xmlns:a16="http://schemas.microsoft.com/office/drawing/2014/main" id="{BAC9BEDA-8D5D-B074-13F1-8720C4850339}"/>
              </a:ext>
            </a:extLst>
          </p:cNvPr>
          <p:cNvSpPr/>
          <p:nvPr userDrawn="1"/>
        </p:nvSpPr>
        <p:spPr>
          <a:xfrm rot="10800000">
            <a:off x="6097935" y="0"/>
            <a:ext cx="6094065" cy="6858000"/>
          </a:xfrm>
          <a:custGeom>
            <a:avLst/>
            <a:gdLst>
              <a:gd name="connsiteX0" fmla="*/ 5253764 w 6094065"/>
              <a:gd name="connsiteY0" fmla="*/ 6858000 h 6858000"/>
              <a:gd name="connsiteX1" fmla="*/ 4457700 w 6094065"/>
              <a:gd name="connsiteY1" fmla="*/ 6858000 h 6858000"/>
              <a:gd name="connsiteX2" fmla="*/ 4140200 w 6094065"/>
              <a:gd name="connsiteY2" fmla="*/ 6858000 h 6858000"/>
              <a:gd name="connsiteX3" fmla="*/ 4048382 w 6094065"/>
              <a:gd name="connsiteY3" fmla="*/ 6858000 h 6858000"/>
              <a:gd name="connsiteX4" fmla="*/ 3730882 w 6094065"/>
              <a:gd name="connsiteY4" fmla="*/ 6858000 h 6858000"/>
              <a:gd name="connsiteX5" fmla="*/ 0 w 6094065"/>
              <a:gd name="connsiteY5" fmla="*/ 6858000 h 6858000"/>
              <a:gd name="connsiteX6" fmla="*/ 0 w 6094065"/>
              <a:gd name="connsiteY6" fmla="*/ 0 h 6858000"/>
              <a:gd name="connsiteX7" fmla="*/ 4140200 w 6094065"/>
              <a:gd name="connsiteY7" fmla="*/ 0 h 6858000"/>
              <a:gd name="connsiteX8" fmla="*/ 4457700 w 6094065"/>
              <a:gd name="connsiteY8" fmla="*/ 0 h 6858000"/>
              <a:gd name="connsiteX9" fmla="*/ 6094065 w 6094065"/>
              <a:gd name="connsiteY9" fmla="*/ 0 h 6858000"/>
              <a:gd name="connsiteX10" fmla="*/ 6094065 w 6094065"/>
              <a:gd name="connsiteY10" fmla="*/ 6017690 h 6858000"/>
              <a:gd name="connsiteX11" fmla="*/ 5339671 w 6094065"/>
              <a:gd name="connsiteY11" fmla="*/ 6853662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094065" h="6858000">
                <a:moveTo>
                  <a:pt x="5253764" y="6858000"/>
                </a:moveTo>
                <a:lnTo>
                  <a:pt x="4457700" y="6858000"/>
                </a:lnTo>
                <a:lnTo>
                  <a:pt x="4140200" y="6858000"/>
                </a:lnTo>
                <a:lnTo>
                  <a:pt x="4048382" y="6858000"/>
                </a:lnTo>
                <a:lnTo>
                  <a:pt x="3730882" y="6858000"/>
                </a:lnTo>
                <a:lnTo>
                  <a:pt x="0" y="6858000"/>
                </a:lnTo>
                <a:lnTo>
                  <a:pt x="0" y="0"/>
                </a:lnTo>
                <a:lnTo>
                  <a:pt x="4140200" y="0"/>
                </a:lnTo>
                <a:lnTo>
                  <a:pt x="4457700" y="0"/>
                </a:lnTo>
                <a:lnTo>
                  <a:pt x="6094065" y="0"/>
                </a:lnTo>
                <a:lnTo>
                  <a:pt x="6094065" y="6017690"/>
                </a:lnTo>
                <a:cubicBezTo>
                  <a:pt x="6094065" y="6452775"/>
                  <a:pt x="5763403" y="6810630"/>
                  <a:pt x="5339671" y="6853662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237600" tIns="237600" rIns="237600" bIns="237600" rtlCol="0" anchor="ctr">
            <a:noAutofit/>
          </a:bodyPr>
          <a:lstStyle/>
          <a:p>
            <a:pPr algn="ctr"/>
            <a:endParaRPr lang="en-001" sz="2000" noProof="0" err="1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6596063" y="1843499"/>
            <a:ext cx="5094287" cy="3171001"/>
          </a:xfrm>
        </p:spPr>
        <p:txBody>
          <a:bodyPr anchor="t"/>
          <a:lstStyle>
            <a:lvl1pPr algn="l">
              <a:defRPr sz="3200" spc="-150">
                <a:solidFill>
                  <a:schemeClr val="bg1"/>
                </a:solidFill>
              </a:defRPr>
            </a:lvl1pPr>
          </a:lstStyle>
          <a:p>
            <a:r>
              <a:rPr lang="en-GB"/>
              <a:t>Click to add quote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73E1AA2A-FE59-26F8-5F42-C972CA502EE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596063" y="5055012"/>
            <a:ext cx="5094287" cy="459086"/>
          </a:xfrm>
        </p:spPr>
        <p:txBody>
          <a:bodyPr anchor="b" anchorCtr="0"/>
          <a:lstStyle>
            <a:lvl1pPr marL="0" indent="0">
              <a:lnSpc>
                <a:spcPts val="1300"/>
              </a:lnSpc>
              <a:buFontTx/>
              <a:buNone/>
              <a:defRPr sz="1400">
                <a:solidFill>
                  <a:schemeClr val="bg1"/>
                </a:solidFill>
                <a:latin typeface="+mj-lt"/>
              </a:defRPr>
            </a:lvl1pPr>
            <a:lvl2pPr marL="180000" indent="0">
              <a:buFontTx/>
              <a:buNone/>
              <a:defRPr sz="1400">
                <a:solidFill>
                  <a:schemeClr val="bg1"/>
                </a:solidFill>
                <a:latin typeface="+mj-lt"/>
              </a:defRPr>
            </a:lvl2pPr>
            <a:lvl3pPr marL="360000" indent="0">
              <a:buFontTx/>
              <a:buNone/>
              <a:defRPr sz="1400">
                <a:solidFill>
                  <a:schemeClr val="bg1"/>
                </a:solidFill>
                <a:latin typeface="+mj-lt"/>
              </a:defRPr>
            </a:lvl3pPr>
            <a:lvl4pPr>
              <a:buFontTx/>
              <a:buNone/>
              <a:defRPr sz="1400">
                <a:solidFill>
                  <a:schemeClr val="bg1"/>
                </a:solidFill>
                <a:latin typeface="+mj-lt"/>
              </a:defRPr>
            </a:lvl4pPr>
            <a:lvl5pPr>
              <a:buFontTx/>
              <a:buNone/>
              <a:defRPr sz="1400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add name</a:t>
            </a:r>
            <a:endParaRPr lang="en-001"/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DE1E942D-3262-AEC6-B74F-67FE71EA3784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-1" y="0"/>
            <a:ext cx="6569102" cy="6861600"/>
          </a:xfrm>
          <a:custGeom>
            <a:avLst/>
            <a:gdLst>
              <a:gd name="connsiteX0" fmla="*/ 1278394 w 6569102"/>
              <a:gd name="connsiteY0" fmla="*/ 6290509 h 6861600"/>
              <a:gd name="connsiteX1" fmla="*/ 1341368 w 6569102"/>
              <a:gd name="connsiteY1" fmla="*/ 6290509 h 6861600"/>
              <a:gd name="connsiteX2" fmla="*/ 1341368 w 6569102"/>
              <a:gd name="connsiteY2" fmla="*/ 6323884 h 6861600"/>
              <a:gd name="connsiteX3" fmla="*/ 1278394 w 6569102"/>
              <a:gd name="connsiteY3" fmla="*/ 6323884 h 6861600"/>
              <a:gd name="connsiteX4" fmla="*/ 1015853 w 6569102"/>
              <a:gd name="connsiteY4" fmla="*/ 6289174 h 6861600"/>
              <a:gd name="connsiteX5" fmla="*/ 1038027 w 6569102"/>
              <a:gd name="connsiteY5" fmla="*/ 6343909 h 6861600"/>
              <a:gd name="connsiteX6" fmla="*/ 993679 w 6569102"/>
              <a:gd name="connsiteY6" fmla="*/ 6343909 h 6861600"/>
              <a:gd name="connsiteX7" fmla="*/ 1542264 w 6569102"/>
              <a:gd name="connsiteY7" fmla="*/ 6265589 h 6861600"/>
              <a:gd name="connsiteX8" fmla="*/ 1542264 w 6569102"/>
              <a:gd name="connsiteY8" fmla="*/ 6393304 h 6861600"/>
              <a:gd name="connsiteX9" fmla="*/ 1572864 w 6569102"/>
              <a:gd name="connsiteY9" fmla="*/ 6393304 h 6861600"/>
              <a:gd name="connsiteX10" fmla="*/ 1572864 w 6569102"/>
              <a:gd name="connsiteY10" fmla="*/ 6334564 h 6861600"/>
              <a:gd name="connsiteX11" fmla="*/ 1630517 w 6569102"/>
              <a:gd name="connsiteY11" fmla="*/ 6393304 h 6861600"/>
              <a:gd name="connsiteX12" fmla="*/ 1672647 w 6569102"/>
              <a:gd name="connsiteY12" fmla="*/ 6393304 h 6861600"/>
              <a:gd name="connsiteX13" fmla="*/ 1603021 w 6569102"/>
              <a:gd name="connsiteY13" fmla="*/ 6325219 h 6861600"/>
              <a:gd name="connsiteX14" fmla="*/ 1669986 w 6569102"/>
              <a:gd name="connsiteY14" fmla="*/ 6265589 h 6861600"/>
              <a:gd name="connsiteX15" fmla="*/ 1629186 w 6569102"/>
              <a:gd name="connsiteY15" fmla="*/ 6265589 h 6861600"/>
              <a:gd name="connsiteX16" fmla="*/ 1572864 w 6569102"/>
              <a:gd name="connsiteY16" fmla="*/ 6317209 h 6861600"/>
              <a:gd name="connsiteX17" fmla="*/ 1572864 w 6569102"/>
              <a:gd name="connsiteY17" fmla="*/ 6265589 h 6861600"/>
              <a:gd name="connsiteX18" fmla="*/ 1248237 w 6569102"/>
              <a:gd name="connsiteY18" fmla="*/ 6265589 h 6861600"/>
              <a:gd name="connsiteX19" fmla="*/ 1248237 w 6569102"/>
              <a:gd name="connsiteY19" fmla="*/ 6393304 h 6861600"/>
              <a:gd name="connsiteX20" fmla="*/ 1278394 w 6569102"/>
              <a:gd name="connsiteY20" fmla="*/ 6393304 h 6861600"/>
              <a:gd name="connsiteX21" fmla="*/ 1278394 w 6569102"/>
              <a:gd name="connsiteY21" fmla="*/ 6349249 h 6861600"/>
              <a:gd name="connsiteX22" fmla="*/ 1311211 w 6569102"/>
              <a:gd name="connsiteY22" fmla="*/ 6349249 h 6861600"/>
              <a:gd name="connsiteX23" fmla="*/ 1338707 w 6569102"/>
              <a:gd name="connsiteY23" fmla="*/ 6393304 h 6861600"/>
              <a:gd name="connsiteX24" fmla="*/ 1371525 w 6569102"/>
              <a:gd name="connsiteY24" fmla="*/ 6393304 h 6861600"/>
              <a:gd name="connsiteX25" fmla="*/ 1342698 w 6569102"/>
              <a:gd name="connsiteY25" fmla="*/ 6349249 h 6861600"/>
              <a:gd name="connsiteX26" fmla="*/ 1345359 w 6569102"/>
              <a:gd name="connsiteY26" fmla="*/ 6349249 h 6861600"/>
              <a:gd name="connsiteX27" fmla="*/ 1370194 w 6569102"/>
              <a:gd name="connsiteY27" fmla="*/ 6329224 h 6861600"/>
              <a:gd name="connsiteX28" fmla="*/ 1370194 w 6569102"/>
              <a:gd name="connsiteY28" fmla="*/ 6286949 h 6861600"/>
              <a:gd name="connsiteX29" fmla="*/ 1349351 w 6569102"/>
              <a:gd name="connsiteY29" fmla="*/ 6265589 h 6861600"/>
              <a:gd name="connsiteX30" fmla="*/ 1104992 w 6569102"/>
              <a:gd name="connsiteY30" fmla="*/ 6265589 h 6861600"/>
              <a:gd name="connsiteX31" fmla="*/ 1104992 w 6569102"/>
              <a:gd name="connsiteY31" fmla="*/ 6393304 h 6861600"/>
              <a:gd name="connsiteX32" fmla="*/ 1226062 w 6569102"/>
              <a:gd name="connsiteY32" fmla="*/ 6393304 h 6861600"/>
              <a:gd name="connsiteX33" fmla="*/ 1226062 w 6569102"/>
              <a:gd name="connsiteY33" fmla="*/ 6367939 h 6861600"/>
              <a:gd name="connsiteX34" fmla="*/ 1133818 w 6569102"/>
              <a:gd name="connsiteY34" fmla="*/ 6367939 h 6861600"/>
              <a:gd name="connsiteX35" fmla="*/ 1133818 w 6569102"/>
              <a:gd name="connsiteY35" fmla="*/ 6341239 h 6861600"/>
              <a:gd name="connsiteX36" fmla="*/ 1212758 w 6569102"/>
              <a:gd name="connsiteY36" fmla="*/ 6341239 h 6861600"/>
              <a:gd name="connsiteX37" fmla="*/ 1212758 w 6569102"/>
              <a:gd name="connsiteY37" fmla="*/ 6315874 h 6861600"/>
              <a:gd name="connsiteX38" fmla="*/ 1133818 w 6569102"/>
              <a:gd name="connsiteY38" fmla="*/ 6315874 h 6861600"/>
              <a:gd name="connsiteX39" fmla="*/ 1133818 w 6569102"/>
              <a:gd name="connsiteY39" fmla="*/ 6290509 h 6861600"/>
              <a:gd name="connsiteX40" fmla="*/ 1224732 w 6569102"/>
              <a:gd name="connsiteY40" fmla="*/ 6290509 h 6861600"/>
              <a:gd name="connsiteX41" fmla="*/ 1224732 w 6569102"/>
              <a:gd name="connsiteY41" fmla="*/ 6265589 h 6861600"/>
              <a:gd name="connsiteX42" fmla="*/ 995896 w 6569102"/>
              <a:gd name="connsiteY42" fmla="*/ 6265589 h 6861600"/>
              <a:gd name="connsiteX43" fmla="*/ 939574 w 6569102"/>
              <a:gd name="connsiteY43" fmla="*/ 6393304 h 6861600"/>
              <a:gd name="connsiteX44" fmla="*/ 972392 w 6569102"/>
              <a:gd name="connsiteY44" fmla="*/ 6393304 h 6861600"/>
              <a:gd name="connsiteX45" fmla="*/ 983035 w 6569102"/>
              <a:gd name="connsiteY45" fmla="*/ 6367939 h 6861600"/>
              <a:gd name="connsiteX46" fmla="*/ 1048670 w 6569102"/>
              <a:gd name="connsiteY46" fmla="*/ 6367939 h 6861600"/>
              <a:gd name="connsiteX47" fmla="*/ 1060644 w 6569102"/>
              <a:gd name="connsiteY47" fmla="*/ 6393304 h 6861600"/>
              <a:gd name="connsiteX48" fmla="*/ 1092131 w 6569102"/>
              <a:gd name="connsiteY48" fmla="*/ 6393304 h 6861600"/>
              <a:gd name="connsiteX49" fmla="*/ 1035366 w 6569102"/>
              <a:gd name="connsiteY49" fmla="*/ 6265589 h 6861600"/>
              <a:gd name="connsiteX50" fmla="*/ 778147 w 6569102"/>
              <a:gd name="connsiteY50" fmla="*/ 6265589 h 6861600"/>
              <a:gd name="connsiteX51" fmla="*/ 778147 w 6569102"/>
              <a:gd name="connsiteY51" fmla="*/ 6393304 h 6861600"/>
              <a:gd name="connsiteX52" fmla="*/ 805643 w 6569102"/>
              <a:gd name="connsiteY52" fmla="*/ 6393304 h 6861600"/>
              <a:gd name="connsiteX53" fmla="*/ 805643 w 6569102"/>
              <a:gd name="connsiteY53" fmla="*/ 6319879 h 6861600"/>
              <a:gd name="connsiteX54" fmla="*/ 838460 w 6569102"/>
              <a:gd name="connsiteY54" fmla="*/ 6393304 h 6861600"/>
              <a:gd name="connsiteX55" fmla="*/ 867287 w 6569102"/>
              <a:gd name="connsiteY55" fmla="*/ 6393304 h 6861600"/>
              <a:gd name="connsiteX56" fmla="*/ 900104 w 6569102"/>
              <a:gd name="connsiteY56" fmla="*/ 6318544 h 6861600"/>
              <a:gd name="connsiteX57" fmla="*/ 900104 w 6569102"/>
              <a:gd name="connsiteY57" fmla="*/ 6393304 h 6861600"/>
              <a:gd name="connsiteX58" fmla="*/ 927600 w 6569102"/>
              <a:gd name="connsiteY58" fmla="*/ 6393304 h 6861600"/>
              <a:gd name="connsiteX59" fmla="*/ 927600 w 6569102"/>
              <a:gd name="connsiteY59" fmla="*/ 6265589 h 6861600"/>
              <a:gd name="connsiteX60" fmla="*/ 894782 w 6569102"/>
              <a:gd name="connsiteY60" fmla="*/ 6265589 h 6861600"/>
              <a:gd name="connsiteX61" fmla="*/ 852652 w 6569102"/>
              <a:gd name="connsiteY61" fmla="*/ 6361264 h 6861600"/>
              <a:gd name="connsiteX62" fmla="*/ 810965 w 6569102"/>
              <a:gd name="connsiteY62" fmla="*/ 6265589 h 6861600"/>
              <a:gd name="connsiteX63" fmla="*/ 1414986 w 6569102"/>
              <a:gd name="connsiteY63" fmla="*/ 6265144 h 6861600"/>
              <a:gd name="connsiteX64" fmla="*/ 1395472 w 6569102"/>
              <a:gd name="connsiteY64" fmla="*/ 6285169 h 6861600"/>
              <a:gd name="connsiteX65" fmla="*/ 1395472 w 6569102"/>
              <a:gd name="connsiteY65" fmla="*/ 6322549 h 6861600"/>
              <a:gd name="connsiteX66" fmla="*/ 1414986 w 6569102"/>
              <a:gd name="connsiteY66" fmla="*/ 6341239 h 6861600"/>
              <a:gd name="connsiteX67" fmla="*/ 1485942 w 6569102"/>
              <a:gd name="connsiteY67" fmla="*/ 6341239 h 6861600"/>
              <a:gd name="connsiteX68" fmla="*/ 1485942 w 6569102"/>
              <a:gd name="connsiteY68" fmla="*/ 6367939 h 6861600"/>
              <a:gd name="connsiteX69" fmla="*/ 1424299 w 6569102"/>
              <a:gd name="connsiteY69" fmla="*/ 6367939 h 6861600"/>
              <a:gd name="connsiteX70" fmla="*/ 1424299 w 6569102"/>
              <a:gd name="connsiteY70" fmla="*/ 6358594 h 6861600"/>
              <a:gd name="connsiteX71" fmla="*/ 1394142 w 6569102"/>
              <a:gd name="connsiteY71" fmla="*/ 6358594 h 6861600"/>
              <a:gd name="connsiteX72" fmla="*/ 1394142 w 6569102"/>
              <a:gd name="connsiteY72" fmla="*/ 6374614 h 6861600"/>
              <a:gd name="connsiteX73" fmla="*/ 1413655 w 6569102"/>
              <a:gd name="connsiteY73" fmla="*/ 6393304 h 6861600"/>
              <a:gd name="connsiteX74" fmla="*/ 1424299 w 6569102"/>
              <a:gd name="connsiteY74" fmla="*/ 6393304 h 6861600"/>
              <a:gd name="connsiteX75" fmla="*/ 1495256 w 6569102"/>
              <a:gd name="connsiteY75" fmla="*/ 6393304 h 6861600"/>
              <a:gd name="connsiteX76" fmla="*/ 1514769 w 6569102"/>
              <a:gd name="connsiteY76" fmla="*/ 6373279 h 6861600"/>
              <a:gd name="connsiteX77" fmla="*/ 1514769 w 6569102"/>
              <a:gd name="connsiteY77" fmla="*/ 6337234 h 6861600"/>
              <a:gd name="connsiteX78" fmla="*/ 1495256 w 6569102"/>
              <a:gd name="connsiteY78" fmla="*/ 6315874 h 6861600"/>
              <a:gd name="connsiteX79" fmla="*/ 1424299 w 6569102"/>
              <a:gd name="connsiteY79" fmla="*/ 6315874 h 6861600"/>
              <a:gd name="connsiteX80" fmla="*/ 1424299 w 6569102"/>
              <a:gd name="connsiteY80" fmla="*/ 6290509 h 6861600"/>
              <a:gd name="connsiteX81" fmla="*/ 1485942 w 6569102"/>
              <a:gd name="connsiteY81" fmla="*/ 6290509 h 6861600"/>
              <a:gd name="connsiteX82" fmla="*/ 1485942 w 6569102"/>
              <a:gd name="connsiteY82" fmla="*/ 6301189 h 6861600"/>
              <a:gd name="connsiteX83" fmla="*/ 1514769 w 6569102"/>
              <a:gd name="connsiteY83" fmla="*/ 6301189 h 6861600"/>
              <a:gd name="connsiteX84" fmla="*/ 1514769 w 6569102"/>
              <a:gd name="connsiteY84" fmla="*/ 6286504 h 6861600"/>
              <a:gd name="connsiteX85" fmla="*/ 1496586 w 6569102"/>
              <a:gd name="connsiteY85" fmla="*/ 6265144 h 6861600"/>
              <a:gd name="connsiteX86" fmla="*/ 418041 w 6569102"/>
              <a:gd name="connsiteY86" fmla="*/ 6184154 h 6861600"/>
              <a:gd name="connsiteX87" fmla="*/ 386554 w 6569102"/>
              <a:gd name="connsiteY87" fmla="*/ 6217529 h 6861600"/>
              <a:gd name="connsiteX88" fmla="*/ 386554 w 6569102"/>
              <a:gd name="connsiteY88" fmla="*/ 6441363 h 6861600"/>
              <a:gd name="connsiteX89" fmla="*/ 418041 w 6569102"/>
              <a:gd name="connsiteY89" fmla="*/ 6474738 h 6861600"/>
              <a:gd name="connsiteX90" fmla="*/ 624260 w 6569102"/>
              <a:gd name="connsiteY90" fmla="*/ 6474738 h 6861600"/>
              <a:gd name="connsiteX91" fmla="*/ 657077 w 6569102"/>
              <a:gd name="connsiteY91" fmla="*/ 6441363 h 6861600"/>
              <a:gd name="connsiteX92" fmla="*/ 657077 w 6569102"/>
              <a:gd name="connsiteY92" fmla="*/ 6431745 h 6861600"/>
              <a:gd name="connsiteX93" fmla="*/ 657077 w 6569102"/>
              <a:gd name="connsiteY93" fmla="*/ 6406389 h 6861600"/>
              <a:gd name="connsiteX94" fmla="*/ 657077 w 6569102"/>
              <a:gd name="connsiteY94" fmla="*/ 6370541 h 6861600"/>
              <a:gd name="connsiteX95" fmla="*/ 657077 w 6569102"/>
              <a:gd name="connsiteY95" fmla="*/ 6329446 h 6861600"/>
              <a:gd name="connsiteX96" fmla="*/ 657077 w 6569102"/>
              <a:gd name="connsiteY96" fmla="*/ 6288352 h 6861600"/>
              <a:gd name="connsiteX97" fmla="*/ 657077 w 6569102"/>
              <a:gd name="connsiteY97" fmla="*/ 6252503 h 6861600"/>
              <a:gd name="connsiteX98" fmla="*/ 657077 w 6569102"/>
              <a:gd name="connsiteY98" fmla="*/ 6227147 h 6861600"/>
              <a:gd name="connsiteX99" fmla="*/ 657077 w 6569102"/>
              <a:gd name="connsiteY99" fmla="*/ 6217529 h 6861600"/>
              <a:gd name="connsiteX100" fmla="*/ 624260 w 6569102"/>
              <a:gd name="connsiteY100" fmla="*/ 6184154 h 6861600"/>
              <a:gd name="connsiteX101" fmla="*/ 0 w 6569102"/>
              <a:gd name="connsiteY101" fmla="*/ 0 h 6861600"/>
              <a:gd name="connsiteX102" fmla="*/ 6569102 w 6569102"/>
              <a:gd name="connsiteY102" fmla="*/ 0 h 6861600"/>
              <a:gd name="connsiteX103" fmla="*/ 6483195 w 6569102"/>
              <a:gd name="connsiteY103" fmla="*/ 4338 h 6861600"/>
              <a:gd name="connsiteX104" fmla="*/ 5728801 w 6569102"/>
              <a:gd name="connsiteY104" fmla="*/ 840310 h 6861600"/>
              <a:gd name="connsiteX105" fmla="*/ 5728801 w 6569102"/>
              <a:gd name="connsiteY105" fmla="*/ 6861600 h 6861600"/>
              <a:gd name="connsiteX106" fmla="*/ 0 w 6569102"/>
              <a:gd name="connsiteY106" fmla="*/ 6861600 h 686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</a:cxnLst>
            <a:rect l="l" t="t" r="r" b="b"/>
            <a:pathLst>
              <a:path w="6569102" h="6861600">
                <a:moveTo>
                  <a:pt x="1278394" y="6290509"/>
                </a:moveTo>
                <a:lnTo>
                  <a:pt x="1341368" y="6290509"/>
                </a:lnTo>
                <a:lnTo>
                  <a:pt x="1341368" y="6323884"/>
                </a:lnTo>
                <a:lnTo>
                  <a:pt x="1278394" y="6323884"/>
                </a:lnTo>
                <a:close/>
                <a:moveTo>
                  <a:pt x="1015853" y="6289174"/>
                </a:moveTo>
                <a:lnTo>
                  <a:pt x="1038027" y="6343909"/>
                </a:lnTo>
                <a:lnTo>
                  <a:pt x="993679" y="6343909"/>
                </a:lnTo>
                <a:close/>
                <a:moveTo>
                  <a:pt x="1542264" y="6265589"/>
                </a:moveTo>
                <a:lnTo>
                  <a:pt x="1542264" y="6393304"/>
                </a:lnTo>
                <a:lnTo>
                  <a:pt x="1572864" y="6393304"/>
                </a:lnTo>
                <a:lnTo>
                  <a:pt x="1572864" y="6334564"/>
                </a:lnTo>
                <a:lnTo>
                  <a:pt x="1630517" y="6393304"/>
                </a:lnTo>
                <a:lnTo>
                  <a:pt x="1672647" y="6393304"/>
                </a:lnTo>
                <a:lnTo>
                  <a:pt x="1603021" y="6325219"/>
                </a:lnTo>
                <a:lnTo>
                  <a:pt x="1669986" y="6265589"/>
                </a:lnTo>
                <a:lnTo>
                  <a:pt x="1629186" y="6265589"/>
                </a:lnTo>
                <a:lnTo>
                  <a:pt x="1572864" y="6317209"/>
                </a:lnTo>
                <a:lnTo>
                  <a:pt x="1572864" y="6265589"/>
                </a:lnTo>
                <a:close/>
                <a:moveTo>
                  <a:pt x="1248237" y="6265589"/>
                </a:moveTo>
                <a:lnTo>
                  <a:pt x="1248237" y="6393304"/>
                </a:lnTo>
                <a:lnTo>
                  <a:pt x="1278394" y="6393304"/>
                </a:lnTo>
                <a:lnTo>
                  <a:pt x="1278394" y="6349249"/>
                </a:lnTo>
                <a:lnTo>
                  <a:pt x="1311211" y="6349249"/>
                </a:lnTo>
                <a:lnTo>
                  <a:pt x="1338707" y="6393304"/>
                </a:lnTo>
                <a:lnTo>
                  <a:pt x="1371525" y="6393304"/>
                </a:lnTo>
                <a:lnTo>
                  <a:pt x="1342698" y="6349249"/>
                </a:lnTo>
                <a:lnTo>
                  <a:pt x="1345359" y="6349249"/>
                </a:lnTo>
                <a:cubicBezTo>
                  <a:pt x="1362211" y="6349249"/>
                  <a:pt x="1370194" y="6339904"/>
                  <a:pt x="1370194" y="6329224"/>
                </a:cubicBezTo>
                <a:lnTo>
                  <a:pt x="1370194" y="6286949"/>
                </a:lnTo>
                <a:cubicBezTo>
                  <a:pt x="1370194" y="6273599"/>
                  <a:pt x="1362211" y="6265589"/>
                  <a:pt x="1349351" y="6265589"/>
                </a:cubicBezTo>
                <a:close/>
                <a:moveTo>
                  <a:pt x="1104992" y="6265589"/>
                </a:moveTo>
                <a:lnTo>
                  <a:pt x="1104992" y="6393304"/>
                </a:lnTo>
                <a:lnTo>
                  <a:pt x="1226062" y="6393304"/>
                </a:lnTo>
                <a:lnTo>
                  <a:pt x="1226062" y="6367939"/>
                </a:lnTo>
                <a:lnTo>
                  <a:pt x="1133818" y="6367939"/>
                </a:lnTo>
                <a:lnTo>
                  <a:pt x="1133818" y="6341239"/>
                </a:lnTo>
                <a:lnTo>
                  <a:pt x="1212758" y="6341239"/>
                </a:lnTo>
                <a:lnTo>
                  <a:pt x="1212758" y="6315874"/>
                </a:lnTo>
                <a:lnTo>
                  <a:pt x="1133818" y="6315874"/>
                </a:lnTo>
                <a:lnTo>
                  <a:pt x="1133818" y="6290509"/>
                </a:lnTo>
                <a:lnTo>
                  <a:pt x="1224732" y="6290509"/>
                </a:lnTo>
                <a:lnTo>
                  <a:pt x="1224732" y="6265589"/>
                </a:lnTo>
                <a:close/>
                <a:moveTo>
                  <a:pt x="995896" y="6265589"/>
                </a:moveTo>
                <a:lnTo>
                  <a:pt x="939574" y="6393304"/>
                </a:lnTo>
                <a:lnTo>
                  <a:pt x="972392" y="6393304"/>
                </a:lnTo>
                <a:lnTo>
                  <a:pt x="983035" y="6367939"/>
                </a:lnTo>
                <a:lnTo>
                  <a:pt x="1048670" y="6367939"/>
                </a:lnTo>
                <a:lnTo>
                  <a:pt x="1060644" y="6393304"/>
                </a:lnTo>
                <a:lnTo>
                  <a:pt x="1092131" y="6393304"/>
                </a:lnTo>
                <a:lnTo>
                  <a:pt x="1035366" y="6265589"/>
                </a:lnTo>
                <a:close/>
                <a:moveTo>
                  <a:pt x="778147" y="6265589"/>
                </a:moveTo>
                <a:lnTo>
                  <a:pt x="778147" y="6393304"/>
                </a:lnTo>
                <a:lnTo>
                  <a:pt x="805643" y="6393304"/>
                </a:lnTo>
                <a:lnTo>
                  <a:pt x="805643" y="6319879"/>
                </a:lnTo>
                <a:lnTo>
                  <a:pt x="838460" y="6393304"/>
                </a:lnTo>
                <a:lnTo>
                  <a:pt x="867287" y="6393304"/>
                </a:lnTo>
                <a:lnTo>
                  <a:pt x="900104" y="6318544"/>
                </a:lnTo>
                <a:lnTo>
                  <a:pt x="900104" y="6393304"/>
                </a:lnTo>
                <a:lnTo>
                  <a:pt x="927600" y="6393304"/>
                </a:lnTo>
                <a:lnTo>
                  <a:pt x="927600" y="6265589"/>
                </a:lnTo>
                <a:lnTo>
                  <a:pt x="894782" y="6265589"/>
                </a:lnTo>
                <a:lnTo>
                  <a:pt x="852652" y="6361264"/>
                </a:lnTo>
                <a:lnTo>
                  <a:pt x="810965" y="6265589"/>
                </a:lnTo>
                <a:close/>
                <a:moveTo>
                  <a:pt x="1414986" y="6265144"/>
                </a:moveTo>
                <a:cubicBezTo>
                  <a:pt x="1404786" y="6265144"/>
                  <a:pt x="1395472" y="6273154"/>
                  <a:pt x="1395472" y="6285169"/>
                </a:cubicBezTo>
                <a:lnTo>
                  <a:pt x="1395472" y="6322549"/>
                </a:lnTo>
                <a:cubicBezTo>
                  <a:pt x="1395472" y="6333229"/>
                  <a:pt x="1403012" y="6341239"/>
                  <a:pt x="1414986" y="6341239"/>
                </a:cubicBezTo>
                <a:lnTo>
                  <a:pt x="1485942" y="6341239"/>
                </a:lnTo>
                <a:lnTo>
                  <a:pt x="1485942" y="6367939"/>
                </a:lnTo>
                <a:lnTo>
                  <a:pt x="1424299" y="6367939"/>
                </a:lnTo>
                <a:lnTo>
                  <a:pt x="1424299" y="6358594"/>
                </a:lnTo>
                <a:lnTo>
                  <a:pt x="1394142" y="6358594"/>
                </a:lnTo>
                <a:lnTo>
                  <a:pt x="1394142" y="6374614"/>
                </a:lnTo>
                <a:cubicBezTo>
                  <a:pt x="1394142" y="6385294"/>
                  <a:pt x="1400351" y="6393304"/>
                  <a:pt x="1413655" y="6393304"/>
                </a:cubicBezTo>
                <a:lnTo>
                  <a:pt x="1424299" y="6393304"/>
                </a:lnTo>
                <a:lnTo>
                  <a:pt x="1495256" y="6393304"/>
                </a:lnTo>
                <a:cubicBezTo>
                  <a:pt x="1508116" y="6393304"/>
                  <a:pt x="1514769" y="6385294"/>
                  <a:pt x="1514769" y="6373279"/>
                </a:cubicBezTo>
                <a:lnTo>
                  <a:pt x="1514769" y="6337234"/>
                </a:lnTo>
                <a:cubicBezTo>
                  <a:pt x="1514769" y="6323884"/>
                  <a:pt x="1505899" y="6315874"/>
                  <a:pt x="1495256" y="6315874"/>
                </a:cubicBezTo>
                <a:lnTo>
                  <a:pt x="1424299" y="6315874"/>
                </a:lnTo>
                <a:lnTo>
                  <a:pt x="1424299" y="6290509"/>
                </a:lnTo>
                <a:lnTo>
                  <a:pt x="1485942" y="6290509"/>
                </a:lnTo>
                <a:lnTo>
                  <a:pt x="1485942" y="6301189"/>
                </a:lnTo>
                <a:lnTo>
                  <a:pt x="1514769" y="6301189"/>
                </a:lnTo>
                <a:lnTo>
                  <a:pt x="1514769" y="6286504"/>
                </a:lnTo>
                <a:cubicBezTo>
                  <a:pt x="1514769" y="6273154"/>
                  <a:pt x="1507230" y="6265144"/>
                  <a:pt x="1496586" y="6265144"/>
                </a:cubicBezTo>
                <a:close/>
                <a:moveTo>
                  <a:pt x="418041" y="6184154"/>
                </a:moveTo>
                <a:cubicBezTo>
                  <a:pt x="401189" y="6184154"/>
                  <a:pt x="386554" y="6198839"/>
                  <a:pt x="386554" y="6217529"/>
                </a:cubicBezTo>
                <a:lnTo>
                  <a:pt x="386554" y="6441363"/>
                </a:lnTo>
                <a:cubicBezTo>
                  <a:pt x="386554" y="6460053"/>
                  <a:pt x="401189" y="6474738"/>
                  <a:pt x="418041" y="6474738"/>
                </a:cubicBezTo>
                <a:lnTo>
                  <a:pt x="624260" y="6474738"/>
                </a:lnTo>
                <a:cubicBezTo>
                  <a:pt x="642442" y="6474738"/>
                  <a:pt x="657077" y="6460053"/>
                  <a:pt x="657077" y="6441363"/>
                </a:cubicBezTo>
                <a:lnTo>
                  <a:pt x="657077" y="6431745"/>
                </a:lnTo>
                <a:lnTo>
                  <a:pt x="657077" y="6406389"/>
                </a:lnTo>
                <a:lnTo>
                  <a:pt x="657077" y="6370541"/>
                </a:lnTo>
                <a:lnTo>
                  <a:pt x="657077" y="6329446"/>
                </a:lnTo>
                <a:lnTo>
                  <a:pt x="657077" y="6288352"/>
                </a:lnTo>
                <a:lnTo>
                  <a:pt x="657077" y="6252503"/>
                </a:lnTo>
                <a:lnTo>
                  <a:pt x="657077" y="6227147"/>
                </a:lnTo>
                <a:lnTo>
                  <a:pt x="657077" y="6217529"/>
                </a:lnTo>
                <a:cubicBezTo>
                  <a:pt x="657077" y="6198839"/>
                  <a:pt x="642442" y="6184154"/>
                  <a:pt x="624260" y="6184154"/>
                </a:cubicBezTo>
                <a:close/>
                <a:moveTo>
                  <a:pt x="0" y="0"/>
                </a:moveTo>
                <a:lnTo>
                  <a:pt x="6569102" y="0"/>
                </a:lnTo>
                <a:lnTo>
                  <a:pt x="6483195" y="4338"/>
                </a:lnTo>
                <a:cubicBezTo>
                  <a:pt x="6059463" y="47370"/>
                  <a:pt x="5728801" y="405225"/>
                  <a:pt x="5728801" y="840310"/>
                </a:cubicBezTo>
                <a:lnTo>
                  <a:pt x="5728801" y="6861600"/>
                </a:lnTo>
                <a:lnTo>
                  <a:pt x="0" y="6861600"/>
                </a:lnTo>
                <a:close/>
              </a:path>
            </a:pathLst>
          </a:custGeom>
          <a:solidFill>
            <a:srgbClr val="CFCFCF"/>
          </a:solidFill>
        </p:spPr>
        <p:txBody>
          <a:bodyPr wrap="square" tIns="72000" anchor="t" anchorCtr="0">
            <a:noAutofit/>
          </a:bodyPr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1200">
                <a:solidFill>
                  <a:schemeClr val="bg1"/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Click here and insert picture</a:t>
            </a:r>
          </a:p>
        </p:txBody>
      </p:sp>
      <p:sp>
        <p:nvSpPr>
          <p:cNvPr id="3" name="Footer Placeholder 10">
            <a:extLst>
              <a:ext uri="{FF2B5EF4-FFF2-40B4-BE49-F238E27FC236}">
                <a16:creationId xmlns:a16="http://schemas.microsoft.com/office/drawing/2014/main" id="{8A0E1BF0-9763-60DC-E028-34C1B5A7522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540625" y="6405563"/>
            <a:ext cx="3308349" cy="180974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r">
              <a:defRPr lang="en-GB" sz="7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n-US"/>
              <a:t>Update header via slide master</a:t>
            </a:r>
          </a:p>
        </p:txBody>
      </p:sp>
      <p:sp>
        <p:nvSpPr>
          <p:cNvPr id="4" name="Slide Number Placeholder 11">
            <a:extLst>
              <a:ext uri="{FF2B5EF4-FFF2-40B4-BE49-F238E27FC236}">
                <a16:creationId xmlns:a16="http://schemas.microsoft.com/office/drawing/2014/main" id="{CEA682E5-8AC3-6F17-AC7B-68F38697895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0950" y="6403974"/>
            <a:ext cx="409575" cy="193676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r">
              <a:defRPr lang="en-GB" sz="700" kern="120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E609CB8F-9537-1E4B-B955-6CC1563861C9}" type="slidenum">
              <a:rPr lang="en-VN" smtClean="0"/>
              <a:pPr/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1942879620"/>
      </p:ext>
    </p:extLst>
  </p:cSld>
  <p:clrMapOvr>
    <a:masterClrMapping/>
  </p:clrMapOvr>
</p:sldLayout>
</file>

<file path=ppt/slideLayouts/slideLayout15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Quote B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Picture 29">
            <a:extLst>
              <a:ext uri="{FF2B5EF4-FFF2-40B4-BE49-F238E27FC236}">
                <a16:creationId xmlns:a16="http://schemas.microsoft.com/office/drawing/2014/main" id="{3E23ADE3-778B-3358-EA10-60B66B35AF1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371476" y="6169025"/>
            <a:ext cx="1299395" cy="320399"/>
          </a:xfrm>
          <a:prstGeom prst="rect">
            <a:avLst/>
          </a:prstGeom>
        </p:spPr>
      </p:pic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CE4B631B-DA20-B0A6-C2DA-EECD5D93854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-1" y="0"/>
            <a:ext cx="6569102" cy="6861600"/>
          </a:xfrm>
          <a:custGeom>
            <a:avLst/>
            <a:gdLst>
              <a:gd name="connsiteX0" fmla="*/ 1278394 w 6569102"/>
              <a:gd name="connsiteY0" fmla="*/ 6290509 h 6861600"/>
              <a:gd name="connsiteX1" fmla="*/ 1341368 w 6569102"/>
              <a:gd name="connsiteY1" fmla="*/ 6290509 h 6861600"/>
              <a:gd name="connsiteX2" fmla="*/ 1341368 w 6569102"/>
              <a:gd name="connsiteY2" fmla="*/ 6323884 h 6861600"/>
              <a:gd name="connsiteX3" fmla="*/ 1278394 w 6569102"/>
              <a:gd name="connsiteY3" fmla="*/ 6323884 h 6861600"/>
              <a:gd name="connsiteX4" fmla="*/ 1015853 w 6569102"/>
              <a:gd name="connsiteY4" fmla="*/ 6289174 h 6861600"/>
              <a:gd name="connsiteX5" fmla="*/ 1038027 w 6569102"/>
              <a:gd name="connsiteY5" fmla="*/ 6343909 h 6861600"/>
              <a:gd name="connsiteX6" fmla="*/ 993679 w 6569102"/>
              <a:gd name="connsiteY6" fmla="*/ 6343909 h 6861600"/>
              <a:gd name="connsiteX7" fmla="*/ 1542264 w 6569102"/>
              <a:gd name="connsiteY7" fmla="*/ 6265589 h 6861600"/>
              <a:gd name="connsiteX8" fmla="*/ 1542264 w 6569102"/>
              <a:gd name="connsiteY8" fmla="*/ 6393304 h 6861600"/>
              <a:gd name="connsiteX9" fmla="*/ 1572864 w 6569102"/>
              <a:gd name="connsiteY9" fmla="*/ 6393304 h 6861600"/>
              <a:gd name="connsiteX10" fmla="*/ 1572864 w 6569102"/>
              <a:gd name="connsiteY10" fmla="*/ 6334564 h 6861600"/>
              <a:gd name="connsiteX11" fmla="*/ 1630517 w 6569102"/>
              <a:gd name="connsiteY11" fmla="*/ 6393304 h 6861600"/>
              <a:gd name="connsiteX12" fmla="*/ 1672647 w 6569102"/>
              <a:gd name="connsiteY12" fmla="*/ 6393304 h 6861600"/>
              <a:gd name="connsiteX13" fmla="*/ 1603021 w 6569102"/>
              <a:gd name="connsiteY13" fmla="*/ 6325219 h 6861600"/>
              <a:gd name="connsiteX14" fmla="*/ 1669986 w 6569102"/>
              <a:gd name="connsiteY14" fmla="*/ 6265589 h 6861600"/>
              <a:gd name="connsiteX15" fmla="*/ 1629186 w 6569102"/>
              <a:gd name="connsiteY15" fmla="*/ 6265589 h 6861600"/>
              <a:gd name="connsiteX16" fmla="*/ 1572864 w 6569102"/>
              <a:gd name="connsiteY16" fmla="*/ 6317209 h 6861600"/>
              <a:gd name="connsiteX17" fmla="*/ 1572864 w 6569102"/>
              <a:gd name="connsiteY17" fmla="*/ 6265589 h 6861600"/>
              <a:gd name="connsiteX18" fmla="*/ 1248237 w 6569102"/>
              <a:gd name="connsiteY18" fmla="*/ 6265589 h 6861600"/>
              <a:gd name="connsiteX19" fmla="*/ 1248237 w 6569102"/>
              <a:gd name="connsiteY19" fmla="*/ 6393304 h 6861600"/>
              <a:gd name="connsiteX20" fmla="*/ 1278394 w 6569102"/>
              <a:gd name="connsiteY20" fmla="*/ 6393304 h 6861600"/>
              <a:gd name="connsiteX21" fmla="*/ 1278394 w 6569102"/>
              <a:gd name="connsiteY21" fmla="*/ 6349249 h 6861600"/>
              <a:gd name="connsiteX22" fmla="*/ 1311211 w 6569102"/>
              <a:gd name="connsiteY22" fmla="*/ 6349249 h 6861600"/>
              <a:gd name="connsiteX23" fmla="*/ 1338707 w 6569102"/>
              <a:gd name="connsiteY23" fmla="*/ 6393304 h 6861600"/>
              <a:gd name="connsiteX24" fmla="*/ 1371525 w 6569102"/>
              <a:gd name="connsiteY24" fmla="*/ 6393304 h 6861600"/>
              <a:gd name="connsiteX25" fmla="*/ 1342698 w 6569102"/>
              <a:gd name="connsiteY25" fmla="*/ 6349249 h 6861600"/>
              <a:gd name="connsiteX26" fmla="*/ 1345359 w 6569102"/>
              <a:gd name="connsiteY26" fmla="*/ 6349249 h 6861600"/>
              <a:gd name="connsiteX27" fmla="*/ 1370194 w 6569102"/>
              <a:gd name="connsiteY27" fmla="*/ 6329224 h 6861600"/>
              <a:gd name="connsiteX28" fmla="*/ 1370194 w 6569102"/>
              <a:gd name="connsiteY28" fmla="*/ 6286949 h 6861600"/>
              <a:gd name="connsiteX29" fmla="*/ 1349351 w 6569102"/>
              <a:gd name="connsiteY29" fmla="*/ 6265589 h 6861600"/>
              <a:gd name="connsiteX30" fmla="*/ 1104992 w 6569102"/>
              <a:gd name="connsiteY30" fmla="*/ 6265589 h 6861600"/>
              <a:gd name="connsiteX31" fmla="*/ 1104992 w 6569102"/>
              <a:gd name="connsiteY31" fmla="*/ 6393304 h 6861600"/>
              <a:gd name="connsiteX32" fmla="*/ 1226062 w 6569102"/>
              <a:gd name="connsiteY32" fmla="*/ 6393304 h 6861600"/>
              <a:gd name="connsiteX33" fmla="*/ 1226062 w 6569102"/>
              <a:gd name="connsiteY33" fmla="*/ 6367939 h 6861600"/>
              <a:gd name="connsiteX34" fmla="*/ 1133818 w 6569102"/>
              <a:gd name="connsiteY34" fmla="*/ 6367939 h 6861600"/>
              <a:gd name="connsiteX35" fmla="*/ 1133818 w 6569102"/>
              <a:gd name="connsiteY35" fmla="*/ 6341239 h 6861600"/>
              <a:gd name="connsiteX36" fmla="*/ 1212758 w 6569102"/>
              <a:gd name="connsiteY36" fmla="*/ 6341239 h 6861600"/>
              <a:gd name="connsiteX37" fmla="*/ 1212758 w 6569102"/>
              <a:gd name="connsiteY37" fmla="*/ 6315874 h 6861600"/>
              <a:gd name="connsiteX38" fmla="*/ 1133818 w 6569102"/>
              <a:gd name="connsiteY38" fmla="*/ 6315874 h 6861600"/>
              <a:gd name="connsiteX39" fmla="*/ 1133818 w 6569102"/>
              <a:gd name="connsiteY39" fmla="*/ 6290509 h 6861600"/>
              <a:gd name="connsiteX40" fmla="*/ 1224732 w 6569102"/>
              <a:gd name="connsiteY40" fmla="*/ 6290509 h 6861600"/>
              <a:gd name="connsiteX41" fmla="*/ 1224732 w 6569102"/>
              <a:gd name="connsiteY41" fmla="*/ 6265589 h 6861600"/>
              <a:gd name="connsiteX42" fmla="*/ 995896 w 6569102"/>
              <a:gd name="connsiteY42" fmla="*/ 6265589 h 6861600"/>
              <a:gd name="connsiteX43" fmla="*/ 939574 w 6569102"/>
              <a:gd name="connsiteY43" fmla="*/ 6393304 h 6861600"/>
              <a:gd name="connsiteX44" fmla="*/ 972392 w 6569102"/>
              <a:gd name="connsiteY44" fmla="*/ 6393304 h 6861600"/>
              <a:gd name="connsiteX45" fmla="*/ 983035 w 6569102"/>
              <a:gd name="connsiteY45" fmla="*/ 6367939 h 6861600"/>
              <a:gd name="connsiteX46" fmla="*/ 1048670 w 6569102"/>
              <a:gd name="connsiteY46" fmla="*/ 6367939 h 6861600"/>
              <a:gd name="connsiteX47" fmla="*/ 1060644 w 6569102"/>
              <a:gd name="connsiteY47" fmla="*/ 6393304 h 6861600"/>
              <a:gd name="connsiteX48" fmla="*/ 1092131 w 6569102"/>
              <a:gd name="connsiteY48" fmla="*/ 6393304 h 6861600"/>
              <a:gd name="connsiteX49" fmla="*/ 1035366 w 6569102"/>
              <a:gd name="connsiteY49" fmla="*/ 6265589 h 6861600"/>
              <a:gd name="connsiteX50" fmla="*/ 778147 w 6569102"/>
              <a:gd name="connsiteY50" fmla="*/ 6265589 h 6861600"/>
              <a:gd name="connsiteX51" fmla="*/ 778147 w 6569102"/>
              <a:gd name="connsiteY51" fmla="*/ 6393304 h 6861600"/>
              <a:gd name="connsiteX52" fmla="*/ 805643 w 6569102"/>
              <a:gd name="connsiteY52" fmla="*/ 6393304 h 6861600"/>
              <a:gd name="connsiteX53" fmla="*/ 805643 w 6569102"/>
              <a:gd name="connsiteY53" fmla="*/ 6319879 h 6861600"/>
              <a:gd name="connsiteX54" fmla="*/ 838460 w 6569102"/>
              <a:gd name="connsiteY54" fmla="*/ 6393304 h 6861600"/>
              <a:gd name="connsiteX55" fmla="*/ 867287 w 6569102"/>
              <a:gd name="connsiteY55" fmla="*/ 6393304 h 6861600"/>
              <a:gd name="connsiteX56" fmla="*/ 900104 w 6569102"/>
              <a:gd name="connsiteY56" fmla="*/ 6318544 h 6861600"/>
              <a:gd name="connsiteX57" fmla="*/ 900104 w 6569102"/>
              <a:gd name="connsiteY57" fmla="*/ 6393304 h 6861600"/>
              <a:gd name="connsiteX58" fmla="*/ 927600 w 6569102"/>
              <a:gd name="connsiteY58" fmla="*/ 6393304 h 6861600"/>
              <a:gd name="connsiteX59" fmla="*/ 927600 w 6569102"/>
              <a:gd name="connsiteY59" fmla="*/ 6265589 h 6861600"/>
              <a:gd name="connsiteX60" fmla="*/ 894782 w 6569102"/>
              <a:gd name="connsiteY60" fmla="*/ 6265589 h 6861600"/>
              <a:gd name="connsiteX61" fmla="*/ 852652 w 6569102"/>
              <a:gd name="connsiteY61" fmla="*/ 6361264 h 6861600"/>
              <a:gd name="connsiteX62" fmla="*/ 810965 w 6569102"/>
              <a:gd name="connsiteY62" fmla="*/ 6265589 h 6861600"/>
              <a:gd name="connsiteX63" fmla="*/ 1414986 w 6569102"/>
              <a:gd name="connsiteY63" fmla="*/ 6265144 h 6861600"/>
              <a:gd name="connsiteX64" fmla="*/ 1395472 w 6569102"/>
              <a:gd name="connsiteY64" fmla="*/ 6285169 h 6861600"/>
              <a:gd name="connsiteX65" fmla="*/ 1395472 w 6569102"/>
              <a:gd name="connsiteY65" fmla="*/ 6322549 h 6861600"/>
              <a:gd name="connsiteX66" fmla="*/ 1414986 w 6569102"/>
              <a:gd name="connsiteY66" fmla="*/ 6341239 h 6861600"/>
              <a:gd name="connsiteX67" fmla="*/ 1485942 w 6569102"/>
              <a:gd name="connsiteY67" fmla="*/ 6341239 h 6861600"/>
              <a:gd name="connsiteX68" fmla="*/ 1485942 w 6569102"/>
              <a:gd name="connsiteY68" fmla="*/ 6367939 h 6861600"/>
              <a:gd name="connsiteX69" fmla="*/ 1424299 w 6569102"/>
              <a:gd name="connsiteY69" fmla="*/ 6367939 h 6861600"/>
              <a:gd name="connsiteX70" fmla="*/ 1424299 w 6569102"/>
              <a:gd name="connsiteY70" fmla="*/ 6358594 h 6861600"/>
              <a:gd name="connsiteX71" fmla="*/ 1394142 w 6569102"/>
              <a:gd name="connsiteY71" fmla="*/ 6358594 h 6861600"/>
              <a:gd name="connsiteX72" fmla="*/ 1394142 w 6569102"/>
              <a:gd name="connsiteY72" fmla="*/ 6374614 h 6861600"/>
              <a:gd name="connsiteX73" fmla="*/ 1413655 w 6569102"/>
              <a:gd name="connsiteY73" fmla="*/ 6393304 h 6861600"/>
              <a:gd name="connsiteX74" fmla="*/ 1424299 w 6569102"/>
              <a:gd name="connsiteY74" fmla="*/ 6393304 h 6861600"/>
              <a:gd name="connsiteX75" fmla="*/ 1495256 w 6569102"/>
              <a:gd name="connsiteY75" fmla="*/ 6393304 h 6861600"/>
              <a:gd name="connsiteX76" fmla="*/ 1514769 w 6569102"/>
              <a:gd name="connsiteY76" fmla="*/ 6373279 h 6861600"/>
              <a:gd name="connsiteX77" fmla="*/ 1514769 w 6569102"/>
              <a:gd name="connsiteY77" fmla="*/ 6337234 h 6861600"/>
              <a:gd name="connsiteX78" fmla="*/ 1495256 w 6569102"/>
              <a:gd name="connsiteY78" fmla="*/ 6315874 h 6861600"/>
              <a:gd name="connsiteX79" fmla="*/ 1424299 w 6569102"/>
              <a:gd name="connsiteY79" fmla="*/ 6315874 h 6861600"/>
              <a:gd name="connsiteX80" fmla="*/ 1424299 w 6569102"/>
              <a:gd name="connsiteY80" fmla="*/ 6290509 h 6861600"/>
              <a:gd name="connsiteX81" fmla="*/ 1485942 w 6569102"/>
              <a:gd name="connsiteY81" fmla="*/ 6290509 h 6861600"/>
              <a:gd name="connsiteX82" fmla="*/ 1485942 w 6569102"/>
              <a:gd name="connsiteY82" fmla="*/ 6301189 h 6861600"/>
              <a:gd name="connsiteX83" fmla="*/ 1514769 w 6569102"/>
              <a:gd name="connsiteY83" fmla="*/ 6301189 h 6861600"/>
              <a:gd name="connsiteX84" fmla="*/ 1514769 w 6569102"/>
              <a:gd name="connsiteY84" fmla="*/ 6286504 h 6861600"/>
              <a:gd name="connsiteX85" fmla="*/ 1496586 w 6569102"/>
              <a:gd name="connsiteY85" fmla="*/ 6265144 h 6861600"/>
              <a:gd name="connsiteX86" fmla="*/ 418041 w 6569102"/>
              <a:gd name="connsiteY86" fmla="*/ 6184154 h 6861600"/>
              <a:gd name="connsiteX87" fmla="*/ 386554 w 6569102"/>
              <a:gd name="connsiteY87" fmla="*/ 6217529 h 6861600"/>
              <a:gd name="connsiteX88" fmla="*/ 386554 w 6569102"/>
              <a:gd name="connsiteY88" fmla="*/ 6441363 h 6861600"/>
              <a:gd name="connsiteX89" fmla="*/ 418041 w 6569102"/>
              <a:gd name="connsiteY89" fmla="*/ 6474738 h 6861600"/>
              <a:gd name="connsiteX90" fmla="*/ 624260 w 6569102"/>
              <a:gd name="connsiteY90" fmla="*/ 6474738 h 6861600"/>
              <a:gd name="connsiteX91" fmla="*/ 657077 w 6569102"/>
              <a:gd name="connsiteY91" fmla="*/ 6441363 h 6861600"/>
              <a:gd name="connsiteX92" fmla="*/ 657077 w 6569102"/>
              <a:gd name="connsiteY92" fmla="*/ 6431745 h 6861600"/>
              <a:gd name="connsiteX93" fmla="*/ 657077 w 6569102"/>
              <a:gd name="connsiteY93" fmla="*/ 6406389 h 6861600"/>
              <a:gd name="connsiteX94" fmla="*/ 657077 w 6569102"/>
              <a:gd name="connsiteY94" fmla="*/ 6370541 h 6861600"/>
              <a:gd name="connsiteX95" fmla="*/ 657077 w 6569102"/>
              <a:gd name="connsiteY95" fmla="*/ 6329446 h 6861600"/>
              <a:gd name="connsiteX96" fmla="*/ 657077 w 6569102"/>
              <a:gd name="connsiteY96" fmla="*/ 6288352 h 6861600"/>
              <a:gd name="connsiteX97" fmla="*/ 657077 w 6569102"/>
              <a:gd name="connsiteY97" fmla="*/ 6252503 h 6861600"/>
              <a:gd name="connsiteX98" fmla="*/ 657077 w 6569102"/>
              <a:gd name="connsiteY98" fmla="*/ 6227147 h 6861600"/>
              <a:gd name="connsiteX99" fmla="*/ 657077 w 6569102"/>
              <a:gd name="connsiteY99" fmla="*/ 6217529 h 6861600"/>
              <a:gd name="connsiteX100" fmla="*/ 624260 w 6569102"/>
              <a:gd name="connsiteY100" fmla="*/ 6184154 h 6861600"/>
              <a:gd name="connsiteX101" fmla="*/ 0 w 6569102"/>
              <a:gd name="connsiteY101" fmla="*/ 0 h 6861600"/>
              <a:gd name="connsiteX102" fmla="*/ 6569102 w 6569102"/>
              <a:gd name="connsiteY102" fmla="*/ 0 h 6861600"/>
              <a:gd name="connsiteX103" fmla="*/ 6483195 w 6569102"/>
              <a:gd name="connsiteY103" fmla="*/ 4338 h 6861600"/>
              <a:gd name="connsiteX104" fmla="*/ 5728801 w 6569102"/>
              <a:gd name="connsiteY104" fmla="*/ 840310 h 6861600"/>
              <a:gd name="connsiteX105" fmla="*/ 5728801 w 6569102"/>
              <a:gd name="connsiteY105" fmla="*/ 6861600 h 6861600"/>
              <a:gd name="connsiteX106" fmla="*/ 0 w 6569102"/>
              <a:gd name="connsiteY106" fmla="*/ 6861600 h 686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</a:cxnLst>
            <a:rect l="l" t="t" r="r" b="b"/>
            <a:pathLst>
              <a:path w="6569102" h="6861600">
                <a:moveTo>
                  <a:pt x="1278394" y="6290509"/>
                </a:moveTo>
                <a:lnTo>
                  <a:pt x="1341368" y="6290509"/>
                </a:lnTo>
                <a:lnTo>
                  <a:pt x="1341368" y="6323884"/>
                </a:lnTo>
                <a:lnTo>
                  <a:pt x="1278394" y="6323884"/>
                </a:lnTo>
                <a:close/>
                <a:moveTo>
                  <a:pt x="1015853" y="6289174"/>
                </a:moveTo>
                <a:lnTo>
                  <a:pt x="1038027" y="6343909"/>
                </a:lnTo>
                <a:lnTo>
                  <a:pt x="993679" y="6343909"/>
                </a:lnTo>
                <a:close/>
                <a:moveTo>
                  <a:pt x="1542264" y="6265589"/>
                </a:moveTo>
                <a:lnTo>
                  <a:pt x="1542264" y="6393304"/>
                </a:lnTo>
                <a:lnTo>
                  <a:pt x="1572864" y="6393304"/>
                </a:lnTo>
                <a:lnTo>
                  <a:pt x="1572864" y="6334564"/>
                </a:lnTo>
                <a:lnTo>
                  <a:pt x="1630517" y="6393304"/>
                </a:lnTo>
                <a:lnTo>
                  <a:pt x="1672647" y="6393304"/>
                </a:lnTo>
                <a:lnTo>
                  <a:pt x="1603021" y="6325219"/>
                </a:lnTo>
                <a:lnTo>
                  <a:pt x="1669986" y="6265589"/>
                </a:lnTo>
                <a:lnTo>
                  <a:pt x="1629186" y="6265589"/>
                </a:lnTo>
                <a:lnTo>
                  <a:pt x="1572864" y="6317209"/>
                </a:lnTo>
                <a:lnTo>
                  <a:pt x="1572864" y="6265589"/>
                </a:lnTo>
                <a:close/>
                <a:moveTo>
                  <a:pt x="1248237" y="6265589"/>
                </a:moveTo>
                <a:lnTo>
                  <a:pt x="1248237" y="6393304"/>
                </a:lnTo>
                <a:lnTo>
                  <a:pt x="1278394" y="6393304"/>
                </a:lnTo>
                <a:lnTo>
                  <a:pt x="1278394" y="6349249"/>
                </a:lnTo>
                <a:lnTo>
                  <a:pt x="1311211" y="6349249"/>
                </a:lnTo>
                <a:lnTo>
                  <a:pt x="1338707" y="6393304"/>
                </a:lnTo>
                <a:lnTo>
                  <a:pt x="1371525" y="6393304"/>
                </a:lnTo>
                <a:lnTo>
                  <a:pt x="1342698" y="6349249"/>
                </a:lnTo>
                <a:lnTo>
                  <a:pt x="1345359" y="6349249"/>
                </a:lnTo>
                <a:cubicBezTo>
                  <a:pt x="1362211" y="6349249"/>
                  <a:pt x="1370194" y="6339904"/>
                  <a:pt x="1370194" y="6329224"/>
                </a:cubicBezTo>
                <a:lnTo>
                  <a:pt x="1370194" y="6286949"/>
                </a:lnTo>
                <a:cubicBezTo>
                  <a:pt x="1370194" y="6273599"/>
                  <a:pt x="1362211" y="6265589"/>
                  <a:pt x="1349351" y="6265589"/>
                </a:cubicBezTo>
                <a:close/>
                <a:moveTo>
                  <a:pt x="1104992" y="6265589"/>
                </a:moveTo>
                <a:lnTo>
                  <a:pt x="1104992" y="6393304"/>
                </a:lnTo>
                <a:lnTo>
                  <a:pt x="1226062" y="6393304"/>
                </a:lnTo>
                <a:lnTo>
                  <a:pt x="1226062" y="6367939"/>
                </a:lnTo>
                <a:lnTo>
                  <a:pt x="1133818" y="6367939"/>
                </a:lnTo>
                <a:lnTo>
                  <a:pt x="1133818" y="6341239"/>
                </a:lnTo>
                <a:lnTo>
                  <a:pt x="1212758" y="6341239"/>
                </a:lnTo>
                <a:lnTo>
                  <a:pt x="1212758" y="6315874"/>
                </a:lnTo>
                <a:lnTo>
                  <a:pt x="1133818" y="6315874"/>
                </a:lnTo>
                <a:lnTo>
                  <a:pt x="1133818" y="6290509"/>
                </a:lnTo>
                <a:lnTo>
                  <a:pt x="1224732" y="6290509"/>
                </a:lnTo>
                <a:lnTo>
                  <a:pt x="1224732" y="6265589"/>
                </a:lnTo>
                <a:close/>
                <a:moveTo>
                  <a:pt x="995896" y="6265589"/>
                </a:moveTo>
                <a:lnTo>
                  <a:pt x="939574" y="6393304"/>
                </a:lnTo>
                <a:lnTo>
                  <a:pt x="972392" y="6393304"/>
                </a:lnTo>
                <a:lnTo>
                  <a:pt x="983035" y="6367939"/>
                </a:lnTo>
                <a:lnTo>
                  <a:pt x="1048670" y="6367939"/>
                </a:lnTo>
                <a:lnTo>
                  <a:pt x="1060644" y="6393304"/>
                </a:lnTo>
                <a:lnTo>
                  <a:pt x="1092131" y="6393304"/>
                </a:lnTo>
                <a:lnTo>
                  <a:pt x="1035366" y="6265589"/>
                </a:lnTo>
                <a:close/>
                <a:moveTo>
                  <a:pt x="778147" y="6265589"/>
                </a:moveTo>
                <a:lnTo>
                  <a:pt x="778147" y="6393304"/>
                </a:lnTo>
                <a:lnTo>
                  <a:pt x="805643" y="6393304"/>
                </a:lnTo>
                <a:lnTo>
                  <a:pt x="805643" y="6319879"/>
                </a:lnTo>
                <a:lnTo>
                  <a:pt x="838460" y="6393304"/>
                </a:lnTo>
                <a:lnTo>
                  <a:pt x="867287" y="6393304"/>
                </a:lnTo>
                <a:lnTo>
                  <a:pt x="900104" y="6318544"/>
                </a:lnTo>
                <a:lnTo>
                  <a:pt x="900104" y="6393304"/>
                </a:lnTo>
                <a:lnTo>
                  <a:pt x="927600" y="6393304"/>
                </a:lnTo>
                <a:lnTo>
                  <a:pt x="927600" y="6265589"/>
                </a:lnTo>
                <a:lnTo>
                  <a:pt x="894782" y="6265589"/>
                </a:lnTo>
                <a:lnTo>
                  <a:pt x="852652" y="6361264"/>
                </a:lnTo>
                <a:lnTo>
                  <a:pt x="810965" y="6265589"/>
                </a:lnTo>
                <a:close/>
                <a:moveTo>
                  <a:pt x="1414986" y="6265144"/>
                </a:moveTo>
                <a:cubicBezTo>
                  <a:pt x="1404786" y="6265144"/>
                  <a:pt x="1395472" y="6273154"/>
                  <a:pt x="1395472" y="6285169"/>
                </a:cubicBezTo>
                <a:lnTo>
                  <a:pt x="1395472" y="6322549"/>
                </a:lnTo>
                <a:cubicBezTo>
                  <a:pt x="1395472" y="6333229"/>
                  <a:pt x="1403012" y="6341239"/>
                  <a:pt x="1414986" y="6341239"/>
                </a:cubicBezTo>
                <a:lnTo>
                  <a:pt x="1485942" y="6341239"/>
                </a:lnTo>
                <a:lnTo>
                  <a:pt x="1485942" y="6367939"/>
                </a:lnTo>
                <a:lnTo>
                  <a:pt x="1424299" y="6367939"/>
                </a:lnTo>
                <a:lnTo>
                  <a:pt x="1424299" y="6358594"/>
                </a:lnTo>
                <a:lnTo>
                  <a:pt x="1394142" y="6358594"/>
                </a:lnTo>
                <a:lnTo>
                  <a:pt x="1394142" y="6374614"/>
                </a:lnTo>
                <a:cubicBezTo>
                  <a:pt x="1394142" y="6385294"/>
                  <a:pt x="1400351" y="6393304"/>
                  <a:pt x="1413655" y="6393304"/>
                </a:cubicBezTo>
                <a:lnTo>
                  <a:pt x="1424299" y="6393304"/>
                </a:lnTo>
                <a:lnTo>
                  <a:pt x="1495256" y="6393304"/>
                </a:lnTo>
                <a:cubicBezTo>
                  <a:pt x="1508116" y="6393304"/>
                  <a:pt x="1514769" y="6385294"/>
                  <a:pt x="1514769" y="6373279"/>
                </a:cubicBezTo>
                <a:lnTo>
                  <a:pt x="1514769" y="6337234"/>
                </a:lnTo>
                <a:cubicBezTo>
                  <a:pt x="1514769" y="6323884"/>
                  <a:pt x="1505899" y="6315874"/>
                  <a:pt x="1495256" y="6315874"/>
                </a:cubicBezTo>
                <a:lnTo>
                  <a:pt x="1424299" y="6315874"/>
                </a:lnTo>
                <a:lnTo>
                  <a:pt x="1424299" y="6290509"/>
                </a:lnTo>
                <a:lnTo>
                  <a:pt x="1485942" y="6290509"/>
                </a:lnTo>
                <a:lnTo>
                  <a:pt x="1485942" y="6301189"/>
                </a:lnTo>
                <a:lnTo>
                  <a:pt x="1514769" y="6301189"/>
                </a:lnTo>
                <a:lnTo>
                  <a:pt x="1514769" y="6286504"/>
                </a:lnTo>
                <a:cubicBezTo>
                  <a:pt x="1514769" y="6273154"/>
                  <a:pt x="1507230" y="6265144"/>
                  <a:pt x="1496586" y="6265144"/>
                </a:cubicBezTo>
                <a:close/>
                <a:moveTo>
                  <a:pt x="418041" y="6184154"/>
                </a:moveTo>
                <a:cubicBezTo>
                  <a:pt x="401189" y="6184154"/>
                  <a:pt x="386554" y="6198839"/>
                  <a:pt x="386554" y="6217529"/>
                </a:cubicBezTo>
                <a:lnTo>
                  <a:pt x="386554" y="6441363"/>
                </a:lnTo>
                <a:cubicBezTo>
                  <a:pt x="386554" y="6460053"/>
                  <a:pt x="401189" y="6474738"/>
                  <a:pt x="418041" y="6474738"/>
                </a:cubicBezTo>
                <a:lnTo>
                  <a:pt x="624260" y="6474738"/>
                </a:lnTo>
                <a:cubicBezTo>
                  <a:pt x="642442" y="6474738"/>
                  <a:pt x="657077" y="6460053"/>
                  <a:pt x="657077" y="6441363"/>
                </a:cubicBezTo>
                <a:lnTo>
                  <a:pt x="657077" y="6431745"/>
                </a:lnTo>
                <a:lnTo>
                  <a:pt x="657077" y="6406389"/>
                </a:lnTo>
                <a:lnTo>
                  <a:pt x="657077" y="6370541"/>
                </a:lnTo>
                <a:lnTo>
                  <a:pt x="657077" y="6329446"/>
                </a:lnTo>
                <a:lnTo>
                  <a:pt x="657077" y="6288352"/>
                </a:lnTo>
                <a:lnTo>
                  <a:pt x="657077" y="6252503"/>
                </a:lnTo>
                <a:lnTo>
                  <a:pt x="657077" y="6227147"/>
                </a:lnTo>
                <a:lnTo>
                  <a:pt x="657077" y="6217529"/>
                </a:lnTo>
                <a:cubicBezTo>
                  <a:pt x="657077" y="6198839"/>
                  <a:pt x="642442" y="6184154"/>
                  <a:pt x="624260" y="6184154"/>
                </a:cubicBezTo>
                <a:close/>
                <a:moveTo>
                  <a:pt x="0" y="0"/>
                </a:moveTo>
                <a:lnTo>
                  <a:pt x="6569102" y="0"/>
                </a:lnTo>
                <a:lnTo>
                  <a:pt x="6483195" y="4338"/>
                </a:lnTo>
                <a:cubicBezTo>
                  <a:pt x="6059463" y="47370"/>
                  <a:pt x="5728801" y="405225"/>
                  <a:pt x="5728801" y="840310"/>
                </a:cubicBezTo>
                <a:lnTo>
                  <a:pt x="5728801" y="6861600"/>
                </a:lnTo>
                <a:lnTo>
                  <a:pt x="0" y="6861600"/>
                </a:lnTo>
                <a:close/>
              </a:path>
            </a:pathLst>
          </a:custGeom>
          <a:solidFill>
            <a:srgbClr val="CFCFCF"/>
          </a:solidFill>
        </p:spPr>
        <p:txBody>
          <a:bodyPr wrap="square" tIns="72000" anchor="t" anchorCtr="0">
            <a:noAutofit/>
          </a:bodyPr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1200">
                <a:solidFill>
                  <a:schemeClr val="bg1"/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Click here and insert picture</a:t>
            </a:r>
          </a:p>
        </p:txBody>
      </p:sp>
      <p:sp>
        <p:nvSpPr>
          <p:cNvPr id="12" name="Freeform 11">
            <a:extLst>
              <a:ext uri="{FF2B5EF4-FFF2-40B4-BE49-F238E27FC236}">
                <a16:creationId xmlns:a16="http://schemas.microsoft.com/office/drawing/2014/main" id="{AB84FBBB-C3EE-85E2-4EDC-E8D48EFA75F7}"/>
              </a:ext>
            </a:extLst>
          </p:cNvPr>
          <p:cNvSpPr/>
          <p:nvPr userDrawn="1"/>
        </p:nvSpPr>
        <p:spPr>
          <a:xfrm rot="10800000">
            <a:off x="6097935" y="0"/>
            <a:ext cx="6094065" cy="6858000"/>
          </a:xfrm>
          <a:custGeom>
            <a:avLst/>
            <a:gdLst>
              <a:gd name="connsiteX0" fmla="*/ 5253764 w 6094065"/>
              <a:gd name="connsiteY0" fmla="*/ 6858000 h 6858000"/>
              <a:gd name="connsiteX1" fmla="*/ 4457700 w 6094065"/>
              <a:gd name="connsiteY1" fmla="*/ 6858000 h 6858000"/>
              <a:gd name="connsiteX2" fmla="*/ 4140200 w 6094065"/>
              <a:gd name="connsiteY2" fmla="*/ 6858000 h 6858000"/>
              <a:gd name="connsiteX3" fmla="*/ 4048382 w 6094065"/>
              <a:gd name="connsiteY3" fmla="*/ 6858000 h 6858000"/>
              <a:gd name="connsiteX4" fmla="*/ 3730882 w 6094065"/>
              <a:gd name="connsiteY4" fmla="*/ 6858000 h 6858000"/>
              <a:gd name="connsiteX5" fmla="*/ 0 w 6094065"/>
              <a:gd name="connsiteY5" fmla="*/ 6858000 h 6858000"/>
              <a:gd name="connsiteX6" fmla="*/ 0 w 6094065"/>
              <a:gd name="connsiteY6" fmla="*/ 0 h 6858000"/>
              <a:gd name="connsiteX7" fmla="*/ 4140200 w 6094065"/>
              <a:gd name="connsiteY7" fmla="*/ 0 h 6858000"/>
              <a:gd name="connsiteX8" fmla="*/ 4457700 w 6094065"/>
              <a:gd name="connsiteY8" fmla="*/ 0 h 6858000"/>
              <a:gd name="connsiteX9" fmla="*/ 6094065 w 6094065"/>
              <a:gd name="connsiteY9" fmla="*/ 0 h 6858000"/>
              <a:gd name="connsiteX10" fmla="*/ 6094065 w 6094065"/>
              <a:gd name="connsiteY10" fmla="*/ 6017690 h 6858000"/>
              <a:gd name="connsiteX11" fmla="*/ 5339671 w 6094065"/>
              <a:gd name="connsiteY11" fmla="*/ 6853662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094065" h="6858000">
                <a:moveTo>
                  <a:pt x="5253764" y="6858000"/>
                </a:moveTo>
                <a:lnTo>
                  <a:pt x="4457700" y="6858000"/>
                </a:lnTo>
                <a:lnTo>
                  <a:pt x="4140200" y="6858000"/>
                </a:lnTo>
                <a:lnTo>
                  <a:pt x="4048382" y="6858000"/>
                </a:lnTo>
                <a:lnTo>
                  <a:pt x="3730882" y="6858000"/>
                </a:lnTo>
                <a:lnTo>
                  <a:pt x="0" y="6858000"/>
                </a:lnTo>
                <a:lnTo>
                  <a:pt x="0" y="0"/>
                </a:lnTo>
                <a:lnTo>
                  <a:pt x="4140200" y="0"/>
                </a:lnTo>
                <a:lnTo>
                  <a:pt x="4457700" y="0"/>
                </a:lnTo>
                <a:lnTo>
                  <a:pt x="6094065" y="0"/>
                </a:lnTo>
                <a:lnTo>
                  <a:pt x="6094065" y="6017690"/>
                </a:lnTo>
                <a:cubicBezTo>
                  <a:pt x="6094065" y="6452775"/>
                  <a:pt x="5763403" y="6810630"/>
                  <a:pt x="5339671" y="6853662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237600" tIns="237600" rIns="237600" bIns="237600" rtlCol="0" anchor="ctr">
            <a:noAutofit/>
          </a:bodyPr>
          <a:lstStyle/>
          <a:p>
            <a:pPr algn="ctr"/>
            <a:endParaRPr lang="en-001" sz="2000" noProof="0" err="1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6596063" y="1843499"/>
            <a:ext cx="5094287" cy="3171001"/>
          </a:xfrm>
        </p:spPr>
        <p:txBody>
          <a:bodyPr anchor="t"/>
          <a:lstStyle>
            <a:lvl1pPr algn="l">
              <a:defRPr sz="3200" spc="-150">
                <a:solidFill>
                  <a:schemeClr val="tx1"/>
                </a:solidFill>
              </a:defRPr>
            </a:lvl1pPr>
          </a:lstStyle>
          <a:p>
            <a:r>
              <a:rPr lang="en-GB"/>
              <a:t>Click to add quote</a:t>
            </a:r>
          </a:p>
        </p:txBody>
      </p:sp>
      <p:sp>
        <p:nvSpPr>
          <p:cNvPr id="3" name="Text Placeholder 12">
            <a:extLst>
              <a:ext uri="{FF2B5EF4-FFF2-40B4-BE49-F238E27FC236}">
                <a16:creationId xmlns:a16="http://schemas.microsoft.com/office/drawing/2014/main" id="{2D0F18FF-64AA-2E82-DDBF-AEF954EF3019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596063" y="5055012"/>
            <a:ext cx="5094287" cy="459086"/>
          </a:xfrm>
        </p:spPr>
        <p:txBody>
          <a:bodyPr anchor="b" anchorCtr="0"/>
          <a:lstStyle>
            <a:lvl1pPr marL="0" indent="0">
              <a:lnSpc>
                <a:spcPts val="1300"/>
              </a:lnSpc>
              <a:buFontTx/>
              <a:buNone/>
              <a:defRPr sz="1400">
                <a:solidFill>
                  <a:schemeClr val="tx1"/>
                </a:solidFill>
                <a:latin typeface="+mj-lt"/>
              </a:defRPr>
            </a:lvl1pPr>
            <a:lvl2pPr marL="180000" indent="0">
              <a:buFontTx/>
              <a:buNone/>
              <a:defRPr sz="1400">
                <a:solidFill>
                  <a:schemeClr val="bg1"/>
                </a:solidFill>
                <a:latin typeface="+mj-lt"/>
              </a:defRPr>
            </a:lvl2pPr>
            <a:lvl3pPr marL="360000" indent="0">
              <a:buFontTx/>
              <a:buNone/>
              <a:defRPr sz="1400">
                <a:solidFill>
                  <a:schemeClr val="bg1"/>
                </a:solidFill>
                <a:latin typeface="+mj-lt"/>
              </a:defRPr>
            </a:lvl3pPr>
            <a:lvl4pPr>
              <a:buFontTx/>
              <a:buNone/>
              <a:defRPr sz="1400">
                <a:solidFill>
                  <a:schemeClr val="bg1"/>
                </a:solidFill>
                <a:latin typeface="+mj-lt"/>
              </a:defRPr>
            </a:lvl4pPr>
            <a:lvl5pPr>
              <a:buFontTx/>
              <a:buNone/>
              <a:defRPr sz="1400">
                <a:solidFill>
                  <a:schemeClr val="bg1"/>
                </a:solidFill>
                <a:latin typeface="+mj-lt"/>
              </a:defRPr>
            </a:lvl5pPr>
          </a:lstStyle>
          <a:p>
            <a:pPr lvl="0"/>
            <a:r>
              <a:rPr lang="en-US"/>
              <a:t>Click to add name</a:t>
            </a:r>
            <a:endParaRPr lang="en-001"/>
          </a:p>
        </p:txBody>
      </p:sp>
      <p:sp>
        <p:nvSpPr>
          <p:cNvPr id="4" name="Footer Placeholder 10">
            <a:extLst>
              <a:ext uri="{FF2B5EF4-FFF2-40B4-BE49-F238E27FC236}">
                <a16:creationId xmlns:a16="http://schemas.microsoft.com/office/drawing/2014/main" id="{F023A498-BA87-1AD8-DBE5-125B07527E6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540625" y="6405563"/>
            <a:ext cx="3308349" cy="180974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r">
              <a:defRPr lang="en-GB" sz="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n-US"/>
              <a:t>Update header via slide master</a:t>
            </a:r>
          </a:p>
        </p:txBody>
      </p:sp>
      <p:sp>
        <p:nvSpPr>
          <p:cNvPr id="5" name="Slide Number Placeholder 11">
            <a:extLst>
              <a:ext uri="{FF2B5EF4-FFF2-40B4-BE49-F238E27FC236}">
                <a16:creationId xmlns:a16="http://schemas.microsoft.com/office/drawing/2014/main" id="{5B0F0C0F-42A5-7974-22A4-20273619E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0950" y="6403974"/>
            <a:ext cx="409575" cy="193676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r">
              <a:defRPr lang="en-GB" sz="7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E609CB8F-9537-1E4B-B955-6CC1563861C9}" type="slidenum">
              <a:rPr lang="en-VN" smtClean="0"/>
              <a:pPr/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1636138880"/>
      </p:ext>
    </p:extLst>
  </p:cSld>
  <p:clrMapOvr>
    <a:masterClrMapping/>
  </p:clrMapOvr>
</p:sldLayout>
</file>

<file path=ppt/slideLayouts/slideLayout15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ull bleed image A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" name="Picture 29">
            <a:extLst>
              <a:ext uri="{FF2B5EF4-FFF2-40B4-BE49-F238E27FC236}">
                <a16:creationId xmlns:a16="http://schemas.microsoft.com/office/drawing/2014/main" id="{927E9CDB-1F39-9430-8EA5-65A3BC8D111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371475" y="6169025"/>
            <a:ext cx="1299398" cy="320399"/>
          </a:xfrm>
          <a:prstGeom prst="rect">
            <a:avLst/>
          </a:prstGeom>
        </p:spPr>
      </p:pic>
      <p:sp>
        <p:nvSpPr>
          <p:cNvPr id="6" name="Date Placeholder 5" hidden="1">
            <a:extLst>
              <a:ext uri="{FF2B5EF4-FFF2-40B4-BE49-F238E27FC236}">
                <a16:creationId xmlns:a16="http://schemas.microsoft.com/office/drawing/2014/main" id="{08F8CACC-6EC3-45E4-B2E4-A9916C3AA0BC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>
            <a:lvl1pPr>
              <a:defRPr>
                <a:noFill/>
              </a:defRPr>
            </a:lvl1pPr>
          </a:lstStyle>
          <a:p>
            <a:endParaRPr lang="en-GB"/>
          </a:p>
        </p:txBody>
      </p:sp>
      <p:sp>
        <p:nvSpPr>
          <p:cNvPr id="36" name="Picture Placeholder 35">
            <a:extLst>
              <a:ext uri="{FF2B5EF4-FFF2-40B4-BE49-F238E27FC236}">
                <a16:creationId xmlns:a16="http://schemas.microsoft.com/office/drawing/2014/main" id="{67613774-AF57-BF59-8A57-A53D318AE4E9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3200" cy="6861600"/>
          </a:xfrm>
          <a:custGeom>
            <a:avLst/>
            <a:gdLst>
              <a:gd name="connsiteX0" fmla="*/ 1278393 w 12193200"/>
              <a:gd name="connsiteY0" fmla="*/ 6290509 h 6861600"/>
              <a:gd name="connsiteX1" fmla="*/ 1341367 w 12193200"/>
              <a:gd name="connsiteY1" fmla="*/ 6290509 h 6861600"/>
              <a:gd name="connsiteX2" fmla="*/ 1341367 w 12193200"/>
              <a:gd name="connsiteY2" fmla="*/ 6323884 h 6861600"/>
              <a:gd name="connsiteX3" fmla="*/ 1278393 w 12193200"/>
              <a:gd name="connsiteY3" fmla="*/ 6323884 h 6861600"/>
              <a:gd name="connsiteX4" fmla="*/ 1015852 w 12193200"/>
              <a:gd name="connsiteY4" fmla="*/ 6289174 h 6861600"/>
              <a:gd name="connsiteX5" fmla="*/ 1038026 w 12193200"/>
              <a:gd name="connsiteY5" fmla="*/ 6343909 h 6861600"/>
              <a:gd name="connsiteX6" fmla="*/ 993678 w 12193200"/>
              <a:gd name="connsiteY6" fmla="*/ 6343909 h 6861600"/>
              <a:gd name="connsiteX7" fmla="*/ 1542263 w 12193200"/>
              <a:gd name="connsiteY7" fmla="*/ 6265589 h 6861600"/>
              <a:gd name="connsiteX8" fmla="*/ 1542263 w 12193200"/>
              <a:gd name="connsiteY8" fmla="*/ 6393304 h 6861600"/>
              <a:gd name="connsiteX9" fmla="*/ 1572863 w 12193200"/>
              <a:gd name="connsiteY9" fmla="*/ 6393304 h 6861600"/>
              <a:gd name="connsiteX10" fmla="*/ 1572863 w 12193200"/>
              <a:gd name="connsiteY10" fmla="*/ 6334564 h 6861600"/>
              <a:gd name="connsiteX11" fmla="*/ 1630516 w 12193200"/>
              <a:gd name="connsiteY11" fmla="*/ 6393304 h 6861600"/>
              <a:gd name="connsiteX12" fmla="*/ 1672646 w 12193200"/>
              <a:gd name="connsiteY12" fmla="*/ 6393304 h 6861600"/>
              <a:gd name="connsiteX13" fmla="*/ 1603020 w 12193200"/>
              <a:gd name="connsiteY13" fmla="*/ 6325219 h 6861600"/>
              <a:gd name="connsiteX14" fmla="*/ 1669985 w 12193200"/>
              <a:gd name="connsiteY14" fmla="*/ 6265589 h 6861600"/>
              <a:gd name="connsiteX15" fmla="*/ 1629185 w 12193200"/>
              <a:gd name="connsiteY15" fmla="*/ 6265589 h 6861600"/>
              <a:gd name="connsiteX16" fmla="*/ 1572863 w 12193200"/>
              <a:gd name="connsiteY16" fmla="*/ 6317209 h 6861600"/>
              <a:gd name="connsiteX17" fmla="*/ 1572863 w 12193200"/>
              <a:gd name="connsiteY17" fmla="*/ 6265589 h 6861600"/>
              <a:gd name="connsiteX18" fmla="*/ 1248236 w 12193200"/>
              <a:gd name="connsiteY18" fmla="*/ 6265589 h 6861600"/>
              <a:gd name="connsiteX19" fmla="*/ 1248236 w 12193200"/>
              <a:gd name="connsiteY19" fmla="*/ 6393304 h 6861600"/>
              <a:gd name="connsiteX20" fmla="*/ 1278393 w 12193200"/>
              <a:gd name="connsiteY20" fmla="*/ 6393304 h 6861600"/>
              <a:gd name="connsiteX21" fmla="*/ 1278393 w 12193200"/>
              <a:gd name="connsiteY21" fmla="*/ 6349249 h 6861600"/>
              <a:gd name="connsiteX22" fmla="*/ 1311210 w 12193200"/>
              <a:gd name="connsiteY22" fmla="*/ 6349249 h 6861600"/>
              <a:gd name="connsiteX23" fmla="*/ 1338706 w 12193200"/>
              <a:gd name="connsiteY23" fmla="*/ 6393304 h 6861600"/>
              <a:gd name="connsiteX24" fmla="*/ 1371524 w 12193200"/>
              <a:gd name="connsiteY24" fmla="*/ 6393304 h 6861600"/>
              <a:gd name="connsiteX25" fmla="*/ 1342697 w 12193200"/>
              <a:gd name="connsiteY25" fmla="*/ 6349249 h 6861600"/>
              <a:gd name="connsiteX26" fmla="*/ 1345358 w 12193200"/>
              <a:gd name="connsiteY26" fmla="*/ 6349249 h 6861600"/>
              <a:gd name="connsiteX27" fmla="*/ 1370193 w 12193200"/>
              <a:gd name="connsiteY27" fmla="*/ 6329224 h 6861600"/>
              <a:gd name="connsiteX28" fmla="*/ 1370193 w 12193200"/>
              <a:gd name="connsiteY28" fmla="*/ 6286949 h 6861600"/>
              <a:gd name="connsiteX29" fmla="*/ 1349350 w 12193200"/>
              <a:gd name="connsiteY29" fmla="*/ 6265589 h 6861600"/>
              <a:gd name="connsiteX30" fmla="*/ 1104991 w 12193200"/>
              <a:gd name="connsiteY30" fmla="*/ 6265589 h 6861600"/>
              <a:gd name="connsiteX31" fmla="*/ 1104991 w 12193200"/>
              <a:gd name="connsiteY31" fmla="*/ 6393304 h 6861600"/>
              <a:gd name="connsiteX32" fmla="*/ 1226061 w 12193200"/>
              <a:gd name="connsiteY32" fmla="*/ 6393304 h 6861600"/>
              <a:gd name="connsiteX33" fmla="*/ 1226061 w 12193200"/>
              <a:gd name="connsiteY33" fmla="*/ 6367939 h 6861600"/>
              <a:gd name="connsiteX34" fmla="*/ 1133817 w 12193200"/>
              <a:gd name="connsiteY34" fmla="*/ 6367939 h 6861600"/>
              <a:gd name="connsiteX35" fmla="*/ 1133817 w 12193200"/>
              <a:gd name="connsiteY35" fmla="*/ 6341239 h 6861600"/>
              <a:gd name="connsiteX36" fmla="*/ 1212757 w 12193200"/>
              <a:gd name="connsiteY36" fmla="*/ 6341239 h 6861600"/>
              <a:gd name="connsiteX37" fmla="*/ 1212757 w 12193200"/>
              <a:gd name="connsiteY37" fmla="*/ 6315874 h 6861600"/>
              <a:gd name="connsiteX38" fmla="*/ 1133817 w 12193200"/>
              <a:gd name="connsiteY38" fmla="*/ 6315874 h 6861600"/>
              <a:gd name="connsiteX39" fmla="*/ 1133817 w 12193200"/>
              <a:gd name="connsiteY39" fmla="*/ 6290509 h 6861600"/>
              <a:gd name="connsiteX40" fmla="*/ 1224731 w 12193200"/>
              <a:gd name="connsiteY40" fmla="*/ 6290509 h 6861600"/>
              <a:gd name="connsiteX41" fmla="*/ 1224731 w 12193200"/>
              <a:gd name="connsiteY41" fmla="*/ 6265589 h 6861600"/>
              <a:gd name="connsiteX42" fmla="*/ 995895 w 12193200"/>
              <a:gd name="connsiteY42" fmla="*/ 6265589 h 6861600"/>
              <a:gd name="connsiteX43" fmla="*/ 939573 w 12193200"/>
              <a:gd name="connsiteY43" fmla="*/ 6393304 h 6861600"/>
              <a:gd name="connsiteX44" fmla="*/ 972391 w 12193200"/>
              <a:gd name="connsiteY44" fmla="*/ 6393304 h 6861600"/>
              <a:gd name="connsiteX45" fmla="*/ 983034 w 12193200"/>
              <a:gd name="connsiteY45" fmla="*/ 6367939 h 6861600"/>
              <a:gd name="connsiteX46" fmla="*/ 1048669 w 12193200"/>
              <a:gd name="connsiteY46" fmla="*/ 6367939 h 6861600"/>
              <a:gd name="connsiteX47" fmla="*/ 1060643 w 12193200"/>
              <a:gd name="connsiteY47" fmla="*/ 6393304 h 6861600"/>
              <a:gd name="connsiteX48" fmla="*/ 1092130 w 12193200"/>
              <a:gd name="connsiteY48" fmla="*/ 6393304 h 6861600"/>
              <a:gd name="connsiteX49" fmla="*/ 1035365 w 12193200"/>
              <a:gd name="connsiteY49" fmla="*/ 6265589 h 6861600"/>
              <a:gd name="connsiteX50" fmla="*/ 778146 w 12193200"/>
              <a:gd name="connsiteY50" fmla="*/ 6265589 h 6861600"/>
              <a:gd name="connsiteX51" fmla="*/ 778146 w 12193200"/>
              <a:gd name="connsiteY51" fmla="*/ 6393304 h 6861600"/>
              <a:gd name="connsiteX52" fmla="*/ 805642 w 12193200"/>
              <a:gd name="connsiteY52" fmla="*/ 6393304 h 6861600"/>
              <a:gd name="connsiteX53" fmla="*/ 805642 w 12193200"/>
              <a:gd name="connsiteY53" fmla="*/ 6319879 h 6861600"/>
              <a:gd name="connsiteX54" fmla="*/ 838459 w 12193200"/>
              <a:gd name="connsiteY54" fmla="*/ 6393304 h 6861600"/>
              <a:gd name="connsiteX55" fmla="*/ 867286 w 12193200"/>
              <a:gd name="connsiteY55" fmla="*/ 6393304 h 6861600"/>
              <a:gd name="connsiteX56" fmla="*/ 900103 w 12193200"/>
              <a:gd name="connsiteY56" fmla="*/ 6318544 h 6861600"/>
              <a:gd name="connsiteX57" fmla="*/ 900103 w 12193200"/>
              <a:gd name="connsiteY57" fmla="*/ 6393304 h 6861600"/>
              <a:gd name="connsiteX58" fmla="*/ 927599 w 12193200"/>
              <a:gd name="connsiteY58" fmla="*/ 6393304 h 6861600"/>
              <a:gd name="connsiteX59" fmla="*/ 927599 w 12193200"/>
              <a:gd name="connsiteY59" fmla="*/ 6265589 h 6861600"/>
              <a:gd name="connsiteX60" fmla="*/ 894781 w 12193200"/>
              <a:gd name="connsiteY60" fmla="*/ 6265589 h 6861600"/>
              <a:gd name="connsiteX61" fmla="*/ 852651 w 12193200"/>
              <a:gd name="connsiteY61" fmla="*/ 6361264 h 6861600"/>
              <a:gd name="connsiteX62" fmla="*/ 810964 w 12193200"/>
              <a:gd name="connsiteY62" fmla="*/ 6265589 h 6861600"/>
              <a:gd name="connsiteX63" fmla="*/ 1414985 w 12193200"/>
              <a:gd name="connsiteY63" fmla="*/ 6265144 h 6861600"/>
              <a:gd name="connsiteX64" fmla="*/ 1395471 w 12193200"/>
              <a:gd name="connsiteY64" fmla="*/ 6285169 h 6861600"/>
              <a:gd name="connsiteX65" fmla="*/ 1395471 w 12193200"/>
              <a:gd name="connsiteY65" fmla="*/ 6322549 h 6861600"/>
              <a:gd name="connsiteX66" fmla="*/ 1414985 w 12193200"/>
              <a:gd name="connsiteY66" fmla="*/ 6341239 h 6861600"/>
              <a:gd name="connsiteX67" fmla="*/ 1485941 w 12193200"/>
              <a:gd name="connsiteY67" fmla="*/ 6341239 h 6861600"/>
              <a:gd name="connsiteX68" fmla="*/ 1485941 w 12193200"/>
              <a:gd name="connsiteY68" fmla="*/ 6367939 h 6861600"/>
              <a:gd name="connsiteX69" fmla="*/ 1424298 w 12193200"/>
              <a:gd name="connsiteY69" fmla="*/ 6367939 h 6861600"/>
              <a:gd name="connsiteX70" fmla="*/ 1424298 w 12193200"/>
              <a:gd name="connsiteY70" fmla="*/ 6358594 h 6861600"/>
              <a:gd name="connsiteX71" fmla="*/ 1394141 w 12193200"/>
              <a:gd name="connsiteY71" fmla="*/ 6358594 h 6861600"/>
              <a:gd name="connsiteX72" fmla="*/ 1394141 w 12193200"/>
              <a:gd name="connsiteY72" fmla="*/ 6374614 h 6861600"/>
              <a:gd name="connsiteX73" fmla="*/ 1413654 w 12193200"/>
              <a:gd name="connsiteY73" fmla="*/ 6393304 h 6861600"/>
              <a:gd name="connsiteX74" fmla="*/ 1424298 w 12193200"/>
              <a:gd name="connsiteY74" fmla="*/ 6393304 h 6861600"/>
              <a:gd name="connsiteX75" fmla="*/ 1495255 w 12193200"/>
              <a:gd name="connsiteY75" fmla="*/ 6393304 h 6861600"/>
              <a:gd name="connsiteX76" fmla="*/ 1514768 w 12193200"/>
              <a:gd name="connsiteY76" fmla="*/ 6373279 h 6861600"/>
              <a:gd name="connsiteX77" fmla="*/ 1514768 w 12193200"/>
              <a:gd name="connsiteY77" fmla="*/ 6337234 h 6861600"/>
              <a:gd name="connsiteX78" fmla="*/ 1495255 w 12193200"/>
              <a:gd name="connsiteY78" fmla="*/ 6315874 h 6861600"/>
              <a:gd name="connsiteX79" fmla="*/ 1424298 w 12193200"/>
              <a:gd name="connsiteY79" fmla="*/ 6315874 h 6861600"/>
              <a:gd name="connsiteX80" fmla="*/ 1424298 w 12193200"/>
              <a:gd name="connsiteY80" fmla="*/ 6290509 h 6861600"/>
              <a:gd name="connsiteX81" fmla="*/ 1485941 w 12193200"/>
              <a:gd name="connsiteY81" fmla="*/ 6290509 h 6861600"/>
              <a:gd name="connsiteX82" fmla="*/ 1485941 w 12193200"/>
              <a:gd name="connsiteY82" fmla="*/ 6301189 h 6861600"/>
              <a:gd name="connsiteX83" fmla="*/ 1514768 w 12193200"/>
              <a:gd name="connsiteY83" fmla="*/ 6301189 h 6861600"/>
              <a:gd name="connsiteX84" fmla="*/ 1514768 w 12193200"/>
              <a:gd name="connsiteY84" fmla="*/ 6286504 h 6861600"/>
              <a:gd name="connsiteX85" fmla="*/ 1496585 w 12193200"/>
              <a:gd name="connsiteY85" fmla="*/ 6265144 h 6861600"/>
              <a:gd name="connsiteX86" fmla="*/ 418040 w 12193200"/>
              <a:gd name="connsiteY86" fmla="*/ 6184154 h 6861600"/>
              <a:gd name="connsiteX87" fmla="*/ 386553 w 12193200"/>
              <a:gd name="connsiteY87" fmla="*/ 6217529 h 6861600"/>
              <a:gd name="connsiteX88" fmla="*/ 386553 w 12193200"/>
              <a:gd name="connsiteY88" fmla="*/ 6441363 h 6861600"/>
              <a:gd name="connsiteX89" fmla="*/ 418040 w 12193200"/>
              <a:gd name="connsiteY89" fmla="*/ 6474738 h 6861600"/>
              <a:gd name="connsiteX90" fmla="*/ 624259 w 12193200"/>
              <a:gd name="connsiteY90" fmla="*/ 6474738 h 6861600"/>
              <a:gd name="connsiteX91" fmla="*/ 657076 w 12193200"/>
              <a:gd name="connsiteY91" fmla="*/ 6441363 h 6861600"/>
              <a:gd name="connsiteX92" fmla="*/ 657076 w 12193200"/>
              <a:gd name="connsiteY92" fmla="*/ 6217529 h 6861600"/>
              <a:gd name="connsiteX93" fmla="*/ 624259 w 12193200"/>
              <a:gd name="connsiteY93" fmla="*/ 6184154 h 6861600"/>
              <a:gd name="connsiteX94" fmla="*/ 0 w 12193200"/>
              <a:gd name="connsiteY94" fmla="*/ 0 h 6861600"/>
              <a:gd name="connsiteX95" fmla="*/ 12193200 w 12193200"/>
              <a:gd name="connsiteY95" fmla="*/ 0 h 6861600"/>
              <a:gd name="connsiteX96" fmla="*/ 12193200 w 12193200"/>
              <a:gd name="connsiteY96" fmla="*/ 6861600 h 6861600"/>
              <a:gd name="connsiteX97" fmla="*/ 0 w 12193200"/>
              <a:gd name="connsiteY97" fmla="*/ 6861600 h 686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</a:cxnLst>
            <a:rect l="l" t="t" r="r" b="b"/>
            <a:pathLst>
              <a:path w="12193200" h="6861600">
                <a:moveTo>
                  <a:pt x="1278393" y="6290509"/>
                </a:moveTo>
                <a:lnTo>
                  <a:pt x="1341367" y="6290509"/>
                </a:lnTo>
                <a:lnTo>
                  <a:pt x="1341367" y="6323884"/>
                </a:lnTo>
                <a:lnTo>
                  <a:pt x="1278393" y="6323884"/>
                </a:lnTo>
                <a:close/>
                <a:moveTo>
                  <a:pt x="1015852" y="6289174"/>
                </a:moveTo>
                <a:lnTo>
                  <a:pt x="1038026" y="6343909"/>
                </a:lnTo>
                <a:lnTo>
                  <a:pt x="993678" y="6343909"/>
                </a:lnTo>
                <a:close/>
                <a:moveTo>
                  <a:pt x="1542263" y="6265589"/>
                </a:moveTo>
                <a:lnTo>
                  <a:pt x="1542263" y="6393304"/>
                </a:lnTo>
                <a:lnTo>
                  <a:pt x="1572863" y="6393304"/>
                </a:lnTo>
                <a:lnTo>
                  <a:pt x="1572863" y="6334564"/>
                </a:lnTo>
                <a:lnTo>
                  <a:pt x="1630516" y="6393304"/>
                </a:lnTo>
                <a:lnTo>
                  <a:pt x="1672646" y="6393304"/>
                </a:lnTo>
                <a:lnTo>
                  <a:pt x="1603020" y="6325219"/>
                </a:lnTo>
                <a:lnTo>
                  <a:pt x="1669985" y="6265589"/>
                </a:lnTo>
                <a:lnTo>
                  <a:pt x="1629185" y="6265589"/>
                </a:lnTo>
                <a:lnTo>
                  <a:pt x="1572863" y="6317209"/>
                </a:lnTo>
                <a:lnTo>
                  <a:pt x="1572863" y="6265589"/>
                </a:lnTo>
                <a:close/>
                <a:moveTo>
                  <a:pt x="1248236" y="6265589"/>
                </a:moveTo>
                <a:lnTo>
                  <a:pt x="1248236" y="6393304"/>
                </a:lnTo>
                <a:lnTo>
                  <a:pt x="1278393" y="6393304"/>
                </a:lnTo>
                <a:lnTo>
                  <a:pt x="1278393" y="6349249"/>
                </a:lnTo>
                <a:lnTo>
                  <a:pt x="1311210" y="6349249"/>
                </a:lnTo>
                <a:lnTo>
                  <a:pt x="1338706" y="6393304"/>
                </a:lnTo>
                <a:lnTo>
                  <a:pt x="1371524" y="6393304"/>
                </a:lnTo>
                <a:lnTo>
                  <a:pt x="1342697" y="6349249"/>
                </a:lnTo>
                <a:lnTo>
                  <a:pt x="1345358" y="6349249"/>
                </a:lnTo>
                <a:cubicBezTo>
                  <a:pt x="1362210" y="6349249"/>
                  <a:pt x="1370193" y="6339904"/>
                  <a:pt x="1370193" y="6329224"/>
                </a:cubicBezTo>
                <a:lnTo>
                  <a:pt x="1370193" y="6286949"/>
                </a:lnTo>
                <a:cubicBezTo>
                  <a:pt x="1370193" y="6273599"/>
                  <a:pt x="1362210" y="6265589"/>
                  <a:pt x="1349350" y="6265589"/>
                </a:cubicBezTo>
                <a:close/>
                <a:moveTo>
                  <a:pt x="1104991" y="6265589"/>
                </a:moveTo>
                <a:lnTo>
                  <a:pt x="1104991" y="6393304"/>
                </a:lnTo>
                <a:lnTo>
                  <a:pt x="1226061" y="6393304"/>
                </a:lnTo>
                <a:lnTo>
                  <a:pt x="1226061" y="6367939"/>
                </a:lnTo>
                <a:lnTo>
                  <a:pt x="1133817" y="6367939"/>
                </a:lnTo>
                <a:lnTo>
                  <a:pt x="1133817" y="6341239"/>
                </a:lnTo>
                <a:lnTo>
                  <a:pt x="1212757" y="6341239"/>
                </a:lnTo>
                <a:lnTo>
                  <a:pt x="1212757" y="6315874"/>
                </a:lnTo>
                <a:lnTo>
                  <a:pt x="1133817" y="6315874"/>
                </a:lnTo>
                <a:lnTo>
                  <a:pt x="1133817" y="6290509"/>
                </a:lnTo>
                <a:lnTo>
                  <a:pt x="1224731" y="6290509"/>
                </a:lnTo>
                <a:lnTo>
                  <a:pt x="1224731" y="6265589"/>
                </a:lnTo>
                <a:close/>
                <a:moveTo>
                  <a:pt x="995895" y="6265589"/>
                </a:moveTo>
                <a:lnTo>
                  <a:pt x="939573" y="6393304"/>
                </a:lnTo>
                <a:lnTo>
                  <a:pt x="972391" y="6393304"/>
                </a:lnTo>
                <a:lnTo>
                  <a:pt x="983034" y="6367939"/>
                </a:lnTo>
                <a:lnTo>
                  <a:pt x="1048669" y="6367939"/>
                </a:lnTo>
                <a:lnTo>
                  <a:pt x="1060643" y="6393304"/>
                </a:lnTo>
                <a:lnTo>
                  <a:pt x="1092130" y="6393304"/>
                </a:lnTo>
                <a:lnTo>
                  <a:pt x="1035365" y="6265589"/>
                </a:lnTo>
                <a:close/>
                <a:moveTo>
                  <a:pt x="778146" y="6265589"/>
                </a:moveTo>
                <a:lnTo>
                  <a:pt x="778146" y="6393304"/>
                </a:lnTo>
                <a:lnTo>
                  <a:pt x="805642" y="6393304"/>
                </a:lnTo>
                <a:lnTo>
                  <a:pt x="805642" y="6319879"/>
                </a:lnTo>
                <a:lnTo>
                  <a:pt x="838459" y="6393304"/>
                </a:lnTo>
                <a:lnTo>
                  <a:pt x="867286" y="6393304"/>
                </a:lnTo>
                <a:lnTo>
                  <a:pt x="900103" y="6318544"/>
                </a:lnTo>
                <a:lnTo>
                  <a:pt x="900103" y="6393304"/>
                </a:lnTo>
                <a:lnTo>
                  <a:pt x="927599" y="6393304"/>
                </a:lnTo>
                <a:lnTo>
                  <a:pt x="927599" y="6265589"/>
                </a:lnTo>
                <a:lnTo>
                  <a:pt x="894781" y="6265589"/>
                </a:lnTo>
                <a:lnTo>
                  <a:pt x="852651" y="6361264"/>
                </a:lnTo>
                <a:lnTo>
                  <a:pt x="810964" y="6265589"/>
                </a:lnTo>
                <a:close/>
                <a:moveTo>
                  <a:pt x="1414985" y="6265144"/>
                </a:moveTo>
                <a:cubicBezTo>
                  <a:pt x="1404785" y="6265144"/>
                  <a:pt x="1395471" y="6273154"/>
                  <a:pt x="1395471" y="6285169"/>
                </a:cubicBezTo>
                <a:lnTo>
                  <a:pt x="1395471" y="6322549"/>
                </a:lnTo>
                <a:cubicBezTo>
                  <a:pt x="1395471" y="6333229"/>
                  <a:pt x="1403011" y="6341239"/>
                  <a:pt x="1414985" y="6341239"/>
                </a:cubicBezTo>
                <a:lnTo>
                  <a:pt x="1485941" y="6341239"/>
                </a:lnTo>
                <a:lnTo>
                  <a:pt x="1485941" y="6367939"/>
                </a:lnTo>
                <a:lnTo>
                  <a:pt x="1424298" y="6367939"/>
                </a:lnTo>
                <a:lnTo>
                  <a:pt x="1424298" y="6358594"/>
                </a:lnTo>
                <a:lnTo>
                  <a:pt x="1394141" y="6358594"/>
                </a:lnTo>
                <a:lnTo>
                  <a:pt x="1394141" y="6374614"/>
                </a:lnTo>
                <a:cubicBezTo>
                  <a:pt x="1394141" y="6385294"/>
                  <a:pt x="1400350" y="6393304"/>
                  <a:pt x="1413654" y="6393304"/>
                </a:cubicBezTo>
                <a:lnTo>
                  <a:pt x="1424298" y="6393304"/>
                </a:lnTo>
                <a:lnTo>
                  <a:pt x="1495255" y="6393304"/>
                </a:lnTo>
                <a:cubicBezTo>
                  <a:pt x="1508115" y="6393304"/>
                  <a:pt x="1514768" y="6385294"/>
                  <a:pt x="1514768" y="6373279"/>
                </a:cubicBezTo>
                <a:lnTo>
                  <a:pt x="1514768" y="6337234"/>
                </a:lnTo>
                <a:cubicBezTo>
                  <a:pt x="1514768" y="6323884"/>
                  <a:pt x="1505898" y="6315874"/>
                  <a:pt x="1495255" y="6315874"/>
                </a:cubicBezTo>
                <a:lnTo>
                  <a:pt x="1424298" y="6315874"/>
                </a:lnTo>
                <a:lnTo>
                  <a:pt x="1424298" y="6290509"/>
                </a:lnTo>
                <a:lnTo>
                  <a:pt x="1485941" y="6290509"/>
                </a:lnTo>
                <a:lnTo>
                  <a:pt x="1485941" y="6301189"/>
                </a:lnTo>
                <a:lnTo>
                  <a:pt x="1514768" y="6301189"/>
                </a:lnTo>
                <a:lnTo>
                  <a:pt x="1514768" y="6286504"/>
                </a:lnTo>
                <a:cubicBezTo>
                  <a:pt x="1514768" y="6273154"/>
                  <a:pt x="1507229" y="6265144"/>
                  <a:pt x="1496585" y="6265144"/>
                </a:cubicBezTo>
                <a:close/>
                <a:moveTo>
                  <a:pt x="418040" y="6184154"/>
                </a:moveTo>
                <a:cubicBezTo>
                  <a:pt x="401188" y="6184154"/>
                  <a:pt x="386553" y="6198839"/>
                  <a:pt x="386553" y="6217529"/>
                </a:cubicBezTo>
                <a:lnTo>
                  <a:pt x="386553" y="6441363"/>
                </a:lnTo>
                <a:cubicBezTo>
                  <a:pt x="386553" y="6460053"/>
                  <a:pt x="401188" y="6474738"/>
                  <a:pt x="418040" y="6474738"/>
                </a:cubicBezTo>
                <a:lnTo>
                  <a:pt x="624259" y="6474738"/>
                </a:lnTo>
                <a:cubicBezTo>
                  <a:pt x="642441" y="6474738"/>
                  <a:pt x="657076" y="6460053"/>
                  <a:pt x="657076" y="6441363"/>
                </a:cubicBezTo>
                <a:cubicBezTo>
                  <a:pt x="657076" y="6441363"/>
                  <a:pt x="657076" y="6217529"/>
                  <a:pt x="657076" y="6217529"/>
                </a:cubicBezTo>
                <a:cubicBezTo>
                  <a:pt x="657076" y="6198839"/>
                  <a:pt x="642441" y="6184154"/>
                  <a:pt x="624259" y="6184154"/>
                </a:cubicBezTo>
                <a:close/>
                <a:moveTo>
                  <a:pt x="0" y="0"/>
                </a:moveTo>
                <a:lnTo>
                  <a:pt x="12193200" y="0"/>
                </a:lnTo>
                <a:lnTo>
                  <a:pt x="12193200" y="6861600"/>
                </a:lnTo>
                <a:lnTo>
                  <a:pt x="0" y="6861600"/>
                </a:lnTo>
                <a:close/>
              </a:path>
            </a:pathLst>
          </a:custGeom>
          <a:solidFill>
            <a:schemeClr val="bg1"/>
          </a:solidFill>
        </p:spPr>
        <p:txBody>
          <a:bodyPr wrap="square" tIns="72000" anchor="t" anchorCtr="0">
            <a:noAutofit/>
          </a:bodyPr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1200">
                <a:solidFill>
                  <a:schemeClr val="bg1"/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Click here and insert picture</a:t>
            </a:r>
          </a:p>
        </p:txBody>
      </p:sp>
      <p:sp>
        <p:nvSpPr>
          <p:cNvPr id="2" name="Footer Placeholder 10">
            <a:extLst>
              <a:ext uri="{FF2B5EF4-FFF2-40B4-BE49-F238E27FC236}">
                <a16:creationId xmlns:a16="http://schemas.microsoft.com/office/drawing/2014/main" id="{7459B068-E574-D11F-A519-41098C3D8B6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540625" y="6405563"/>
            <a:ext cx="3308349" cy="180974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r">
              <a:defRPr lang="en-GB" sz="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n-US"/>
              <a:t>Update header via slide master</a:t>
            </a:r>
          </a:p>
        </p:txBody>
      </p:sp>
      <p:sp>
        <p:nvSpPr>
          <p:cNvPr id="3" name="Slide Number Placeholder 11">
            <a:extLst>
              <a:ext uri="{FF2B5EF4-FFF2-40B4-BE49-F238E27FC236}">
                <a16:creationId xmlns:a16="http://schemas.microsoft.com/office/drawing/2014/main" id="{3447462A-FEEF-85E8-EE9F-7F11CD0B139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0950" y="6403974"/>
            <a:ext cx="409575" cy="193676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r">
              <a:defRPr lang="en-GB" sz="7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E609CB8F-9537-1E4B-B955-6CC1563861C9}" type="slidenum">
              <a:rPr lang="en-VN" smtClean="0"/>
              <a:pPr/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76044625"/>
      </p:ext>
    </p:extLst>
  </p:cSld>
  <p:clrMapOvr>
    <a:masterClrMapping/>
  </p:clrMapOvr>
</p:sldLayout>
</file>

<file path=ppt/slideLayouts/slideLayout16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ull bleed image B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Footer Placeholder 18" hidden="1">
            <a:extLst>
              <a:ext uri="{FF2B5EF4-FFF2-40B4-BE49-F238E27FC236}">
                <a16:creationId xmlns:a16="http://schemas.microsoft.com/office/drawing/2014/main" id="{EF117A4B-54AF-45DE-842B-8168C527210F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0" y="6858000"/>
            <a:ext cx="0" cy="0"/>
          </a:xfrm>
          <a:prstGeom prst="rect">
            <a:avLst/>
          </a:prstGeom>
        </p:spPr>
        <p:txBody>
          <a:bodyPr/>
          <a:lstStyle>
            <a:lvl1pPr>
              <a:defRPr sz="100">
                <a:noFill/>
              </a:defRPr>
            </a:lvl1pPr>
          </a:lstStyle>
          <a:p>
            <a:r>
              <a:rPr lang="en-GB"/>
              <a:t>Update header via slide master</a:t>
            </a:r>
          </a:p>
        </p:txBody>
      </p:sp>
      <p:sp>
        <p:nvSpPr>
          <p:cNvPr id="20" name="Slide Number Placeholder 19" hidden="1">
            <a:extLst>
              <a:ext uri="{FF2B5EF4-FFF2-40B4-BE49-F238E27FC236}">
                <a16:creationId xmlns:a16="http://schemas.microsoft.com/office/drawing/2014/main" id="{6BB5F837-CD41-4FEA-B45A-2B3A60DC7C20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>
          <a:xfrm>
            <a:off x="0" y="6858000"/>
            <a:ext cx="0" cy="0"/>
          </a:xfrm>
          <a:prstGeom prst="rect">
            <a:avLst/>
          </a:prstGeom>
        </p:spPr>
        <p:txBody>
          <a:bodyPr/>
          <a:lstStyle>
            <a:lvl1pPr>
              <a:defRPr sz="100">
                <a:noFill/>
              </a:defRPr>
            </a:lvl1pPr>
          </a:lstStyle>
          <a:p>
            <a:r>
              <a:rPr lang="en-GB"/>
              <a:t>.</a:t>
            </a:r>
          </a:p>
        </p:txBody>
      </p:sp>
      <p:sp>
        <p:nvSpPr>
          <p:cNvPr id="36" name="Picture Placeholder 35">
            <a:extLst>
              <a:ext uri="{FF2B5EF4-FFF2-40B4-BE49-F238E27FC236}">
                <a16:creationId xmlns:a16="http://schemas.microsoft.com/office/drawing/2014/main" id="{E20EAE02-6DC0-4394-0B31-37E2AA6B68B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3200" cy="6861600"/>
          </a:xfrm>
          <a:custGeom>
            <a:avLst/>
            <a:gdLst>
              <a:gd name="connsiteX0" fmla="*/ 1278393 w 12193200"/>
              <a:gd name="connsiteY0" fmla="*/ 6290509 h 6861600"/>
              <a:gd name="connsiteX1" fmla="*/ 1341367 w 12193200"/>
              <a:gd name="connsiteY1" fmla="*/ 6290509 h 6861600"/>
              <a:gd name="connsiteX2" fmla="*/ 1341367 w 12193200"/>
              <a:gd name="connsiteY2" fmla="*/ 6323884 h 6861600"/>
              <a:gd name="connsiteX3" fmla="*/ 1278393 w 12193200"/>
              <a:gd name="connsiteY3" fmla="*/ 6323884 h 6861600"/>
              <a:gd name="connsiteX4" fmla="*/ 1015852 w 12193200"/>
              <a:gd name="connsiteY4" fmla="*/ 6289174 h 6861600"/>
              <a:gd name="connsiteX5" fmla="*/ 1038026 w 12193200"/>
              <a:gd name="connsiteY5" fmla="*/ 6343909 h 6861600"/>
              <a:gd name="connsiteX6" fmla="*/ 993678 w 12193200"/>
              <a:gd name="connsiteY6" fmla="*/ 6343909 h 6861600"/>
              <a:gd name="connsiteX7" fmla="*/ 1542263 w 12193200"/>
              <a:gd name="connsiteY7" fmla="*/ 6265589 h 6861600"/>
              <a:gd name="connsiteX8" fmla="*/ 1542263 w 12193200"/>
              <a:gd name="connsiteY8" fmla="*/ 6393304 h 6861600"/>
              <a:gd name="connsiteX9" fmla="*/ 1572863 w 12193200"/>
              <a:gd name="connsiteY9" fmla="*/ 6393304 h 6861600"/>
              <a:gd name="connsiteX10" fmla="*/ 1572863 w 12193200"/>
              <a:gd name="connsiteY10" fmla="*/ 6334564 h 6861600"/>
              <a:gd name="connsiteX11" fmla="*/ 1630516 w 12193200"/>
              <a:gd name="connsiteY11" fmla="*/ 6393304 h 6861600"/>
              <a:gd name="connsiteX12" fmla="*/ 1672646 w 12193200"/>
              <a:gd name="connsiteY12" fmla="*/ 6393304 h 6861600"/>
              <a:gd name="connsiteX13" fmla="*/ 1603020 w 12193200"/>
              <a:gd name="connsiteY13" fmla="*/ 6325219 h 6861600"/>
              <a:gd name="connsiteX14" fmla="*/ 1669985 w 12193200"/>
              <a:gd name="connsiteY14" fmla="*/ 6265589 h 6861600"/>
              <a:gd name="connsiteX15" fmla="*/ 1629185 w 12193200"/>
              <a:gd name="connsiteY15" fmla="*/ 6265589 h 6861600"/>
              <a:gd name="connsiteX16" fmla="*/ 1572863 w 12193200"/>
              <a:gd name="connsiteY16" fmla="*/ 6317209 h 6861600"/>
              <a:gd name="connsiteX17" fmla="*/ 1572863 w 12193200"/>
              <a:gd name="connsiteY17" fmla="*/ 6265589 h 6861600"/>
              <a:gd name="connsiteX18" fmla="*/ 1248236 w 12193200"/>
              <a:gd name="connsiteY18" fmla="*/ 6265589 h 6861600"/>
              <a:gd name="connsiteX19" fmla="*/ 1248236 w 12193200"/>
              <a:gd name="connsiteY19" fmla="*/ 6393304 h 6861600"/>
              <a:gd name="connsiteX20" fmla="*/ 1278393 w 12193200"/>
              <a:gd name="connsiteY20" fmla="*/ 6393304 h 6861600"/>
              <a:gd name="connsiteX21" fmla="*/ 1278393 w 12193200"/>
              <a:gd name="connsiteY21" fmla="*/ 6349249 h 6861600"/>
              <a:gd name="connsiteX22" fmla="*/ 1311210 w 12193200"/>
              <a:gd name="connsiteY22" fmla="*/ 6349249 h 6861600"/>
              <a:gd name="connsiteX23" fmla="*/ 1338706 w 12193200"/>
              <a:gd name="connsiteY23" fmla="*/ 6393304 h 6861600"/>
              <a:gd name="connsiteX24" fmla="*/ 1371524 w 12193200"/>
              <a:gd name="connsiteY24" fmla="*/ 6393304 h 6861600"/>
              <a:gd name="connsiteX25" fmla="*/ 1342697 w 12193200"/>
              <a:gd name="connsiteY25" fmla="*/ 6349249 h 6861600"/>
              <a:gd name="connsiteX26" fmla="*/ 1345358 w 12193200"/>
              <a:gd name="connsiteY26" fmla="*/ 6349249 h 6861600"/>
              <a:gd name="connsiteX27" fmla="*/ 1370193 w 12193200"/>
              <a:gd name="connsiteY27" fmla="*/ 6329224 h 6861600"/>
              <a:gd name="connsiteX28" fmla="*/ 1370193 w 12193200"/>
              <a:gd name="connsiteY28" fmla="*/ 6286949 h 6861600"/>
              <a:gd name="connsiteX29" fmla="*/ 1349350 w 12193200"/>
              <a:gd name="connsiteY29" fmla="*/ 6265589 h 6861600"/>
              <a:gd name="connsiteX30" fmla="*/ 1104991 w 12193200"/>
              <a:gd name="connsiteY30" fmla="*/ 6265589 h 6861600"/>
              <a:gd name="connsiteX31" fmla="*/ 1104991 w 12193200"/>
              <a:gd name="connsiteY31" fmla="*/ 6393304 h 6861600"/>
              <a:gd name="connsiteX32" fmla="*/ 1226061 w 12193200"/>
              <a:gd name="connsiteY32" fmla="*/ 6393304 h 6861600"/>
              <a:gd name="connsiteX33" fmla="*/ 1226061 w 12193200"/>
              <a:gd name="connsiteY33" fmla="*/ 6367939 h 6861600"/>
              <a:gd name="connsiteX34" fmla="*/ 1133817 w 12193200"/>
              <a:gd name="connsiteY34" fmla="*/ 6367939 h 6861600"/>
              <a:gd name="connsiteX35" fmla="*/ 1133817 w 12193200"/>
              <a:gd name="connsiteY35" fmla="*/ 6341239 h 6861600"/>
              <a:gd name="connsiteX36" fmla="*/ 1212757 w 12193200"/>
              <a:gd name="connsiteY36" fmla="*/ 6341239 h 6861600"/>
              <a:gd name="connsiteX37" fmla="*/ 1212757 w 12193200"/>
              <a:gd name="connsiteY37" fmla="*/ 6315874 h 6861600"/>
              <a:gd name="connsiteX38" fmla="*/ 1133817 w 12193200"/>
              <a:gd name="connsiteY38" fmla="*/ 6315874 h 6861600"/>
              <a:gd name="connsiteX39" fmla="*/ 1133817 w 12193200"/>
              <a:gd name="connsiteY39" fmla="*/ 6290509 h 6861600"/>
              <a:gd name="connsiteX40" fmla="*/ 1224731 w 12193200"/>
              <a:gd name="connsiteY40" fmla="*/ 6290509 h 6861600"/>
              <a:gd name="connsiteX41" fmla="*/ 1224731 w 12193200"/>
              <a:gd name="connsiteY41" fmla="*/ 6265589 h 6861600"/>
              <a:gd name="connsiteX42" fmla="*/ 995895 w 12193200"/>
              <a:gd name="connsiteY42" fmla="*/ 6265589 h 6861600"/>
              <a:gd name="connsiteX43" fmla="*/ 939573 w 12193200"/>
              <a:gd name="connsiteY43" fmla="*/ 6393304 h 6861600"/>
              <a:gd name="connsiteX44" fmla="*/ 972391 w 12193200"/>
              <a:gd name="connsiteY44" fmla="*/ 6393304 h 6861600"/>
              <a:gd name="connsiteX45" fmla="*/ 983034 w 12193200"/>
              <a:gd name="connsiteY45" fmla="*/ 6367939 h 6861600"/>
              <a:gd name="connsiteX46" fmla="*/ 1048669 w 12193200"/>
              <a:gd name="connsiteY46" fmla="*/ 6367939 h 6861600"/>
              <a:gd name="connsiteX47" fmla="*/ 1060643 w 12193200"/>
              <a:gd name="connsiteY47" fmla="*/ 6393304 h 6861600"/>
              <a:gd name="connsiteX48" fmla="*/ 1092130 w 12193200"/>
              <a:gd name="connsiteY48" fmla="*/ 6393304 h 6861600"/>
              <a:gd name="connsiteX49" fmla="*/ 1035365 w 12193200"/>
              <a:gd name="connsiteY49" fmla="*/ 6265589 h 6861600"/>
              <a:gd name="connsiteX50" fmla="*/ 778146 w 12193200"/>
              <a:gd name="connsiteY50" fmla="*/ 6265589 h 6861600"/>
              <a:gd name="connsiteX51" fmla="*/ 778146 w 12193200"/>
              <a:gd name="connsiteY51" fmla="*/ 6393304 h 6861600"/>
              <a:gd name="connsiteX52" fmla="*/ 805642 w 12193200"/>
              <a:gd name="connsiteY52" fmla="*/ 6393304 h 6861600"/>
              <a:gd name="connsiteX53" fmla="*/ 805642 w 12193200"/>
              <a:gd name="connsiteY53" fmla="*/ 6319879 h 6861600"/>
              <a:gd name="connsiteX54" fmla="*/ 838459 w 12193200"/>
              <a:gd name="connsiteY54" fmla="*/ 6393304 h 6861600"/>
              <a:gd name="connsiteX55" fmla="*/ 867286 w 12193200"/>
              <a:gd name="connsiteY55" fmla="*/ 6393304 h 6861600"/>
              <a:gd name="connsiteX56" fmla="*/ 900103 w 12193200"/>
              <a:gd name="connsiteY56" fmla="*/ 6318544 h 6861600"/>
              <a:gd name="connsiteX57" fmla="*/ 900103 w 12193200"/>
              <a:gd name="connsiteY57" fmla="*/ 6393304 h 6861600"/>
              <a:gd name="connsiteX58" fmla="*/ 927599 w 12193200"/>
              <a:gd name="connsiteY58" fmla="*/ 6393304 h 6861600"/>
              <a:gd name="connsiteX59" fmla="*/ 927599 w 12193200"/>
              <a:gd name="connsiteY59" fmla="*/ 6265589 h 6861600"/>
              <a:gd name="connsiteX60" fmla="*/ 894781 w 12193200"/>
              <a:gd name="connsiteY60" fmla="*/ 6265589 h 6861600"/>
              <a:gd name="connsiteX61" fmla="*/ 852651 w 12193200"/>
              <a:gd name="connsiteY61" fmla="*/ 6361264 h 6861600"/>
              <a:gd name="connsiteX62" fmla="*/ 810964 w 12193200"/>
              <a:gd name="connsiteY62" fmla="*/ 6265589 h 6861600"/>
              <a:gd name="connsiteX63" fmla="*/ 1414985 w 12193200"/>
              <a:gd name="connsiteY63" fmla="*/ 6265144 h 6861600"/>
              <a:gd name="connsiteX64" fmla="*/ 1395471 w 12193200"/>
              <a:gd name="connsiteY64" fmla="*/ 6285169 h 6861600"/>
              <a:gd name="connsiteX65" fmla="*/ 1395471 w 12193200"/>
              <a:gd name="connsiteY65" fmla="*/ 6322549 h 6861600"/>
              <a:gd name="connsiteX66" fmla="*/ 1414985 w 12193200"/>
              <a:gd name="connsiteY66" fmla="*/ 6341239 h 6861600"/>
              <a:gd name="connsiteX67" fmla="*/ 1485941 w 12193200"/>
              <a:gd name="connsiteY67" fmla="*/ 6341239 h 6861600"/>
              <a:gd name="connsiteX68" fmla="*/ 1485941 w 12193200"/>
              <a:gd name="connsiteY68" fmla="*/ 6367939 h 6861600"/>
              <a:gd name="connsiteX69" fmla="*/ 1424298 w 12193200"/>
              <a:gd name="connsiteY69" fmla="*/ 6367939 h 6861600"/>
              <a:gd name="connsiteX70" fmla="*/ 1424298 w 12193200"/>
              <a:gd name="connsiteY70" fmla="*/ 6358594 h 6861600"/>
              <a:gd name="connsiteX71" fmla="*/ 1394141 w 12193200"/>
              <a:gd name="connsiteY71" fmla="*/ 6358594 h 6861600"/>
              <a:gd name="connsiteX72" fmla="*/ 1394141 w 12193200"/>
              <a:gd name="connsiteY72" fmla="*/ 6374614 h 6861600"/>
              <a:gd name="connsiteX73" fmla="*/ 1413654 w 12193200"/>
              <a:gd name="connsiteY73" fmla="*/ 6393304 h 6861600"/>
              <a:gd name="connsiteX74" fmla="*/ 1424298 w 12193200"/>
              <a:gd name="connsiteY74" fmla="*/ 6393304 h 6861600"/>
              <a:gd name="connsiteX75" fmla="*/ 1495255 w 12193200"/>
              <a:gd name="connsiteY75" fmla="*/ 6393304 h 6861600"/>
              <a:gd name="connsiteX76" fmla="*/ 1514768 w 12193200"/>
              <a:gd name="connsiteY76" fmla="*/ 6373279 h 6861600"/>
              <a:gd name="connsiteX77" fmla="*/ 1514768 w 12193200"/>
              <a:gd name="connsiteY77" fmla="*/ 6337234 h 6861600"/>
              <a:gd name="connsiteX78" fmla="*/ 1495255 w 12193200"/>
              <a:gd name="connsiteY78" fmla="*/ 6315874 h 6861600"/>
              <a:gd name="connsiteX79" fmla="*/ 1424298 w 12193200"/>
              <a:gd name="connsiteY79" fmla="*/ 6315874 h 6861600"/>
              <a:gd name="connsiteX80" fmla="*/ 1424298 w 12193200"/>
              <a:gd name="connsiteY80" fmla="*/ 6290509 h 6861600"/>
              <a:gd name="connsiteX81" fmla="*/ 1485941 w 12193200"/>
              <a:gd name="connsiteY81" fmla="*/ 6290509 h 6861600"/>
              <a:gd name="connsiteX82" fmla="*/ 1485941 w 12193200"/>
              <a:gd name="connsiteY82" fmla="*/ 6301189 h 6861600"/>
              <a:gd name="connsiteX83" fmla="*/ 1514768 w 12193200"/>
              <a:gd name="connsiteY83" fmla="*/ 6301189 h 6861600"/>
              <a:gd name="connsiteX84" fmla="*/ 1514768 w 12193200"/>
              <a:gd name="connsiteY84" fmla="*/ 6286504 h 6861600"/>
              <a:gd name="connsiteX85" fmla="*/ 1496585 w 12193200"/>
              <a:gd name="connsiteY85" fmla="*/ 6265144 h 6861600"/>
              <a:gd name="connsiteX86" fmla="*/ 418040 w 12193200"/>
              <a:gd name="connsiteY86" fmla="*/ 6184154 h 6861600"/>
              <a:gd name="connsiteX87" fmla="*/ 386553 w 12193200"/>
              <a:gd name="connsiteY87" fmla="*/ 6217529 h 6861600"/>
              <a:gd name="connsiteX88" fmla="*/ 386553 w 12193200"/>
              <a:gd name="connsiteY88" fmla="*/ 6441363 h 6861600"/>
              <a:gd name="connsiteX89" fmla="*/ 418040 w 12193200"/>
              <a:gd name="connsiteY89" fmla="*/ 6474738 h 6861600"/>
              <a:gd name="connsiteX90" fmla="*/ 624259 w 12193200"/>
              <a:gd name="connsiteY90" fmla="*/ 6474738 h 6861600"/>
              <a:gd name="connsiteX91" fmla="*/ 657076 w 12193200"/>
              <a:gd name="connsiteY91" fmla="*/ 6441363 h 6861600"/>
              <a:gd name="connsiteX92" fmla="*/ 657076 w 12193200"/>
              <a:gd name="connsiteY92" fmla="*/ 6217529 h 6861600"/>
              <a:gd name="connsiteX93" fmla="*/ 624259 w 12193200"/>
              <a:gd name="connsiteY93" fmla="*/ 6184154 h 6861600"/>
              <a:gd name="connsiteX94" fmla="*/ 0 w 12193200"/>
              <a:gd name="connsiteY94" fmla="*/ 0 h 6861600"/>
              <a:gd name="connsiteX95" fmla="*/ 12193200 w 12193200"/>
              <a:gd name="connsiteY95" fmla="*/ 0 h 6861600"/>
              <a:gd name="connsiteX96" fmla="*/ 12193200 w 12193200"/>
              <a:gd name="connsiteY96" fmla="*/ 6861600 h 6861600"/>
              <a:gd name="connsiteX97" fmla="*/ 0 w 12193200"/>
              <a:gd name="connsiteY97" fmla="*/ 6861600 h 686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</a:cxnLst>
            <a:rect l="l" t="t" r="r" b="b"/>
            <a:pathLst>
              <a:path w="12193200" h="6861600">
                <a:moveTo>
                  <a:pt x="1278393" y="6290509"/>
                </a:moveTo>
                <a:lnTo>
                  <a:pt x="1341367" y="6290509"/>
                </a:lnTo>
                <a:lnTo>
                  <a:pt x="1341367" y="6323884"/>
                </a:lnTo>
                <a:lnTo>
                  <a:pt x="1278393" y="6323884"/>
                </a:lnTo>
                <a:close/>
                <a:moveTo>
                  <a:pt x="1015852" y="6289174"/>
                </a:moveTo>
                <a:lnTo>
                  <a:pt x="1038026" y="6343909"/>
                </a:lnTo>
                <a:lnTo>
                  <a:pt x="993678" y="6343909"/>
                </a:lnTo>
                <a:close/>
                <a:moveTo>
                  <a:pt x="1542263" y="6265589"/>
                </a:moveTo>
                <a:lnTo>
                  <a:pt x="1542263" y="6393304"/>
                </a:lnTo>
                <a:lnTo>
                  <a:pt x="1572863" y="6393304"/>
                </a:lnTo>
                <a:lnTo>
                  <a:pt x="1572863" y="6334564"/>
                </a:lnTo>
                <a:lnTo>
                  <a:pt x="1630516" y="6393304"/>
                </a:lnTo>
                <a:lnTo>
                  <a:pt x="1672646" y="6393304"/>
                </a:lnTo>
                <a:lnTo>
                  <a:pt x="1603020" y="6325219"/>
                </a:lnTo>
                <a:lnTo>
                  <a:pt x="1669985" y="6265589"/>
                </a:lnTo>
                <a:lnTo>
                  <a:pt x="1629185" y="6265589"/>
                </a:lnTo>
                <a:lnTo>
                  <a:pt x="1572863" y="6317209"/>
                </a:lnTo>
                <a:lnTo>
                  <a:pt x="1572863" y="6265589"/>
                </a:lnTo>
                <a:close/>
                <a:moveTo>
                  <a:pt x="1248236" y="6265589"/>
                </a:moveTo>
                <a:lnTo>
                  <a:pt x="1248236" y="6393304"/>
                </a:lnTo>
                <a:lnTo>
                  <a:pt x="1278393" y="6393304"/>
                </a:lnTo>
                <a:lnTo>
                  <a:pt x="1278393" y="6349249"/>
                </a:lnTo>
                <a:lnTo>
                  <a:pt x="1311210" y="6349249"/>
                </a:lnTo>
                <a:lnTo>
                  <a:pt x="1338706" y="6393304"/>
                </a:lnTo>
                <a:lnTo>
                  <a:pt x="1371524" y="6393304"/>
                </a:lnTo>
                <a:lnTo>
                  <a:pt x="1342697" y="6349249"/>
                </a:lnTo>
                <a:lnTo>
                  <a:pt x="1345358" y="6349249"/>
                </a:lnTo>
                <a:cubicBezTo>
                  <a:pt x="1362210" y="6349249"/>
                  <a:pt x="1370193" y="6339904"/>
                  <a:pt x="1370193" y="6329224"/>
                </a:cubicBezTo>
                <a:lnTo>
                  <a:pt x="1370193" y="6286949"/>
                </a:lnTo>
                <a:cubicBezTo>
                  <a:pt x="1370193" y="6273599"/>
                  <a:pt x="1362210" y="6265589"/>
                  <a:pt x="1349350" y="6265589"/>
                </a:cubicBezTo>
                <a:close/>
                <a:moveTo>
                  <a:pt x="1104991" y="6265589"/>
                </a:moveTo>
                <a:lnTo>
                  <a:pt x="1104991" y="6393304"/>
                </a:lnTo>
                <a:lnTo>
                  <a:pt x="1226061" y="6393304"/>
                </a:lnTo>
                <a:lnTo>
                  <a:pt x="1226061" y="6367939"/>
                </a:lnTo>
                <a:lnTo>
                  <a:pt x="1133817" y="6367939"/>
                </a:lnTo>
                <a:lnTo>
                  <a:pt x="1133817" y="6341239"/>
                </a:lnTo>
                <a:lnTo>
                  <a:pt x="1212757" y="6341239"/>
                </a:lnTo>
                <a:lnTo>
                  <a:pt x="1212757" y="6315874"/>
                </a:lnTo>
                <a:lnTo>
                  <a:pt x="1133817" y="6315874"/>
                </a:lnTo>
                <a:lnTo>
                  <a:pt x="1133817" y="6290509"/>
                </a:lnTo>
                <a:lnTo>
                  <a:pt x="1224731" y="6290509"/>
                </a:lnTo>
                <a:lnTo>
                  <a:pt x="1224731" y="6265589"/>
                </a:lnTo>
                <a:close/>
                <a:moveTo>
                  <a:pt x="995895" y="6265589"/>
                </a:moveTo>
                <a:lnTo>
                  <a:pt x="939573" y="6393304"/>
                </a:lnTo>
                <a:lnTo>
                  <a:pt x="972391" y="6393304"/>
                </a:lnTo>
                <a:lnTo>
                  <a:pt x="983034" y="6367939"/>
                </a:lnTo>
                <a:lnTo>
                  <a:pt x="1048669" y="6367939"/>
                </a:lnTo>
                <a:lnTo>
                  <a:pt x="1060643" y="6393304"/>
                </a:lnTo>
                <a:lnTo>
                  <a:pt x="1092130" y="6393304"/>
                </a:lnTo>
                <a:lnTo>
                  <a:pt x="1035365" y="6265589"/>
                </a:lnTo>
                <a:close/>
                <a:moveTo>
                  <a:pt x="778146" y="6265589"/>
                </a:moveTo>
                <a:lnTo>
                  <a:pt x="778146" y="6393304"/>
                </a:lnTo>
                <a:lnTo>
                  <a:pt x="805642" y="6393304"/>
                </a:lnTo>
                <a:lnTo>
                  <a:pt x="805642" y="6319879"/>
                </a:lnTo>
                <a:lnTo>
                  <a:pt x="838459" y="6393304"/>
                </a:lnTo>
                <a:lnTo>
                  <a:pt x="867286" y="6393304"/>
                </a:lnTo>
                <a:lnTo>
                  <a:pt x="900103" y="6318544"/>
                </a:lnTo>
                <a:lnTo>
                  <a:pt x="900103" y="6393304"/>
                </a:lnTo>
                <a:lnTo>
                  <a:pt x="927599" y="6393304"/>
                </a:lnTo>
                <a:lnTo>
                  <a:pt x="927599" y="6265589"/>
                </a:lnTo>
                <a:lnTo>
                  <a:pt x="894781" y="6265589"/>
                </a:lnTo>
                <a:lnTo>
                  <a:pt x="852651" y="6361264"/>
                </a:lnTo>
                <a:lnTo>
                  <a:pt x="810964" y="6265589"/>
                </a:lnTo>
                <a:close/>
                <a:moveTo>
                  <a:pt x="1414985" y="6265144"/>
                </a:moveTo>
                <a:cubicBezTo>
                  <a:pt x="1404785" y="6265144"/>
                  <a:pt x="1395471" y="6273154"/>
                  <a:pt x="1395471" y="6285169"/>
                </a:cubicBezTo>
                <a:lnTo>
                  <a:pt x="1395471" y="6322549"/>
                </a:lnTo>
                <a:cubicBezTo>
                  <a:pt x="1395471" y="6333229"/>
                  <a:pt x="1403011" y="6341239"/>
                  <a:pt x="1414985" y="6341239"/>
                </a:cubicBezTo>
                <a:lnTo>
                  <a:pt x="1485941" y="6341239"/>
                </a:lnTo>
                <a:lnTo>
                  <a:pt x="1485941" y="6367939"/>
                </a:lnTo>
                <a:lnTo>
                  <a:pt x="1424298" y="6367939"/>
                </a:lnTo>
                <a:lnTo>
                  <a:pt x="1424298" y="6358594"/>
                </a:lnTo>
                <a:lnTo>
                  <a:pt x="1394141" y="6358594"/>
                </a:lnTo>
                <a:lnTo>
                  <a:pt x="1394141" y="6374614"/>
                </a:lnTo>
                <a:cubicBezTo>
                  <a:pt x="1394141" y="6385294"/>
                  <a:pt x="1400350" y="6393304"/>
                  <a:pt x="1413654" y="6393304"/>
                </a:cubicBezTo>
                <a:lnTo>
                  <a:pt x="1424298" y="6393304"/>
                </a:lnTo>
                <a:lnTo>
                  <a:pt x="1495255" y="6393304"/>
                </a:lnTo>
                <a:cubicBezTo>
                  <a:pt x="1508115" y="6393304"/>
                  <a:pt x="1514768" y="6385294"/>
                  <a:pt x="1514768" y="6373279"/>
                </a:cubicBezTo>
                <a:lnTo>
                  <a:pt x="1514768" y="6337234"/>
                </a:lnTo>
                <a:cubicBezTo>
                  <a:pt x="1514768" y="6323884"/>
                  <a:pt x="1505898" y="6315874"/>
                  <a:pt x="1495255" y="6315874"/>
                </a:cubicBezTo>
                <a:lnTo>
                  <a:pt x="1424298" y="6315874"/>
                </a:lnTo>
                <a:lnTo>
                  <a:pt x="1424298" y="6290509"/>
                </a:lnTo>
                <a:lnTo>
                  <a:pt x="1485941" y="6290509"/>
                </a:lnTo>
                <a:lnTo>
                  <a:pt x="1485941" y="6301189"/>
                </a:lnTo>
                <a:lnTo>
                  <a:pt x="1514768" y="6301189"/>
                </a:lnTo>
                <a:lnTo>
                  <a:pt x="1514768" y="6286504"/>
                </a:lnTo>
                <a:cubicBezTo>
                  <a:pt x="1514768" y="6273154"/>
                  <a:pt x="1507229" y="6265144"/>
                  <a:pt x="1496585" y="6265144"/>
                </a:cubicBezTo>
                <a:close/>
                <a:moveTo>
                  <a:pt x="418040" y="6184154"/>
                </a:moveTo>
                <a:cubicBezTo>
                  <a:pt x="401188" y="6184154"/>
                  <a:pt x="386553" y="6198839"/>
                  <a:pt x="386553" y="6217529"/>
                </a:cubicBezTo>
                <a:lnTo>
                  <a:pt x="386553" y="6441363"/>
                </a:lnTo>
                <a:cubicBezTo>
                  <a:pt x="386553" y="6460053"/>
                  <a:pt x="401188" y="6474738"/>
                  <a:pt x="418040" y="6474738"/>
                </a:cubicBezTo>
                <a:lnTo>
                  <a:pt x="624259" y="6474738"/>
                </a:lnTo>
                <a:cubicBezTo>
                  <a:pt x="642441" y="6474738"/>
                  <a:pt x="657076" y="6460053"/>
                  <a:pt x="657076" y="6441363"/>
                </a:cubicBezTo>
                <a:cubicBezTo>
                  <a:pt x="657076" y="6441363"/>
                  <a:pt x="657076" y="6217529"/>
                  <a:pt x="657076" y="6217529"/>
                </a:cubicBezTo>
                <a:cubicBezTo>
                  <a:pt x="657076" y="6198839"/>
                  <a:pt x="642441" y="6184154"/>
                  <a:pt x="624259" y="6184154"/>
                </a:cubicBezTo>
                <a:close/>
                <a:moveTo>
                  <a:pt x="0" y="0"/>
                </a:moveTo>
                <a:lnTo>
                  <a:pt x="12193200" y="0"/>
                </a:lnTo>
                <a:lnTo>
                  <a:pt x="12193200" y="6861600"/>
                </a:lnTo>
                <a:lnTo>
                  <a:pt x="0" y="6861600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tIns="72000" anchor="t" anchorCtr="0">
            <a:noAutofit/>
          </a:bodyPr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1200">
                <a:solidFill>
                  <a:schemeClr val="bg1"/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Click here and insert picture</a:t>
            </a:r>
          </a:p>
        </p:txBody>
      </p:sp>
      <p:pic>
        <p:nvPicPr>
          <p:cNvPr id="37" name="Picture 29">
            <a:extLst>
              <a:ext uri="{FF2B5EF4-FFF2-40B4-BE49-F238E27FC236}">
                <a16:creationId xmlns:a16="http://schemas.microsoft.com/office/drawing/2014/main" id="{3EECEA3A-FE08-5230-0B56-A1C520DAD2E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371476" y="6169025"/>
            <a:ext cx="1299395" cy="320399"/>
          </a:xfrm>
          <a:prstGeom prst="rect">
            <a:avLst/>
          </a:prstGeom>
        </p:spPr>
      </p:pic>
      <p:sp>
        <p:nvSpPr>
          <p:cNvPr id="2" name="Footer Placeholder 10">
            <a:extLst>
              <a:ext uri="{FF2B5EF4-FFF2-40B4-BE49-F238E27FC236}">
                <a16:creationId xmlns:a16="http://schemas.microsoft.com/office/drawing/2014/main" id="{2A406D33-B7CC-E0F2-D253-BDDA5E2DFB5D}"/>
              </a:ext>
            </a:extLst>
          </p:cNvPr>
          <p:cNvSpPr txBox="1">
            <a:spLocks/>
          </p:cNvSpPr>
          <p:nvPr userDrawn="1"/>
        </p:nvSpPr>
        <p:spPr>
          <a:xfrm>
            <a:off x="7540625" y="6405563"/>
            <a:ext cx="3308349" cy="180974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defPPr>
              <a:defRPr lang="en-US"/>
            </a:defPPr>
            <a:lvl1pPr marL="0" algn="r" defTabSz="914400" rtl="0" eaLnBrk="1" latinLnBrk="0" hangingPunct="1">
              <a:defRPr lang="en-GB" sz="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>
                <a:solidFill>
                  <a:schemeClr val="bg1"/>
                </a:solidFill>
              </a:rPr>
              <a:t>Update header via slide master</a:t>
            </a:r>
          </a:p>
        </p:txBody>
      </p:sp>
      <p:sp>
        <p:nvSpPr>
          <p:cNvPr id="3" name="Slide Number Placeholder 11">
            <a:extLst>
              <a:ext uri="{FF2B5EF4-FFF2-40B4-BE49-F238E27FC236}">
                <a16:creationId xmlns:a16="http://schemas.microsoft.com/office/drawing/2014/main" id="{BF6A9330-8716-3C06-DF6D-CE16C0A3CCE4}"/>
              </a:ext>
            </a:extLst>
          </p:cNvPr>
          <p:cNvSpPr txBox="1">
            <a:spLocks/>
          </p:cNvSpPr>
          <p:nvPr userDrawn="1"/>
        </p:nvSpPr>
        <p:spPr>
          <a:xfrm>
            <a:off x="11410950" y="6403974"/>
            <a:ext cx="409575" cy="193676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defPPr>
              <a:defRPr lang="en-US"/>
            </a:defPPr>
            <a:lvl1pPr marL="0" algn="r" defTabSz="914400" rtl="0" eaLnBrk="1" latinLnBrk="0" hangingPunct="1">
              <a:defRPr lang="en-GB" sz="7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E609CB8F-9537-1E4B-B955-6CC1563861C9}" type="slidenum">
              <a:rPr lang="en-VN" smtClean="0">
                <a:solidFill>
                  <a:schemeClr val="bg1"/>
                </a:solidFill>
              </a:rPr>
              <a:pPr/>
              <a:t>‹#›</a:t>
            </a:fld>
            <a:endParaRPr lang="en-VN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86154771"/>
      </p:ext>
    </p:extLst>
  </p:cSld>
  <p:clrMapOvr>
    <a:masterClrMapping/>
  </p:clrMapOvr>
</p:sldLayout>
</file>

<file path=ppt/slideLayouts/slideLayout16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ull bleed image C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" name="Picture 29">
            <a:extLst>
              <a:ext uri="{FF2B5EF4-FFF2-40B4-BE49-F238E27FC236}">
                <a16:creationId xmlns:a16="http://schemas.microsoft.com/office/drawing/2014/main" id="{846D00A4-5D58-7AF9-739F-350B9A83093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371475" y="6169025"/>
            <a:ext cx="1299398" cy="320399"/>
          </a:xfrm>
          <a:prstGeom prst="rect">
            <a:avLst/>
          </a:prstGeom>
        </p:spPr>
      </p:pic>
      <p:sp>
        <p:nvSpPr>
          <p:cNvPr id="35" name="Picture Placeholder 34">
            <a:extLst>
              <a:ext uri="{FF2B5EF4-FFF2-40B4-BE49-F238E27FC236}">
                <a16:creationId xmlns:a16="http://schemas.microsoft.com/office/drawing/2014/main" id="{49332472-0F28-EA26-F771-1406E21325B7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3200" cy="6861600"/>
          </a:xfrm>
          <a:custGeom>
            <a:avLst/>
            <a:gdLst>
              <a:gd name="connsiteX0" fmla="*/ 1278393 w 12193200"/>
              <a:gd name="connsiteY0" fmla="*/ 6290509 h 6861600"/>
              <a:gd name="connsiteX1" fmla="*/ 1341367 w 12193200"/>
              <a:gd name="connsiteY1" fmla="*/ 6290509 h 6861600"/>
              <a:gd name="connsiteX2" fmla="*/ 1341367 w 12193200"/>
              <a:gd name="connsiteY2" fmla="*/ 6323884 h 6861600"/>
              <a:gd name="connsiteX3" fmla="*/ 1278393 w 12193200"/>
              <a:gd name="connsiteY3" fmla="*/ 6323884 h 6861600"/>
              <a:gd name="connsiteX4" fmla="*/ 1015852 w 12193200"/>
              <a:gd name="connsiteY4" fmla="*/ 6289174 h 6861600"/>
              <a:gd name="connsiteX5" fmla="*/ 1038026 w 12193200"/>
              <a:gd name="connsiteY5" fmla="*/ 6343909 h 6861600"/>
              <a:gd name="connsiteX6" fmla="*/ 993678 w 12193200"/>
              <a:gd name="connsiteY6" fmla="*/ 6343909 h 6861600"/>
              <a:gd name="connsiteX7" fmla="*/ 1542263 w 12193200"/>
              <a:gd name="connsiteY7" fmla="*/ 6265589 h 6861600"/>
              <a:gd name="connsiteX8" fmla="*/ 1542263 w 12193200"/>
              <a:gd name="connsiteY8" fmla="*/ 6393304 h 6861600"/>
              <a:gd name="connsiteX9" fmla="*/ 1572863 w 12193200"/>
              <a:gd name="connsiteY9" fmla="*/ 6393304 h 6861600"/>
              <a:gd name="connsiteX10" fmla="*/ 1572863 w 12193200"/>
              <a:gd name="connsiteY10" fmla="*/ 6334564 h 6861600"/>
              <a:gd name="connsiteX11" fmla="*/ 1630516 w 12193200"/>
              <a:gd name="connsiteY11" fmla="*/ 6393304 h 6861600"/>
              <a:gd name="connsiteX12" fmla="*/ 1672646 w 12193200"/>
              <a:gd name="connsiteY12" fmla="*/ 6393304 h 6861600"/>
              <a:gd name="connsiteX13" fmla="*/ 1603020 w 12193200"/>
              <a:gd name="connsiteY13" fmla="*/ 6325219 h 6861600"/>
              <a:gd name="connsiteX14" fmla="*/ 1669985 w 12193200"/>
              <a:gd name="connsiteY14" fmla="*/ 6265589 h 6861600"/>
              <a:gd name="connsiteX15" fmla="*/ 1629185 w 12193200"/>
              <a:gd name="connsiteY15" fmla="*/ 6265589 h 6861600"/>
              <a:gd name="connsiteX16" fmla="*/ 1572863 w 12193200"/>
              <a:gd name="connsiteY16" fmla="*/ 6317209 h 6861600"/>
              <a:gd name="connsiteX17" fmla="*/ 1572863 w 12193200"/>
              <a:gd name="connsiteY17" fmla="*/ 6265589 h 6861600"/>
              <a:gd name="connsiteX18" fmla="*/ 1248236 w 12193200"/>
              <a:gd name="connsiteY18" fmla="*/ 6265589 h 6861600"/>
              <a:gd name="connsiteX19" fmla="*/ 1248236 w 12193200"/>
              <a:gd name="connsiteY19" fmla="*/ 6393304 h 6861600"/>
              <a:gd name="connsiteX20" fmla="*/ 1278393 w 12193200"/>
              <a:gd name="connsiteY20" fmla="*/ 6393304 h 6861600"/>
              <a:gd name="connsiteX21" fmla="*/ 1278393 w 12193200"/>
              <a:gd name="connsiteY21" fmla="*/ 6349249 h 6861600"/>
              <a:gd name="connsiteX22" fmla="*/ 1311210 w 12193200"/>
              <a:gd name="connsiteY22" fmla="*/ 6349249 h 6861600"/>
              <a:gd name="connsiteX23" fmla="*/ 1338706 w 12193200"/>
              <a:gd name="connsiteY23" fmla="*/ 6393304 h 6861600"/>
              <a:gd name="connsiteX24" fmla="*/ 1371524 w 12193200"/>
              <a:gd name="connsiteY24" fmla="*/ 6393304 h 6861600"/>
              <a:gd name="connsiteX25" fmla="*/ 1342697 w 12193200"/>
              <a:gd name="connsiteY25" fmla="*/ 6349249 h 6861600"/>
              <a:gd name="connsiteX26" fmla="*/ 1345358 w 12193200"/>
              <a:gd name="connsiteY26" fmla="*/ 6349249 h 6861600"/>
              <a:gd name="connsiteX27" fmla="*/ 1370193 w 12193200"/>
              <a:gd name="connsiteY27" fmla="*/ 6329224 h 6861600"/>
              <a:gd name="connsiteX28" fmla="*/ 1370193 w 12193200"/>
              <a:gd name="connsiteY28" fmla="*/ 6286949 h 6861600"/>
              <a:gd name="connsiteX29" fmla="*/ 1349350 w 12193200"/>
              <a:gd name="connsiteY29" fmla="*/ 6265589 h 6861600"/>
              <a:gd name="connsiteX30" fmla="*/ 1104991 w 12193200"/>
              <a:gd name="connsiteY30" fmla="*/ 6265589 h 6861600"/>
              <a:gd name="connsiteX31" fmla="*/ 1104991 w 12193200"/>
              <a:gd name="connsiteY31" fmla="*/ 6393304 h 6861600"/>
              <a:gd name="connsiteX32" fmla="*/ 1226061 w 12193200"/>
              <a:gd name="connsiteY32" fmla="*/ 6393304 h 6861600"/>
              <a:gd name="connsiteX33" fmla="*/ 1226061 w 12193200"/>
              <a:gd name="connsiteY33" fmla="*/ 6367939 h 6861600"/>
              <a:gd name="connsiteX34" fmla="*/ 1133817 w 12193200"/>
              <a:gd name="connsiteY34" fmla="*/ 6367939 h 6861600"/>
              <a:gd name="connsiteX35" fmla="*/ 1133817 w 12193200"/>
              <a:gd name="connsiteY35" fmla="*/ 6341239 h 6861600"/>
              <a:gd name="connsiteX36" fmla="*/ 1212757 w 12193200"/>
              <a:gd name="connsiteY36" fmla="*/ 6341239 h 6861600"/>
              <a:gd name="connsiteX37" fmla="*/ 1212757 w 12193200"/>
              <a:gd name="connsiteY37" fmla="*/ 6315874 h 6861600"/>
              <a:gd name="connsiteX38" fmla="*/ 1133817 w 12193200"/>
              <a:gd name="connsiteY38" fmla="*/ 6315874 h 6861600"/>
              <a:gd name="connsiteX39" fmla="*/ 1133817 w 12193200"/>
              <a:gd name="connsiteY39" fmla="*/ 6290509 h 6861600"/>
              <a:gd name="connsiteX40" fmla="*/ 1224731 w 12193200"/>
              <a:gd name="connsiteY40" fmla="*/ 6290509 h 6861600"/>
              <a:gd name="connsiteX41" fmla="*/ 1224731 w 12193200"/>
              <a:gd name="connsiteY41" fmla="*/ 6265589 h 6861600"/>
              <a:gd name="connsiteX42" fmla="*/ 995895 w 12193200"/>
              <a:gd name="connsiteY42" fmla="*/ 6265589 h 6861600"/>
              <a:gd name="connsiteX43" fmla="*/ 939573 w 12193200"/>
              <a:gd name="connsiteY43" fmla="*/ 6393304 h 6861600"/>
              <a:gd name="connsiteX44" fmla="*/ 972391 w 12193200"/>
              <a:gd name="connsiteY44" fmla="*/ 6393304 h 6861600"/>
              <a:gd name="connsiteX45" fmla="*/ 983034 w 12193200"/>
              <a:gd name="connsiteY45" fmla="*/ 6367939 h 6861600"/>
              <a:gd name="connsiteX46" fmla="*/ 1048669 w 12193200"/>
              <a:gd name="connsiteY46" fmla="*/ 6367939 h 6861600"/>
              <a:gd name="connsiteX47" fmla="*/ 1060643 w 12193200"/>
              <a:gd name="connsiteY47" fmla="*/ 6393304 h 6861600"/>
              <a:gd name="connsiteX48" fmla="*/ 1092130 w 12193200"/>
              <a:gd name="connsiteY48" fmla="*/ 6393304 h 6861600"/>
              <a:gd name="connsiteX49" fmla="*/ 1035365 w 12193200"/>
              <a:gd name="connsiteY49" fmla="*/ 6265589 h 6861600"/>
              <a:gd name="connsiteX50" fmla="*/ 778146 w 12193200"/>
              <a:gd name="connsiteY50" fmla="*/ 6265589 h 6861600"/>
              <a:gd name="connsiteX51" fmla="*/ 778146 w 12193200"/>
              <a:gd name="connsiteY51" fmla="*/ 6393304 h 6861600"/>
              <a:gd name="connsiteX52" fmla="*/ 805642 w 12193200"/>
              <a:gd name="connsiteY52" fmla="*/ 6393304 h 6861600"/>
              <a:gd name="connsiteX53" fmla="*/ 805642 w 12193200"/>
              <a:gd name="connsiteY53" fmla="*/ 6319879 h 6861600"/>
              <a:gd name="connsiteX54" fmla="*/ 838459 w 12193200"/>
              <a:gd name="connsiteY54" fmla="*/ 6393304 h 6861600"/>
              <a:gd name="connsiteX55" fmla="*/ 867286 w 12193200"/>
              <a:gd name="connsiteY55" fmla="*/ 6393304 h 6861600"/>
              <a:gd name="connsiteX56" fmla="*/ 900103 w 12193200"/>
              <a:gd name="connsiteY56" fmla="*/ 6318544 h 6861600"/>
              <a:gd name="connsiteX57" fmla="*/ 900103 w 12193200"/>
              <a:gd name="connsiteY57" fmla="*/ 6393304 h 6861600"/>
              <a:gd name="connsiteX58" fmla="*/ 927599 w 12193200"/>
              <a:gd name="connsiteY58" fmla="*/ 6393304 h 6861600"/>
              <a:gd name="connsiteX59" fmla="*/ 927599 w 12193200"/>
              <a:gd name="connsiteY59" fmla="*/ 6265589 h 6861600"/>
              <a:gd name="connsiteX60" fmla="*/ 894781 w 12193200"/>
              <a:gd name="connsiteY60" fmla="*/ 6265589 h 6861600"/>
              <a:gd name="connsiteX61" fmla="*/ 852651 w 12193200"/>
              <a:gd name="connsiteY61" fmla="*/ 6361264 h 6861600"/>
              <a:gd name="connsiteX62" fmla="*/ 810964 w 12193200"/>
              <a:gd name="connsiteY62" fmla="*/ 6265589 h 6861600"/>
              <a:gd name="connsiteX63" fmla="*/ 1414985 w 12193200"/>
              <a:gd name="connsiteY63" fmla="*/ 6265144 h 6861600"/>
              <a:gd name="connsiteX64" fmla="*/ 1395471 w 12193200"/>
              <a:gd name="connsiteY64" fmla="*/ 6285169 h 6861600"/>
              <a:gd name="connsiteX65" fmla="*/ 1395471 w 12193200"/>
              <a:gd name="connsiteY65" fmla="*/ 6322549 h 6861600"/>
              <a:gd name="connsiteX66" fmla="*/ 1414985 w 12193200"/>
              <a:gd name="connsiteY66" fmla="*/ 6341239 h 6861600"/>
              <a:gd name="connsiteX67" fmla="*/ 1485941 w 12193200"/>
              <a:gd name="connsiteY67" fmla="*/ 6341239 h 6861600"/>
              <a:gd name="connsiteX68" fmla="*/ 1485941 w 12193200"/>
              <a:gd name="connsiteY68" fmla="*/ 6367939 h 6861600"/>
              <a:gd name="connsiteX69" fmla="*/ 1424298 w 12193200"/>
              <a:gd name="connsiteY69" fmla="*/ 6367939 h 6861600"/>
              <a:gd name="connsiteX70" fmla="*/ 1424298 w 12193200"/>
              <a:gd name="connsiteY70" fmla="*/ 6358594 h 6861600"/>
              <a:gd name="connsiteX71" fmla="*/ 1394141 w 12193200"/>
              <a:gd name="connsiteY71" fmla="*/ 6358594 h 6861600"/>
              <a:gd name="connsiteX72" fmla="*/ 1394141 w 12193200"/>
              <a:gd name="connsiteY72" fmla="*/ 6374614 h 6861600"/>
              <a:gd name="connsiteX73" fmla="*/ 1413654 w 12193200"/>
              <a:gd name="connsiteY73" fmla="*/ 6393304 h 6861600"/>
              <a:gd name="connsiteX74" fmla="*/ 1424298 w 12193200"/>
              <a:gd name="connsiteY74" fmla="*/ 6393304 h 6861600"/>
              <a:gd name="connsiteX75" fmla="*/ 1495255 w 12193200"/>
              <a:gd name="connsiteY75" fmla="*/ 6393304 h 6861600"/>
              <a:gd name="connsiteX76" fmla="*/ 1514768 w 12193200"/>
              <a:gd name="connsiteY76" fmla="*/ 6373279 h 6861600"/>
              <a:gd name="connsiteX77" fmla="*/ 1514768 w 12193200"/>
              <a:gd name="connsiteY77" fmla="*/ 6337234 h 6861600"/>
              <a:gd name="connsiteX78" fmla="*/ 1495255 w 12193200"/>
              <a:gd name="connsiteY78" fmla="*/ 6315874 h 6861600"/>
              <a:gd name="connsiteX79" fmla="*/ 1424298 w 12193200"/>
              <a:gd name="connsiteY79" fmla="*/ 6315874 h 6861600"/>
              <a:gd name="connsiteX80" fmla="*/ 1424298 w 12193200"/>
              <a:gd name="connsiteY80" fmla="*/ 6290509 h 6861600"/>
              <a:gd name="connsiteX81" fmla="*/ 1485941 w 12193200"/>
              <a:gd name="connsiteY81" fmla="*/ 6290509 h 6861600"/>
              <a:gd name="connsiteX82" fmla="*/ 1485941 w 12193200"/>
              <a:gd name="connsiteY82" fmla="*/ 6301189 h 6861600"/>
              <a:gd name="connsiteX83" fmla="*/ 1514768 w 12193200"/>
              <a:gd name="connsiteY83" fmla="*/ 6301189 h 6861600"/>
              <a:gd name="connsiteX84" fmla="*/ 1514768 w 12193200"/>
              <a:gd name="connsiteY84" fmla="*/ 6286504 h 6861600"/>
              <a:gd name="connsiteX85" fmla="*/ 1496585 w 12193200"/>
              <a:gd name="connsiteY85" fmla="*/ 6265144 h 6861600"/>
              <a:gd name="connsiteX86" fmla="*/ 418040 w 12193200"/>
              <a:gd name="connsiteY86" fmla="*/ 6184154 h 6861600"/>
              <a:gd name="connsiteX87" fmla="*/ 386553 w 12193200"/>
              <a:gd name="connsiteY87" fmla="*/ 6217529 h 6861600"/>
              <a:gd name="connsiteX88" fmla="*/ 386553 w 12193200"/>
              <a:gd name="connsiteY88" fmla="*/ 6441363 h 6861600"/>
              <a:gd name="connsiteX89" fmla="*/ 418040 w 12193200"/>
              <a:gd name="connsiteY89" fmla="*/ 6474738 h 6861600"/>
              <a:gd name="connsiteX90" fmla="*/ 624259 w 12193200"/>
              <a:gd name="connsiteY90" fmla="*/ 6474738 h 6861600"/>
              <a:gd name="connsiteX91" fmla="*/ 657076 w 12193200"/>
              <a:gd name="connsiteY91" fmla="*/ 6441363 h 6861600"/>
              <a:gd name="connsiteX92" fmla="*/ 657076 w 12193200"/>
              <a:gd name="connsiteY92" fmla="*/ 6217529 h 6861600"/>
              <a:gd name="connsiteX93" fmla="*/ 624259 w 12193200"/>
              <a:gd name="connsiteY93" fmla="*/ 6184154 h 6861600"/>
              <a:gd name="connsiteX94" fmla="*/ 0 w 12193200"/>
              <a:gd name="connsiteY94" fmla="*/ 0 h 6861600"/>
              <a:gd name="connsiteX95" fmla="*/ 12193200 w 12193200"/>
              <a:gd name="connsiteY95" fmla="*/ 0 h 6861600"/>
              <a:gd name="connsiteX96" fmla="*/ 12193200 w 12193200"/>
              <a:gd name="connsiteY96" fmla="*/ 6861600 h 6861600"/>
              <a:gd name="connsiteX97" fmla="*/ 0 w 12193200"/>
              <a:gd name="connsiteY97" fmla="*/ 6861600 h 686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</a:cxnLst>
            <a:rect l="l" t="t" r="r" b="b"/>
            <a:pathLst>
              <a:path w="12193200" h="6861600">
                <a:moveTo>
                  <a:pt x="1278393" y="6290509"/>
                </a:moveTo>
                <a:lnTo>
                  <a:pt x="1341367" y="6290509"/>
                </a:lnTo>
                <a:lnTo>
                  <a:pt x="1341367" y="6323884"/>
                </a:lnTo>
                <a:lnTo>
                  <a:pt x="1278393" y="6323884"/>
                </a:lnTo>
                <a:close/>
                <a:moveTo>
                  <a:pt x="1015852" y="6289174"/>
                </a:moveTo>
                <a:lnTo>
                  <a:pt x="1038026" y="6343909"/>
                </a:lnTo>
                <a:lnTo>
                  <a:pt x="993678" y="6343909"/>
                </a:lnTo>
                <a:close/>
                <a:moveTo>
                  <a:pt x="1542263" y="6265589"/>
                </a:moveTo>
                <a:lnTo>
                  <a:pt x="1542263" y="6393304"/>
                </a:lnTo>
                <a:lnTo>
                  <a:pt x="1572863" y="6393304"/>
                </a:lnTo>
                <a:lnTo>
                  <a:pt x="1572863" y="6334564"/>
                </a:lnTo>
                <a:lnTo>
                  <a:pt x="1630516" y="6393304"/>
                </a:lnTo>
                <a:lnTo>
                  <a:pt x="1672646" y="6393304"/>
                </a:lnTo>
                <a:lnTo>
                  <a:pt x="1603020" y="6325219"/>
                </a:lnTo>
                <a:lnTo>
                  <a:pt x="1669985" y="6265589"/>
                </a:lnTo>
                <a:lnTo>
                  <a:pt x="1629185" y="6265589"/>
                </a:lnTo>
                <a:lnTo>
                  <a:pt x="1572863" y="6317209"/>
                </a:lnTo>
                <a:lnTo>
                  <a:pt x="1572863" y="6265589"/>
                </a:lnTo>
                <a:close/>
                <a:moveTo>
                  <a:pt x="1248236" y="6265589"/>
                </a:moveTo>
                <a:lnTo>
                  <a:pt x="1248236" y="6393304"/>
                </a:lnTo>
                <a:lnTo>
                  <a:pt x="1278393" y="6393304"/>
                </a:lnTo>
                <a:lnTo>
                  <a:pt x="1278393" y="6349249"/>
                </a:lnTo>
                <a:lnTo>
                  <a:pt x="1311210" y="6349249"/>
                </a:lnTo>
                <a:lnTo>
                  <a:pt x="1338706" y="6393304"/>
                </a:lnTo>
                <a:lnTo>
                  <a:pt x="1371524" y="6393304"/>
                </a:lnTo>
                <a:lnTo>
                  <a:pt x="1342697" y="6349249"/>
                </a:lnTo>
                <a:lnTo>
                  <a:pt x="1345358" y="6349249"/>
                </a:lnTo>
                <a:cubicBezTo>
                  <a:pt x="1362210" y="6349249"/>
                  <a:pt x="1370193" y="6339904"/>
                  <a:pt x="1370193" y="6329224"/>
                </a:cubicBezTo>
                <a:lnTo>
                  <a:pt x="1370193" y="6286949"/>
                </a:lnTo>
                <a:cubicBezTo>
                  <a:pt x="1370193" y="6273599"/>
                  <a:pt x="1362210" y="6265589"/>
                  <a:pt x="1349350" y="6265589"/>
                </a:cubicBezTo>
                <a:close/>
                <a:moveTo>
                  <a:pt x="1104991" y="6265589"/>
                </a:moveTo>
                <a:lnTo>
                  <a:pt x="1104991" y="6393304"/>
                </a:lnTo>
                <a:lnTo>
                  <a:pt x="1226061" y="6393304"/>
                </a:lnTo>
                <a:lnTo>
                  <a:pt x="1226061" y="6367939"/>
                </a:lnTo>
                <a:lnTo>
                  <a:pt x="1133817" y="6367939"/>
                </a:lnTo>
                <a:lnTo>
                  <a:pt x="1133817" y="6341239"/>
                </a:lnTo>
                <a:lnTo>
                  <a:pt x="1212757" y="6341239"/>
                </a:lnTo>
                <a:lnTo>
                  <a:pt x="1212757" y="6315874"/>
                </a:lnTo>
                <a:lnTo>
                  <a:pt x="1133817" y="6315874"/>
                </a:lnTo>
                <a:lnTo>
                  <a:pt x="1133817" y="6290509"/>
                </a:lnTo>
                <a:lnTo>
                  <a:pt x="1224731" y="6290509"/>
                </a:lnTo>
                <a:lnTo>
                  <a:pt x="1224731" y="6265589"/>
                </a:lnTo>
                <a:close/>
                <a:moveTo>
                  <a:pt x="995895" y="6265589"/>
                </a:moveTo>
                <a:lnTo>
                  <a:pt x="939573" y="6393304"/>
                </a:lnTo>
                <a:lnTo>
                  <a:pt x="972391" y="6393304"/>
                </a:lnTo>
                <a:lnTo>
                  <a:pt x="983034" y="6367939"/>
                </a:lnTo>
                <a:lnTo>
                  <a:pt x="1048669" y="6367939"/>
                </a:lnTo>
                <a:lnTo>
                  <a:pt x="1060643" y="6393304"/>
                </a:lnTo>
                <a:lnTo>
                  <a:pt x="1092130" y="6393304"/>
                </a:lnTo>
                <a:lnTo>
                  <a:pt x="1035365" y="6265589"/>
                </a:lnTo>
                <a:close/>
                <a:moveTo>
                  <a:pt x="778146" y="6265589"/>
                </a:moveTo>
                <a:lnTo>
                  <a:pt x="778146" y="6393304"/>
                </a:lnTo>
                <a:lnTo>
                  <a:pt x="805642" y="6393304"/>
                </a:lnTo>
                <a:lnTo>
                  <a:pt x="805642" y="6319879"/>
                </a:lnTo>
                <a:lnTo>
                  <a:pt x="838459" y="6393304"/>
                </a:lnTo>
                <a:lnTo>
                  <a:pt x="867286" y="6393304"/>
                </a:lnTo>
                <a:lnTo>
                  <a:pt x="900103" y="6318544"/>
                </a:lnTo>
                <a:lnTo>
                  <a:pt x="900103" y="6393304"/>
                </a:lnTo>
                <a:lnTo>
                  <a:pt x="927599" y="6393304"/>
                </a:lnTo>
                <a:lnTo>
                  <a:pt x="927599" y="6265589"/>
                </a:lnTo>
                <a:lnTo>
                  <a:pt x="894781" y="6265589"/>
                </a:lnTo>
                <a:lnTo>
                  <a:pt x="852651" y="6361264"/>
                </a:lnTo>
                <a:lnTo>
                  <a:pt x="810964" y="6265589"/>
                </a:lnTo>
                <a:close/>
                <a:moveTo>
                  <a:pt x="1414985" y="6265144"/>
                </a:moveTo>
                <a:cubicBezTo>
                  <a:pt x="1404785" y="6265144"/>
                  <a:pt x="1395471" y="6273154"/>
                  <a:pt x="1395471" y="6285169"/>
                </a:cubicBezTo>
                <a:lnTo>
                  <a:pt x="1395471" y="6322549"/>
                </a:lnTo>
                <a:cubicBezTo>
                  <a:pt x="1395471" y="6333229"/>
                  <a:pt x="1403011" y="6341239"/>
                  <a:pt x="1414985" y="6341239"/>
                </a:cubicBezTo>
                <a:lnTo>
                  <a:pt x="1485941" y="6341239"/>
                </a:lnTo>
                <a:lnTo>
                  <a:pt x="1485941" y="6367939"/>
                </a:lnTo>
                <a:lnTo>
                  <a:pt x="1424298" y="6367939"/>
                </a:lnTo>
                <a:lnTo>
                  <a:pt x="1424298" y="6358594"/>
                </a:lnTo>
                <a:lnTo>
                  <a:pt x="1394141" y="6358594"/>
                </a:lnTo>
                <a:lnTo>
                  <a:pt x="1394141" y="6374614"/>
                </a:lnTo>
                <a:cubicBezTo>
                  <a:pt x="1394141" y="6385294"/>
                  <a:pt x="1400350" y="6393304"/>
                  <a:pt x="1413654" y="6393304"/>
                </a:cubicBezTo>
                <a:lnTo>
                  <a:pt x="1424298" y="6393304"/>
                </a:lnTo>
                <a:lnTo>
                  <a:pt x="1495255" y="6393304"/>
                </a:lnTo>
                <a:cubicBezTo>
                  <a:pt x="1508115" y="6393304"/>
                  <a:pt x="1514768" y="6385294"/>
                  <a:pt x="1514768" y="6373279"/>
                </a:cubicBezTo>
                <a:lnTo>
                  <a:pt x="1514768" y="6337234"/>
                </a:lnTo>
                <a:cubicBezTo>
                  <a:pt x="1514768" y="6323884"/>
                  <a:pt x="1505898" y="6315874"/>
                  <a:pt x="1495255" y="6315874"/>
                </a:cubicBezTo>
                <a:lnTo>
                  <a:pt x="1424298" y="6315874"/>
                </a:lnTo>
                <a:lnTo>
                  <a:pt x="1424298" y="6290509"/>
                </a:lnTo>
                <a:lnTo>
                  <a:pt x="1485941" y="6290509"/>
                </a:lnTo>
                <a:lnTo>
                  <a:pt x="1485941" y="6301189"/>
                </a:lnTo>
                <a:lnTo>
                  <a:pt x="1514768" y="6301189"/>
                </a:lnTo>
                <a:lnTo>
                  <a:pt x="1514768" y="6286504"/>
                </a:lnTo>
                <a:cubicBezTo>
                  <a:pt x="1514768" y="6273154"/>
                  <a:pt x="1507229" y="6265144"/>
                  <a:pt x="1496585" y="6265144"/>
                </a:cubicBezTo>
                <a:close/>
                <a:moveTo>
                  <a:pt x="418040" y="6184154"/>
                </a:moveTo>
                <a:cubicBezTo>
                  <a:pt x="401188" y="6184154"/>
                  <a:pt x="386553" y="6198839"/>
                  <a:pt x="386553" y="6217529"/>
                </a:cubicBezTo>
                <a:lnTo>
                  <a:pt x="386553" y="6441363"/>
                </a:lnTo>
                <a:cubicBezTo>
                  <a:pt x="386553" y="6460053"/>
                  <a:pt x="401188" y="6474738"/>
                  <a:pt x="418040" y="6474738"/>
                </a:cubicBezTo>
                <a:lnTo>
                  <a:pt x="624259" y="6474738"/>
                </a:lnTo>
                <a:cubicBezTo>
                  <a:pt x="642441" y="6474738"/>
                  <a:pt x="657076" y="6460053"/>
                  <a:pt x="657076" y="6441363"/>
                </a:cubicBezTo>
                <a:cubicBezTo>
                  <a:pt x="657076" y="6441363"/>
                  <a:pt x="657076" y="6217529"/>
                  <a:pt x="657076" y="6217529"/>
                </a:cubicBezTo>
                <a:cubicBezTo>
                  <a:pt x="657076" y="6198839"/>
                  <a:pt x="642441" y="6184154"/>
                  <a:pt x="624259" y="6184154"/>
                </a:cubicBezTo>
                <a:close/>
                <a:moveTo>
                  <a:pt x="0" y="0"/>
                </a:moveTo>
                <a:lnTo>
                  <a:pt x="12193200" y="0"/>
                </a:lnTo>
                <a:lnTo>
                  <a:pt x="12193200" y="6861600"/>
                </a:lnTo>
                <a:lnTo>
                  <a:pt x="0" y="6861600"/>
                </a:lnTo>
                <a:close/>
              </a:path>
            </a:pathLst>
          </a:custGeom>
          <a:solidFill>
            <a:schemeClr val="bg1"/>
          </a:solidFill>
        </p:spPr>
        <p:txBody>
          <a:bodyPr wrap="square" tIns="72000" anchor="t" anchorCtr="0">
            <a:noAutofit/>
          </a:bodyPr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1200">
                <a:solidFill>
                  <a:schemeClr val="bg1"/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Click here and insert picture</a:t>
            </a:r>
          </a:p>
        </p:txBody>
      </p:sp>
      <p:sp>
        <p:nvSpPr>
          <p:cNvPr id="6" name="Date Placeholder 5" hidden="1">
            <a:extLst>
              <a:ext uri="{FF2B5EF4-FFF2-40B4-BE49-F238E27FC236}">
                <a16:creationId xmlns:a16="http://schemas.microsoft.com/office/drawing/2014/main" id="{08F8CACC-6EC3-45E4-B2E4-A9916C3AA0BC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>
            <a:lvl1pPr>
              <a:defRPr>
                <a:noFill/>
              </a:defRPr>
            </a:lvl1pPr>
          </a:lstStyle>
          <a:p>
            <a:endParaRPr lang="en-GB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FF127482-2C9F-A700-BD57-7C8E383A1CCB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71475" y="2732088"/>
            <a:ext cx="5602288" cy="1816100"/>
          </a:xfrm>
        </p:spPr>
        <p:txBody>
          <a:bodyPr anchor="t"/>
          <a:lstStyle>
            <a:lvl1pPr algn="l">
              <a:defRPr sz="4000">
                <a:solidFill>
                  <a:schemeClr val="tx1"/>
                </a:solidFill>
              </a:defRPr>
            </a:lvl1pPr>
          </a:lstStyle>
          <a:p>
            <a:r>
              <a:rPr lang="en-GB"/>
              <a:t>Click to add title</a:t>
            </a:r>
          </a:p>
        </p:txBody>
      </p:sp>
      <p:sp>
        <p:nvSpPr>
          <p:cNvPr id="2" name="Footer Placeholder 10">
            <a:extLst>
              <a:ext uri="{FF2B5EF4-FFF2-40B4-BE49-F238E27FC236}">
                <a16:creationId xmlns:a16="http://schemas.microsoft.com/office/drawing/2014/main" id="{74BF7F28-9777-F18C-A1A9-835937A89BA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540625" y="6405563"/>
            <a:ext cx="3308349" cy="180974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r">
              <a:defRPr lang="en-GB" sz="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n-US"/>
              <a:t>Update header via slide master</a:t>
            </a:r>
          </a:p>
        </p:txBody>
      </p:sp>
      <p:sp>
        <p:nvSpPr>
          <p:cNvPr id="4" name="Slide Number Placeholder 11">
            <a:extLst>
              <a:ext uri="{FF2B5EF4-FFF2-40B4-BE49-F238E27FC236}">
                <a16:creationId xmlns:a16="http://schemas.microsoft.com/office/drawing/2014/main" id="{8AE019F0-E63E-381A-0C00-85310AE86F6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0950" y="6403974"/>
            <a:ext cx="409575" cy="193676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r">
              <a:defRPr lang="en-GB" sz="7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E609CB8F-9537-1E4B-B955-6CC1563861C9}" type="slidenum">
              <a:rPr lang="en-VN" smtClean="0"/>
              <a:pPr/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222628203"/>
      </p:ext>
    </p:extLst>
  </p:cSld>
  <p:clrMapOvr>
    <a:masterClrMapping/>
  </p:clrMapOvr>
</p:sldLayout>
</file>

<file path=ppt/slideLayouts/slideLayout16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ull bleed image D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icture Placeholder 33">
            <a:extLst>
              <a:ext uri="{FF2B5EF4-FFF2-40B4-BE49-F238E27FC236}">
                <a16:creationId xmlns:a16="http://schemas.microsoft.com/office/drawing/2014/main" id="{9DBF40FC-CB42-D9BB-1080-C75078CBEAB8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3200" cy="6861600"/>
          </a:xfrm>
          <a:custGeom>
            <a:avLst/>
            <a:gdLst>
              <a:gd name="connsiteX0" fmla="*/ 657189 w 12193200"/>
              <a:gd name="connsiteY0" fmla="*/ 6441263 h 6861600"/>
              <a:gd name="connsiteX1" fmla="*/ 657189 w 12193200"/>
              <a:gd name="connsiteY1" fmla="*/ 6441264 h 6861600"/>
              <a:gd name="connsiteX2" fmla="*/ 624342 w 12193200"/>
              <a:gd name="connsiteY2" fmla="*/ 6474551 h 6861600"/>
              <a:gd name="connsiteX3" fmla="*/ 624340 w 12193200"/>
              <a:gd name="connsiteY3" fmla="*/ 6474551 h 6861600"/>
              <a:gd name="connsiteX4" fmla="*/ 657189 w 12193200"/>
              <a:gd name="connsiteY4" fmla="*/ 6441263 h 6861600"/>
              <a:gd name="connsiteX5" fmla="*/ 386560 w 12193200"/>
              <a:gd name="connsiteY5" fmla="*/ 6441263 h 6861600"/>
              <a:gd name="connsiteX6" fmla="*/ 389769 w 12193200"/>
              <a:gd name="connsiteY6" fmla="*/ 6449342 h 6861600"/>
              <a:gd name="connsiteX7" fmla="*/ 386560 w 12193200"/>
              <a:gd name="connsiteY7" fmla="*/ 6441264 h 6861600"/>
              <a:gd name="connsiteX8" fmla="*/ 1278445 w 12193200"/>
              <a:gd name="connsiteY8" fmla="*/ 6290703 h 6861600"/>
              <a:gd name="connsiteX9" fmla="*/ 1341508 w 12193200"/>
              <a:gd name="connsiteY9" fmla="*/ 6290703 h 6861600"/>
              <a:gd name="connsiteX10" fmla="*/ 1341508 w 12193200"/>
              <a:gd name="connsiteY10" fmla="*/ 6323993 h 6861600"/>
              <a:gd name="connsiteX11" fmla="*/ 1278445 w 12193200"/>
              <a:gd name="connsiteY11" fmla="*/ 6323993 h 6861600"/>
              <a:gd name="connsiteX12" fmla="*/ 1015767 w 12193200"/>
              <a:gd name="connsiteY12" fmla="*/ 6289390 h 6861600"/>
              <a:gd name="connsiteX13" fmla="*/ 1038029 w 12193200"/>
              <a:gd name="connsiteY13" fmla="*/ 6344031 h 6861600"/>
              <a:gd name="connsiteX14" fmla="*/ 993415 w 12193200"/>
              <a:gd name="connsiteY14" fmla="*/ 6344031 h 6861600"/>
              <a:gd name="connsiteX15" fmla="*/ 1542399 w 12193200"/>
              <a:gd name="connsiteY15" fmla="*/ 6265409 h 6861600"/>
              <a:gd name="connsiteX16" fmla="*/ 1542399 w 12193200"/>
              <a:gd name="connsiteY16" fmla="*/ 6393302 h 6861600"/>
              <a:gd name="connsiteX17" fmla="*/ 1572649 w 12193200"/>
              <a:gd name="connsiteY17" fmla="*/ 6393302 h 6861600"/>
              <a:gd name="connsiteX18" fmla="*/ 1572649 w 12193200"/>
              <a:gd name="connsiteY18" fmla="*/ 6334722 h 6861600"/>
              <a:gd name="connsiteX19" fmla="*/ 1630474 w 12193200"/>
              <a:gd name="connsiteY19" fmla="*/ 6393302 h 6861600"/>
              <a:gd name="connsiteX20" fmla="*/ 1672471 w 12193200"/>
              <a:gd name="connsiteY20" fmla="*/ 6393302 h 6861600"/>
              <a:gd name="connsiteX21" fmla="*/ 1602845 w 12193200"/>
              <a:gd name="connsiteY21" fmla="*/ 6325413 h 6861600"/>
              <a:gd name="connsiteX22" fmla="*/ 1669855 w 12193200"/>
              <a:gd name="connsiteY22" fmla="*/ 6265409 h 6861600"/>
              <a:gd name="connsiteX23" fmla="*/ 1629144 w 12193200"/>
              <a:gd name="connsiteY23" fmla="*/ 6265409 h 6861600"/>
              <a:gd name="connsiteX24" fmla="*/ 1572649 w 12193200"/>
              <a:gd name="connsiteY24" fmla="*/ 6317420 h 6861600"/>
              <a:gd name="connsiteX25" fmla="*/ 1572649 w 12193200"/>
              <a:gd name="connsiteY25" fmla="*/ 6265409 h 6861600"/>
              <a:gd name="connsiteX26" fmla="*/ 1415032 w 12193200"/>
              <a:gd name="connsiteY26" fmla="*/ 6265409 h 6861600"/>
              <a:gd name="connsiteX27" fmla="*/ 1395297 w 12193200"/>
              <a:gd name="connsiteY27" fmla="*/ 6285447 h 6861600"/>
              <a:gd name="connsiteX28" fmla="*/ 1395297 w 12193200"/>
              <a:gd name="connsiteY28" fmla="*/ 6322676 h 6861600"/>
              <a:gd name="connsiteX29" fmla="*/ 1415032 w 12193200"/>
              <a:gd name="connsiteY29" fmla="*/ 6341401 h 6861600"/>
              <a:gd name="connsiteX30" fmla="*/ 1485989 w 12193200"/>
              <a:gd name="connsiteY30" fmla="*/ 6341401 h 6861600"/>
              <a:gd name="connsiteX31" fmla="*/ 1485989 w 12193200"/>
              <a:gd name="connsiteY31" fmla="*/ 6368008 h 6861600"/>
              <a:gd name="connsiteX32" fmla="*/ 1424212 w 12193200"/>
              <a:gd name="connsiteY32" fmla="*/ 6368008 h 6861600"/>
              <a:gd name="connsiteX33" fmla="*/ 1424212 w 12193200"/>
              <a:gd name="connsiteY33" fmla="*/ 6358703 h 6861600"/>
              <a:gd name="connsiteX34" fmla="*/ 1394011 w 12193200"/>
              <a:gd name="connsiteY34" fmla="*/ 6358703 h 6861600"/>
              <a:gd name="connsiteX35" fmla="*/ 1394011 w 12193200"/>
              <a:gd name="connsiteY35" fmla="*/ 6374687 h 6861600"/>
              <a:gd name="connsiteX36" fmla="*/ 1413746 w 12193200"/>
              <a:gd name="connsiteY36" fmla="*/ 6393302 h 6861600"/>
              <a:gd name="connsiteX37" fmla="*/ 1424212 w 12193200"/>
              <a:gd name="connsiteY37" fmla="*/ 6393302 h 6861600"/>
              <a:gd name="connsiteX38" fmla="*/ 1495169 w 12193200"/>
              <a:gd name="connsiteY38" fmla="*/ 6393302 h 6861600"/>
              <a:gd name="connsiteX39" fmla="*/ 1514770 w 12193200"/>
              <a:gd name="connsiteY39" fmla="*/ 6373375 h 6861600"/>
              <a:gd name="connsiteX40" fmla="*/ 1514770 w 12193200"/>
              <a:gd name="connsiteY40" fmla="*/ 6337352 h 6861600"/>
              <a:gd name="connsiteX41" fmla="*/ 1495169 w 12193200"/>
              <a:gd name="connsiteY41" fmla="*/ 6315996 h 6861600"/>
              <a:gd name="connsiteX42" fmla="*/ 1424212 w 12193200"/>
              <a:gd name="connsiteY42" fmla="*/ 6315996 h 6861600"/>
              <a:gd name="connsiteX43" fmla="*/ 1424212 w 12193200"/>
              <a:gd name="connsiteY43" fmla="*/ 6290703 h 6861600"/>
              <a:gd name="connsiteX44" fmla="*/ 1485989 w 12193200"/>
              <a:gd name="connsiteY44" fmla="*/ 6290703 h 6861600"/>
              <a:gd name="connsiteX45" fmla="*/ 1485989 w 12193200"/>
              <a:gd name="connsiteY45" fmla="*/ 6301436 h 6861600"/>
              <a:gd name="connsiteX46" fmla="*/ 1514770 w 12193200"/>
              <a:gd name="connsiteY46" fmla="*/ 6301436 h 6861600"/>
              <a:gd name="connsiteX47" fmla="*/ 1514770 w 12193200"/>
              <a:gd name="connsiteY47" fmla="*/ 6286760 h 6861600"/>
              <a:gd name="connsiteX48" fmla="*/ 1496455 w 12193200"/>
              <a:gd name="connsiteY48" fmla="*/ 6265409 h 6861600"/>
              <a:gd name="connsiteX49" fmla="*/ 1248195 w 12193200"/>
              <a:gd name="connsiteY49" fmla="*/ 6265409 h 6861600"/>
              <a:gd name="connsiteX50" fmla="*/ 1248195 w 12193200"/>
              <a:gd name="connsiteY50" fmla="*/ 6393302 h 6861600"/>
              <a:gd name="connsiteX51" fmla="*/ 1278445 w 12193200"/>
              <a:gd name="connsiteY51" fmla="*/ 6393302 h 6861600"/>
              <a:gd name="connsiteX52" fmla="*/ 1278445 w 12193200"/>
              <a:gd name="connsiteY52" fmla="*/ 6349394 h 6861600"/>
              <a:gd name="connsiteX53" fmla="*/ 1311258 w 12193200"/>
              <a:gd name="connsiteY53" fmla="*/ 6349394 h 6861600"/>
              <a:gd name="connsiteX54" fmla="*/ 1338887 w 12193200"/>
              <a:gd name="connsiteY54" fmla="*/ 6393302 h 6861600"/>
              <a:gd name="connsiteX55" fmla="*/ 1371615 w 12193200"/>
              <a:gd name="connsiteY55" fmla="*/ 6393302 h 6861600"/>
              <a:gd name="connsiteX56" fmla="*/ 1342834 w 12193200"/>
              <a:gd name="connsiteY56" fmla="*/ 6349394 h 6861600"/>
              <a:gd name="connsiteX57" fmla="*/ 1345454 w 12193200"/>
              <a:gd name="connsiteY57" fmla="*/ 6349394 h 6861600"/>
              <a:gd name="connsiteX58" fmla="*/ 1370334 w 12193200"/>
              <a:gd name="connsiteY58" fmla="*/ 6329355 h 6861600"/>
              <a:gd name="connsiteX59" fmla="*/ 1370334 w 12193200"/>
              <a:gd name="connsiteY59" fmla="*/ 6286760 h 6861600"/>
              <a:gd name="connsiteX60" fmla="*/ 1349353 w 12193200"/>
              <a:gd name="connsiteY60" fmla="*/ 6265409 h 6861600"/>
              <a:gd name="connsiteX61" fmla="*/ 1105039 w 12193200"/>
              <a:gd name="connsiteY61" fmla="*/ 6265409 h 6861600"/>
              <a:gd name="connsiteX62" fmla="*/ 1105039 w 12193200"/>
              <a:gd name="connsiteY62" fmla="*/ 6393302 h 6861600"/>
              <a:gd name="connsiteX63" fmla="*/ 1225847 w 12193200"/>
              <a:gd name="connsiteY63" fmla="*/ 6393302 h 6861600"/>
              <a:gd name="connsiteX64" fmla="*/ 1225847 w 12193200"/>
              <a:gd name="connsiteY64" fmla="*/ 6368008 h 6861600"/>
              <a:gd name="connsiteX65" fmla="*/ 1133954 w 12193200"/>
              <a:gd name="connsiteY65" fmla="*/ 6368008 h 6861600"/>
              <a:gd name="connsiteX66" fmla="*/ 1133954 w 12193200"/>
              <a:gd name="connsiteY66" fmla="*/ 6341401 h 6861600"/>
              <a:gd name="connsiteX67" fmla="*/ 1212716 w 12193200"/>
              <a:gd name="connsiteY67" fmla="*/ 6341401 h 6861600"/>
              <a:gd name="connsiteX68" fmla="*/ 1212716 w 12193200"/>
              <a:gd name="connsiteY68" fmla="*/ 6315996 h 6861600"/>
              <a:gd name="connsiteX69" fmla="*/ 1133954 w 12193200"/>
              <a:gd name="connsiteY69" fmla="*/ 6315996 h 6861600"/>
              <a:gd name="connsiteX70" fmla="*/ 1133954 w 12193200"/>
              <a:gd name="connsiteY70" fmla="*/ 6290703 h 6861600"/>
              <a:gd name="connsiteX71" fmla="*/ 1224512 w 12193200"/>
              <a:gd name="connsiteY71" fmla="*/ 6290703 h 6861600"/>
              <a:gd name="connsiteX72" fmla="*/ 1224512 w 12193200"/>
              <a:gd name="connsiteY72" fmla="*/ 6265409 h 6861600"/>
              <a:gd name="connsiteX73" fmla="*/ 996032 w 12193200"/>
              <a:gd name="connsiteY73" fmla="*/ 6265409 h 6861600"/>
              <a:gd name="connsiteX74" fmla="*/ 939577 w 12193200"/>
              <a:gd name="connsiteY74" fmla="*/ 6393302 h 6861600"/>
              <a:gd name="connsiteX75" fmla="*/ 972350 w 12193200"/>
              <a:gd name="connsiteY75" fmla="*/ 6393302 h 6861600"/>
              <a:gd name="connsiteX76" fmla="*/ 982905 w 12193200"/>
              <a:gd name="connsiteY76" fmla="*/ 6368008 h 6861600"/>
              <a:gd name="connsiteX77" fmla="*/ 1048629 w 12193200"/>
              <a:gd name="connsiteY77" fmla="*/ 6368008 h 6861600"/>
              <a:gd name="connsiteX78" fmla="*/ 1060381 w 12193200"/>
              <a:gd name="connsiteY78" fmla="*/ 6393302 h 6861600"/>
              <a:gd name="connsiteX79" fmla="*/ 1091957 w 12193200"/>
              <a:gd name="connsiteY79" fmla="*/ 6393302 h 6861600"/>
              <a:gd name="connsiteX80" fmla="*/ 1035413 w 12193200"/>
              <a:gd name="connsiteY80" fmla="*/ 6265409 h 6861600"/>
              <a:gd name="connsiteX81" fmla="*/ 777989 w 12193200"/>
              <a:gd name="connsiteY81" fmla="*/ 6265409 h 6861600"/>
              <a:gd name="connsiteX82" fmla="*/ 777989 w 12193200"/>
              <a:gd name="connsiteY82" fmla="*/ 6393302 h 6861600"/>
              <a:gd name="connsiteX83" fmla="*/ 805596 w 12193200"/>
              <a:gd name="connsiteY83" fmla="*/ 6393302 h 6861600"/>
              <a:gd name="connsiteX84" fmla="*/ 805596 w 12193200"/>
              <a:gd name="connsiteY84" fmla="*/ 6320050 h 6861600"/>
              <a:gd name="connsiteX85" fmla="*/ 838420 w 12193200"/>
              <a:gd name="connsiteY85" fmla="*/ 6393302 h 6861600"/>
              <a:gd name="connsiteX86" fmla="*/ 867379 w 12193200"/>
              <a:gd name="connsiteY86" fmla="*/ 6393302 h 6861600"/>
              <a:gd name="connsiteX87" fmla="*/ 900108 w 12193200"/>
              <a:gd name="connsiteY87" fmla="*/ 6318738 h 6861600"/>
              <a:gd name="connsiteX88" fmla="*/ 900108 w 12193200"/>
              <a:gd name="connsiteY88" fmla="*/ 6393302 h 6861600"/>
              <a:gd name="connsiteX89" fmla="*/ 927692 w 12193200"/>
              <a:gd name="connsiteY89" fmla="*/ 6393302 h 6861600"/>
              <a:gd name="connsiteX90" fmla="*/ 927692 w 12193200"/>
              <a:gd name="connsiteY90" fmla="*/ 6265409 h 6861600"/>
              <a:gd name="connsiteX91" fmla="*/ 894875 w 12193200"/>
              <a:gd name="connsiteY91" fmla="*/ 6265409 h 6861600"/>
              <a:gd name="connsiteX92" fmla="*/ 852833 w 12193200"/>
              <a:gd name="connsiteY92" fmla="*/ 6361328 h 6861600"/>
              <a:gd name="connsiteX93" fmla="*/ 810833 w 12193200"/>
              <a:gd name="connsiteY93" fmla="*/ 6265409 h 6861600"/>
              <a:gd name="connsiteX94" fmla="*/ 418098 w 12193200"/>
              <a:gd name="connsiteY94" fmla="*/ 6169025 h 6861600"/>
              <a:gd name="connsiteX95" fmla="*/ 371476 w 12193200"/>
              <a:gd name="connsiteY95" fmla="*/ 6217452 h 6861600"/>
              <a:gd name="connsiteX96" fmla="*/ 371476 w 12193200"/>
              <a:gd name="connsiteY96" fmla="*/ 6441264 h 6861600"/>
              <a:gd name="connsiteX97" fmla="*/ 418098 w 12193200"/>
              <a:gd name="connsiteY97" fmla="*/ 6489688 h 6861600"/>
              <a:gd name="connsiteX98" fmla="*/ 624342 w 12193200"/>
              <a:gd name="connsiteY98" fmla="*/ 6489688 h 6861600"/>
              <a:gd name="connsiteX99" fmla="*/ 672274 w 12193200"/>
              <a:gd name="connsiteY99" fmla="*/ 6441264 h 6861600"/>
              <a:gd name="connsiteX100" fmla="*/ 672274 w 12193200"/>
              <a:gd name="connsiteY100" fmla="*/ 6217452 h 6861600"/>
              <a:gd name="connsiteX101" fmla="*/ 624342 w 12193200"/>
              <a:gd name="connsiteY101" fmla="*/ 6169025 h 6861600"/>
              <a:gd name="connsiteX102" fmla="*/ 0 w 12193200"/>
              <a:gd name="connsiteY102" fmla="*/ 0 h 6861600"/>
              <a:gd name="connsiteX103" fmla="*/ 12193200 w 12193200"/>
              <a:gd name="connsiteY103" fmla="*/ 0 h 6861600"/>
              <a:gd name="connsiteX104" fmla="*/ 12193200 w 12193200"/>
              <a:gd name="connsiteY104" fmla="*/ 6861600 h 6861600"/>
              <a:gd name="connsiteX105" fmla="*/ 0 w 12193200"/>
              <a:gd name="connsiteY105" fmla="*/ 6861600 h 686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</a:cxnLst>
            <a:rect l="l" t="t" r="r" b="b"/>
            <a:pathLst>
              <a:path w="12193200" h="6861600">
                <a:moveTo>
                  <a:pt x="657189" y="6441263"/>
                </a:moveTo>
                <a:lnTo>
                  <a:pt x="657189" y="6441264"/>
                </a:lnTo>
                <a:cubicBezTo>
                  <a:pt x="657189" y="6459879"/>
                  <a:pt x="642674" y="6474551"/>
                  <a:pt x="624342" y="6474551"/>
                </a:cubicBezTo>
                <a:lnTo>
                  <a:pt x="624340" y="6474551"/>
                </a:lnTo>
                <a:cubicBezTo>
                  <a:pt x="642674" y="6474551"/>
                  <a:pt x="657189" y="6459878"/>
                  <a:pt x="657189" y="6441263"/>
                </a:cubicBezTo>
                <a:close/>
                <a:moveTo>
                  <a:pt x="386560" y="6441263"/>
                </a:moveTo>
                <a:lnTo>
                  <a:pt x="389769" y="6449342"/>
                </a:lnTo>
                <a:lnTo>
                  <a:pt x="386560" y="6441264"/>
                </a:lnTo>
                <a:close/>
                <a:moveTo>
                  <a:pt x="1278445" y="6290703"/>
                </a:moveTo>
                <a:lnTo>
                  <a:pt x="1341508" y="6290703"/>
                </a:lnTo>
                <a:lnTo>
                  <a:pt x="1341508" y="6323993"/>
                </a:lnTo>
                <a:lnTo>
                  <a:pt x="1278445" y="6323993"/>
                </a:lnTo>
                <a:close/>
                <a:moveTo>
                  <a:pt x="1015767" y="6289390"/>
                </a:moveTo>
                <a:lnTo>
                  <a:pt x="1038029" y="6344031"/>
                </a:lnTo>
                <a:lnTo>
                  <a:pt x="993415" y="6344031"/>
                </a:lnTo>
                <a:close/>
                <a:moveTo>
                  <a:pt x="1542399" y="6265409"/>
                </a:moveTo>
                <a:lnTo>
                  <a:pt x="1542399" y="6393302"/>
                </a:lnTo>
                <a:lnTo>
                  <a:pt x="1572649" y="6393302"/>
                </a:lnTo>
                <a:lnTo>
                  <a:pt x="1572649" y="6334722"/>
                </a:lnTo>
                <a:lnTo>
                  <a:pt x="1630474" y="6393302"/>
                </a:lnTo>
                <a:lnTo>
                  <a:pt x="1672471" y="6393302"/>
                </a:lnTo>
                <a:lnTo>
                  <a:pt x="1602845" y="6325413"/>
                </a:lnTo>
                <a:lnTo>
                  <a:pt x="1669855" y="6265409"/>
                </a:lnTo>
                <a:lnTo>
                  <a:pt x="1629144" y="6265409"/>
                </a:lnTo>
                <a:lnTo>
                  <a:pt x="1572649" y="6317420"/>
                </a:lnTo>
                <a:lnTo>
                  <a:pt x="1572649" y="6265409"/>
                </a:lnTo>
                <a:close/>
                <a:moveTo>
                  <a:pt x="1415032" y="6265409"/>
                </a:moveTo>
                <a:cubicBezTo>
                  <a:pt x="1404477" y="6265409"/>
                  <a:pt x="1395297" y="6273406"/>
                  <a:pt x="1395297" y="6285447"/>
                </a:cubicBezTo>
                <a:lnTo>
                  <a:pt x="1395297" y="6322676"/>
                </a:lnTo>
                <a:cubicBezTo>
                  <a:pt x="1395297" y="6333409"/>
                  <a:pt x="1403147" y="6341401"/>
                  <a:pt x="1415032" y="6341401"/>
                </a:cubicBezTo>
                <a:lnTo>
                  <a:pt x="1485989" y="6341401"/>
                </a:lnTo>
                <a:lnTo>
                  <a:pt x="1485989" y="6368008"/>
                </a:lnTo>
                <a:lnTo>
                  <a:pt x="1424212" y="6368008"/>
                </a:lnTo>
                <a:lnTo>
                  <a:pt x="1424212" y="6358703"/>
                </a:lnTo>
                <a:lnTo>
                  <a:pt x="1394011" y="6358703"/>
                </a:lnTo>
                <a:lnTo>
                  <a:pt x="1394011" y="6374687"/>
                </a:lnTo>
                <a:cubicBezTo>
                  <a:pt x="1394011" y="6385309"/>
                  <a:pt x="1400530" y="6393302"/>
                  <a:pt x="1413746" y="6393302"/>
                </a:cubicBezTo>
                <a:lnTo>
                  <a:pt x="1424212" y="6393302"/>
                </a:lnTo>
                <a:lnTo>
                  <a:pt x="1495169" y="6393302"/>
                </a:lnTo>
                <a:cubicBezTo>
                  <a:pt x="1508251" y="6393302"/>
                  <a:pt x="1514770" y="6385309"/>
                  <a:pt x="1514770" y="6373375"/>
                </a:cubicBezTo>
                <a:lnTo>
                  <a:pt x="1514770" y="6337352"/>
                </a:lnTo>
                <a:cubicBezTo>
                  <a:pt x="1514770" y="6323993"/>
                  <a:pt x="1505635" y="6315996"/>
                  <a:pt x="1495169" y="6315996"/>
                </a:cubicBezTo>
                <a:lnTo>
                  <a:pt x="1424212" y="6315996"/>
                </a:lnTo>
                <a:lnTo>
                  <a:pt x="1424212" y="6290703"/>
                </a:lnTo>
                <a:lnTo>
                  <a:pt x="1485989" y="6290703"/>
                </a:lnTo>
                <a:lnTo>
                  <a:pt x="1485989" y="6301436"/>
                </a:lnTo>
                <a:lnTo>
                  <a:pt x="1514770" y="6301436"/>
                </a:lnTo>
                <a:lnTo>
                  <a:pt x="1514770" y="6286760"/>
                </a:lnTo>
                <a:cubicBezTo>
                  <a:pt x="1514770" y="6273406"/>
                  <a:pt x="1506921" y="6265409"/>
                  <a:pt x="1496455" y="6265409"/>
                </a:cubicBezTo>
                <a:close/>
                <a:moveTo>
                  <a:pt x="1248195" y="6265409"/>
                </a:moveTo>
                <a:lnTo>
                  <a:pt x="1248195" y="6393302"/>
                </a:lnTo>
                <a:lnTo>
                  <a:pt x="1278445" y="6393302"/>
                </a:lnTo>
                <a:lnTo>
                  <a:pt x="1278445" y="6349394"/>
                </a:lnTo>
                <a:lnTo>
                  <a:pt x="1311258" y="6349394"/>
                </a:lnTo>
                <a:lnTo>
                  <a:pt x="1338887" y="6393302"/>
                </a:lnTo>
                <a:lnTo>
                  <a:pt x="1371615" y="6393302"/>
                </a:lnTo>
                <a:lnTo>
                  <a:pt x="1342834" y="6349394"/>
                </a:lnTo>
                <a:lnTo>
                  <a:pt x="1345454" y="6349394"/>
                </a:lnTo>
                <a:cubicBezTo>
                  <a:pt x="1362440" y="6349394"/>
                  <a:pt x="1370334" y="6339977"/>
                  <a:pt x="1370334" y="6329355"/>
                </a:cubicBezTo>
                <a:lnTo>
                  <a:pt x="1370334" y="6286760"/>
                </a:lnTo>
                <a:cubicBezTo>
                  <a:pt x="1370334" y="6273406"/>
                  <a:pt x="1362440" y="6265409"/>
                  <a:pt x="1349353" y="6265409"/>
                </a:cubicBezTo>
                <a:close/>
                <a:moveTo>
                  <a:pt x="1105039" y="6265409"/>
                </a:moveTo>
                <a:lnTo>
                  <a:pt x="1105039" y="6393302"/>
                </a:lnTo>
                <a:lnTo>
                  <a:pt x="1225847" y="6393302"/>
                </a:lnTo>
                <a:lnTo>
                  <a:pt x="1225847" y="6368008"/>
                </a:lnTo>
                <a:lnTo>
                  <a:pt x="1133954" y="6368008"/>
                </a:lnTo>
                <a:lnTo>
                  <a:pt x="1133954" y="6341401"/>
                </a:lnTo>
                <a:lnTo>
                  <a:pt x="1212716" y="6341401"/>
                </a:lnTo>
                <a:lnTo>
                  <a:pt x="1212716" y="6315996"/>
                </a:lnTo>
                <a:lnTo>
                  <a:pt x="1133954" y="6315996"/>
                </a:lnTo>
                <a:lnTo>
                  <a:pt x="1133954" y="6290703"/>
                </a:lnTo>
                <a:lnTo>
                  <a:pt x="1224512" y="6290703"/>
                </a:lnTo>
                <a:lnTo>
                  <a:pt x="1224512" y="6265409"/>
                </a:lnTo>
                <a:close/>
                <a:moveTo>
                  <a:pt x="996032" y="6265409"/>
                </a:moveTo>
                <a:lnTo>
                  <a:pt x="939577" y="6393302"/>
                </a:lnTo>
                <a:lnTo>
                  <a:pt x="972350" y="6393302"/>
                </a:lnTo>
                <a:lnTo>
                  <a:pt x="982905" y="6368008"/>
                </a:lnTo>
                <a:lnTo>
                  <a:pt x="1048629" y="6368008"/>
                </a:lnTo>
                <a:lnTo>
                  <a:pt x="1060381" y="6393302"/>
                </a:lnTo>
                <a:lnTo>
                  <a:pt x="1091957" y="6393302"/>
                </a:lnTo>
                <a:lnTo>
                  <a:pt x="1035413" y="6265409"/>
                </a:lnTo>
                <a:close/>
                <a:moveTo>
                  <a:pt x="777989" y="6265409"/>
                </a:moveTo>
                <a:lnTo>
                  <a:pt x="777989" y="6393302"/>
                </a:lnTo>
                <a:lnTo>
                  <a:pt x="805596" y="6393302"/>
                </a:lnTo>
                <a:lnTo>
                  <a:pt x="805596" y="6320050"/>
                </a:lnTo>
                <a:lnTo>
                  <a:pt x="838420" y="6393302"/>
                </a:lnTo>
                <a:lnTo>
                  <a:pt x="867379" y="6393302"/>
                </a:lnTo>
                <a:lnTo>
                  <a:pt x="900108" y="6318738"/>
                </a:lnTo>
                <a:lnTo>
                  <a:pt x="900108" y="6393302"/>
                </a:lnTo>
                <a:lnTo>
                  <a:pt x="927692" y="6393302"/>
                </a:lnTo>
                <a:lnTo>
                  <a:pt x="927692" y="6265409"/>
                </a:lnTo>
                <a:lnTo>
                  <a:pt x="894875" y="6265409"/>
                </a:lnTo>
                <a:lnTo>
                  <a:pt x="852833" y="6361328"/>
                </a:lnTo>
                <a:lnTo>
                  <a:pt x="810833" y="6265409"/>
                </a:lnTo>
                <a:close/>
                <a:moveTo>
                  <a:pt x="418098" y="6169025"/>
                </a:moveTo>
                <a:cubicBezTo>
                  <a:pt x="392390" y="6169025"/>
                  <a:pt x="371476" y="6190749"/>
                  <a:pt x="371476" y="6217452"/>
                </a:cubicBezTo>
                <a:lnTo>
                  <a:pt x="371476" y="6441264"/>
                </a:lnTo>
                <a:cubicBezTo>
                  <a:pt x="371476" y="6467965"/>
                  <a:pt x="392390" y="6489688"/>
                  <a:pt x="418098" y="6489688"/>
                </a:cubicBezTo>
                <a:lnTo>
                  <a:pt x="624342" y="6489688"/>
                </a:lnTo>
                <a:cubicBezTo>
                  <a:pt x="651219" y="6489688"/>
                  <a:pt x="672274" y="6468418"/>
                  <a:pt x="672274" y="6441264"/>
                </a:cubicBezTo>
                <a:lnTo>
                  <a:pt x="672274" y="6217452"/>
                </a:lnTo>
                <a:cubicBezTo>
                  <a:pt x="672274" y="6190297"/>
                  <a:pt x="651219" y="6169025"/>
                  <a:pt x="624342" y="6169025"/>
                </a:cubicBezTo>
                <a:close/>
                <a:moveTo>
                  <a:pt x="0" y="0"/>
                </a:moveTo>
                <a:lnTo>
                  <a:pt x="12193200" y="0"/>
                </a:lnTo>
                <a:lnTo>
                  <a:pt x="12193200" y="6861600"/>
                </a:lnTo>
                <a:lnTo>
                  <a:pt x="0" y="6861600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tIns="72000" anchor="t" anchorCtr="0">
            <a:noAutofit/>
          </a:bodyPr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1200">
                <a:solidFill>
                  <a:schemeClr val="bg1"/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Click here and insert picture</a:t>
            </a:r>
          </a:p>
        </p:txBody>
      </p:sp>
      <p:pic>
        <p:nvPicPr>
          <p:cNvPr id="36" name="Picture 29">
            <a:extLst>
              <a:ext uri="{FF2B5EF4-FFF2-40B4-BE49-F238E27FC236}">
                <a16:creationId xmlns:a16="http://schemas.microsoft.com/office/drawing/2014/main" id="{93463033-2BA7-8B6D-E344-6BC41ADCAF5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371475" y="6165850"/>
            <a:ext cx="1299398" cy="3204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371475" y="2732088"/>
            <a:ext cx="5602288" cy="1816100"/>
          </a:xfrm>
        </p:spPr>
        <p:txBody>
          <a:bodyPr anchor="t"/>
          <a:lstStyle>
            <a:lvl1pPr algn="l">
              <a:defRPr sz="4000">
                <a:solidFill>
                  <a:schemeClr val="bg1"/>
                </a:solidFill>
              </a:defRPr>
            </a:lvl1pPr>
          </a:lstStyle>
          <a:p>
            <a:r>
              <a:rPr lang="en-GB"/>
              <a:t>Click to add title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6CFB8B8C-78B2-F485-6462-71B34FC3388C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C728FD8A-11A3-46A0-BA92-A9F5837C3E1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540625" y="6405563"/>
            <a:ext cx="3308349" cy="180974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r">
              <a:defRPr lang="en-GB" sz="7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n-US"/>
              <a:t>Update header via slide master</a:t>
            </a:r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E8F403F5-B39E-BDDD-9A66-E4E2997812D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0950" y="6403974"/>
            <a:ext cx="409575" cy="193676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r">
              <a:defRPr lang="en-GB" sz="700" kern="120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E609CB8F-9537-1E4B-B955-6CC1563861C9}" type="slidenum">
              <a:rPr lang="en-VN" smtClean="0"/>
              <a:pPr/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2053739891"/>
      </p:ext>
    </p:extLst>
  </p:cSld>
  <p:clrMapOvr>
    <a:masterClrMapping/>
  </p:clrMapOvr>
</p:sldLayout>
</file>

<file path=ppt/slideLayouts/slideLayout1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rge text and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/>
          <p:cNvSpPr>
            <a:spLocks noGrp="1"/>
          </p:cNvSpPr>
          <p:nvPr>
            <p:ph type="pic" sz="quarter" idx="13" hasCustomPrompt="1"/>
          </p:nvPr>
        </p:nvSpPr>
        <p:spPr>
          <a:xfrm>
            <a:off x="6203949" y="368300"/>
            <a:ext cx="5616575" cy="5157289"/>
          </a:xfrm>
        </p:spPr>
        <p:txBody>
          <a:bodyPr tIns="72000" anchor="t" anchorCtr="0"/>
          <a:lstStyle>
            <a:lvl1pPr marL="0" marR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1200">
                <a:solidFill>
                  <a:schemeClr val="tx1"/>
                </a:solidFill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/>
              <a:t>Click here and insert picture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71475" y="2735263"/>
            <a:ext cx="5616575" cy="2365375"/>
          </a:xfrm>
        </p:spPr>
        <p:txBody>
          <a:bodyPr/>
          <a:lstStyle>
            <a:lvl1pPr>
              <a:defRPr sz="4000" b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en-GB" noProof="0"/>
              <a:t>Click to add title</a:t>
            </a:r>
          </a:p>
        </p:txBody>
      </p:sp>
      <p:pic>
        <p:nvPicPr>
          <p:cNvPr id="5" name="Picture 29">
            <a:extLst>
              <a:ext uri="{FF2B5EF4-FFF2-40B4-BE49-F238E27FC236}">
                <a16:creationId xmlns:a16="http://schemas.microsoft.com/office/drawing/2014/main" id="{793661C6-6C19-5B97-B9D3-53D479A3A69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371475" y="6169025"/>
            <a:ext cx="1299398" cy="320399"/>
          </a:xfrm>
          <a:prstGeom prst="rect">
            <a:avLst/>
          </a:prstGeom>
        </p:spPr>
      </p:pic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E5BEEEC8-0B59-6855-8CA4-D0769D7ACE5C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687EC74D-A40B-3A35-E0E8-AAF81D9CB9DE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Update header via slide master</a:t>
            </a:r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C8E3DD76-1046-A876-339F-3450998D8BD8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E609CB8F-9537-1E4B-B955-6CC1563861C9}" type="slidenum">
              <a:rPr lang="en-VN" smtClean="0"/>
              <a:pPr/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2817661112"/>
      </p:ext>
    </p:extLst>
  </p:cSld>
  <p:clrMapOvr>
    <a:masterClrMapping/>
  </p:clrMapOvr>
</p:sldLayout>
</file>

<file path=ppt/slideLayouts/slideLayout1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grey 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6450D451-166A-DB50-93BB-F1B2DF01ACA0}"/>
              </a:ext>
            </a:extLst>
          </p:cNvPr>
          <p:cNvSpPr>
            <a:spLocks noGrp="1"/>
          </p:cNvSpPr>
          <p:nvPr>
            <p:ph sz="half" idx="17" hasCustomPrompt="1"/>
          </p:nvPr>
        </p:nvSpPr>
        <p:spPr>
          <a:xfrm>
            <a:off x="6203951" y="1944000"/>
            <a:ext cx="5616574" cy="3693600"/>
          </a:xfrm>
          <a:prstGeom prst="roundRect">
            <a:avLst>
              <a:gd name="adj" fmla="val 1980"/>
            </a:avLst>
          </a:prstGeom>
          <a:solidFill>
            <a:schemeClr val="bg2"/>
          </a:solidFill>
        </p:spPr>
        <p:txBody>
          <a:bodyPr lIns="237600" tIns="237600" rIns="237600" bIns="237600"/>
          <a:lstStyle>
            <a:lvl1pPr>
              <a:buClr>
                <a:schemeClr val="tx1"/>
              </a:buClr>
              <a:defRPr>
                <a:solidFill>
                  <a:schemeClr val="tx1"/>
                </a:solidFill>
              </a:defRPr>
            </a:lvl1pPr>
            <a:lvl2pPr>
              <a:buClr>
                <a:schemeClr val="tx1"/>
              </a:buClr>
              <a:defRPr>
                <a:solidFill>
                  <a:schemeClr val="tx1"/>
                </a:solidFill>
              </a:defRPr>
            </a:lvl2pPr>
            <a:lvl3pPr>
              <a:buClr>
                <a:schemeClr val="tx1"/>
              </a:buClr>
              <a:defRPr>
                <a:solidFill>
                  <a:schemeClr val="tx1"/>
                </a:solidFill>
              </a:defRPr>
            </a:lvl3pPr>
            <a:lvl4pPr>
              <a:buClr>
                <a:schemeClr val="tx1"/>
              </a:buClr>
              <a:defRPr>
                <a:solidFill>
                  <a:schemeClr val="tx1"/>
                </a:solidFill>
              </a:defRPr>
            </a:lvl4pPr>
            <a:lvl5pPr>
              <a:buClr>
                <a:schemeClr val="tx1"/>
              </a:buCl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add text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371476" y="1944000"/>
            <a:ext cx="5616574" cy="3693600"/>
          </a:xfrm>
          <a:prstGeom prst="roundRect">
            <a:avLst>
              <a:gd name="adj" fmla="val 1980"/>
            </a:avLst>
          </a:prstGeom>
          <a:solidFill>
            <a:schemeClr val="bg2"/>
          </a:solidFill>
        </p:spPr>
        <p:txBody>
          <a:bodyPr lIns="237600" tIns="237600" rIns="237600" bIns="237600"/>
          <a:lstStyle>
            <a:lvl1pPr>
              <a:buClr>
                <a:schemeClr val="tx1"/>
              </a:buClr>
              <a:defRPr>
                <a:solidFill>
                  <a:schemeClr val="tx1"/>
                </a:solidFill>
              </a:defRPr>
            </a:lvl1pPr>
            <a:lvl2pPr>
              <a:buClr>
                <a:schemeClr val="tx1"/>
              </a:buClr>
              <a:defRPr>
                <a:solidFill>
                  <a:schemeClr val="tx1"/>
                </a:solidFill>
              </a:defRPr>
            </a:lvl2pPr>
            <a:lvl3pPr>
              <a:buClr>
                <a:schemeClr val="tx1"/>
              </a:buClr>
              <a:defRPr>
                <a:solidFill>
                  <a:schemeClr val="tx1"/>
                </a:solidFill>
              </a:defRPr>
            </a:lvl3pPr>
            <a:lvl4pPr>
              <a:buClr>
                <a:schemeClr val="tx1"/>
              </a:buClr>
              <a:defRPr>
                <a:solidFill>
                  <a:schemeClr val="tx1"/>
                </a:solidFill>
              </a:defRPr>
            </a:lvl4pPr>
            <a:lvl5pPr>
              <a:buClr>
                <a:schemeClr val="tx1"/>
              </a:buCl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add text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71475" y="368300"/>
            <a:ext cx="11449050" cy="930275"/>
          </a:xfrm>
        </p:spPr>
        <p:txBody>
          <a:bodyPr/>
          <a:lstStyle>
            <a:lvl1pPr>
              <a:defRPr/>
            </a:lvl1pPr>
          </a:lstStyle>
          <a:p>
            <a:r>
              <a:rPr lang="en-GB"/>
              <a:t>Click to add title</a:t>
            </a:r>
          </a:p>
        </p:txBody>
      </p:sp>
      <p:sp>
        <p:nvSpPr>
          <p:cNvPr id="11" name="Date Placeholder 10" hidden="1">
            <a:extLst>
              <a:ext uri="{FF2B5EF4-FFF2-40B4-BE49-F238E27FC236}">
                <a16:creationId xmlns:a16="http://schemas.microsoft.com/office/drawing/2014/main" id="{C8F53383-3780-4626-A2BE-E67BBD0A1DFE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9" name="Picture 29">
            <a:extLst>
              <a:ext uri="{FF2B5EF4-FFF2-40B4-BE49-F238E27FC236}">
                <a16:creationId xmlns:a16="http://schemas.microsoft.com/office/drawing/2014/main" id="{06D7CFA5-B4CD-BC99-2280-42DB7731930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371475" y="6169025"/>
            <a:ext cx="1299398" cy="320399"/>
          </a:xfrm>
          <a:prstGeom prst="rect">
            <a:avLst/>
          </a:prstGeom>
        </p:spPr>
      </p:pic>
      <p:sp>
        <p:nvSpPr>
          <p:cNvPr id="4" name="Footer Placeholder 10">
            <a:extLst>
              <a:ext uri="{FF2B5EF4-FFF2-40B4-BE49-F238E27FC236}">
                <a16:creationId xmlns:a16="http://schemas.microsoft.com/office/drawing/2014/main" id="{5FDEA25E-9C0B-6B08-6CC8-F1362C4A9BA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540625" y="6405563"/>
            <a:ext cx="3308349" cy="180974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r">
              <a:defRPr lang="en-GB" sz="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n-US"/>
              <a:t>Update header via slide master</a:t>
            </a:r>
          </a:p>
        </p:txBody>
      </p:sp>
      <p:sp>
        <p:nvSpPr>
          <p:cNvPr id="5" name="Slide Number Placeholder 11">
            <a:extLst>
              <a:ext uri="{FF2B5EF4-FFF2-40B4-BE49-F238E27FC236}">
                <a16:creationId xmlns:a16="http://schemas.microsoft.com/office/drawing/2014/main" id="{F9BAE952-AE6B-FED6-0EF6-19771F2177D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0950" y="6403974"/>
            <a:ext cx="409575" cy="193676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r">
              <a:defRPr lang="en-GB" sz="7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E609CB8F-9537-1E4B-B955-6CC1563861C9}" type="slidenum">
              <a:rPr lang="en-VN" smtClean="0"/>
              <a:pPr/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463383976"/>
      </p:ext>
    </p:extLst>
  </p:cSld>
  <p:clrMapOvr>
    <a:masterClrMapping/>
  </p:clrMapOvr>
</p:sldLayout>
</file>

<file path=ppt/slideLayouts/slideLayout1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colour 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6450D451-166A-DB50-93BB-F1B2DF01ACA0}"/>
              </a:ext>
            </a:extLst>
          </p:cNvPr>
          <p:cNvSpPr>
            <a:spLocks noGrp="1"/>
          </p:cNvSpPr>
          <p:nvPr>
            <p:ph sz="half" idx="17" hasCustomPrompt="1"/>
          </p:nvPr>
        </p:nvSpPr>
        <p:spPr>
          <a:xfrm>
            <a:off x="6203951" y="1944000"/>
            <a:ext cx="5616574" cy="3693600"/>
          </a:xfrm>
          <a:prstGeom prst="roundRect">
            <a:avLst>
              <a:gd name="adj" fmla="val 1980"/>
            </a:avLst>
          </a:prstGeom>
          <a:solidFill>
            <a:schemeClr val="accent5"/>
          </a:solidFill>
        </p:spPr>
        <p:txBody>
          <a:bodyPr lIns="237600" tIns="237600" rIns="237600" bIns="237600"/>
          <a:lstStyle>
            <a:lvl1pPr>
              <a:buClr>
                <a:schemeClr val="tx1"/>
              </a:buClr>
              <a:defRPr>
                <a:solidFill>
                  <a:schemeClr val="tx1"/>
                </a:solidFill>
              </a:defRPr>
            </a:lvl1pPr>
            <a:lvl2pPr>
              <a:buClr>
                <a:schemeClr val="tx1"/>
              </a:buClr>
              <a:defRPr>
                <a:solidFill>
                  <a:schemeClr val="tx1"/>
                </a:solidFill>
              </a:defRPr>
            </a:lvl2pPr>
            <a:lvl3pPr>
              <a:buClr>
                <a:schemeClr val="tx1"/>
              </a:buClr>
              <a:defRPr>
                <a:solidFill>
                  <a:schemeClr val="tx1"/>
                </a:solidFill>
              </a:defRPr>
            </a:lvl3pPr>
            <a:lvl4pPr>
              <a:buClr>
                <a:schemeClr val="tx1"/>
              </a:buClr>
              <a:defRPr>
                <a:solidFill>
                  <a:schemeClr val="tx1"/>
                </a:solidFill>
              </a:defRPr>
            </a:lvl4pPr>
            <a:lvl5pPr>
              <a:buClr>
                <a:schemeClr val="tx1"/>
              </a:buCl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add text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371476" y="1944000"/>
            <a:ext cx="5616574" cy="3693600"/>
          </a:xfrm>
          <a:prstGeom prst="roundRect">
            <a:avLst>
              <a:gd name="adj" fmla="val 1980"/>
            </a:avLst>
          </a:prstGeom>
          <a:solidFill>
            <a:schemeClr val="bg2"/>
          </a:solidFill>
        </p:spPr>
        <p:txBody>
          <a:bodyPr lIns="237600" tIns="237600" rIns="237600" bIns="237600"/>
          <a:lstStyle>
            <a:lvl1pPr>
              <a:buClr>
                <a:schemeClr val="tx1"/>
              </a:buClr>
              <a:defRPr>
                <a:solidFill>
                  <a:schemeClr val="tx1"/>
                </a:solidFill>
              </a:defRPr>
            </a:lvl1pPr>
            <a:lvl2pPr>
              <a:buClr>
                <a:schemeClr val="tx1"/>
              </a:buClr>
              <a:defRPr>
                <a:solidFill>
                  <a:schemeClr val="tx1"/>
                </a:solidFill>
              </a:defRPr>
            </a:lvl2pPr>
            <a:lvl3pPr>
              <a:buClr>
                <a:schemeClr val="tx1"/>
              </a:buClr>
              <a:defRPr>
                <a:solidFill>
                  <a:schemeClr val="tx1"/>
                </a:solidFill>
              </a:defRPr>
            </a:lvl3pPr>
            <a:lvl4pPr>
              <a:buClr>
                <a:schemeClr val="tx1"/>
              </a:buClr>
              <a:defRPr>
                <a:solidFill>
                  <a:schemeClr val="tx1"/>
                </a:solidFill>
              </a:defRPr>
            </a:lvl4pPr>
            <a:lvl5pPr>
              <a:buClr>
                <a:schemeClr val="tx1"/>
              </a:buCl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add text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71475" y="368300"/>
            <a:ext cx="11449050" cy="930275"/>
          </a:xfrm>
        </p:spPr>
        <p:txBody>
          <a:bodyPr/>
          <a:lstStyle>
            <a:lvl1pPr>
              <a:defRPr/>
            </a:lvl1pPr>
          </a:lstStyle>
          <a:p>
            <a:r>
              <a:rPr lang="en-GB"/>
              <a:t>Click to add title</a:t>
            </a:r>
          </a:p>
        </p:txBody>
      </p:sp>
      <p:sp>
        <p:nvSpPr>
          <p:cNvPr id="11" name="Date Placeholder 10" hidden="1">
            <a:extLst>
              <a:ext uri="{FF2B5EF4-FFF2-40B4-BE49-F238E27FC236}">
                <a16:creationId xmlns:a16="http://schemas.microsoft.com/office/drawing/2014/main" id="{C8F53383-3780-4626-A2BE-E67BBD0A1DFE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9" name="Picture 29">
            <a:extLst>
              <a:ext uri="{FF2B5EF4-FFF2-40B4-BE49-F238E27FC236}">
                <a16:creationId xmlns:a16="http://schemas.microsoft.com/office/drawing/2014/main" id="{06D7CFA5-B4CD-BC99-2280-42DB7731930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371475" y="6169025"/>
            <a:ext cx="1299398" cy="320399"/>
          </a:xfrm>
          <a:prstGeom prst="rect">
            <a:avLst/>
          </a:prstGeom>
        </p:spPr>
      </p:pic>
      <p:sp>
        <p:nvSpPr>
          <p:cNvPr id="4" name="Footer Placeholder 10">
            <a:extLst>
              <a:ext uri="{FF2B5EF4-FFF2-40B4-BE49-F238E27FC236}">
                <a16:creationId xmlns:a16="http://schemas.microsoft.com/office/drawing/2014/main" id="{2DC192BF-0C22-B16D-C3EB-B0E0D4F5FDB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540625" y="6405563"/>
            <a:ext cx="3308349" cy="180974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r">
              <a:defRPr lang="en-GB" sz="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n-US"/>
              <a:t>Update header via slide master</a:t>
            </a:r>
          </a:p>
        </p:txBody>
      </p:sp>
      <p:sp>
        <p:nvSpPr>
          <p:cNvPr id="5" name="Slide Number Placeholder 11">
            <a:extLst>
              <a:ext uri="{FF2B5EF4-FFF2-40B4-BE49-F238E27FC236}">
                <a16:creationId xmlns:a16="http://schemas.microsoft.com/office/drawing/2014/main" id="{724E1730-E287-812D-BD91-C8E65447930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0950" y="6403974"/>
            <a:ext cx="409575" cy="193676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r">
              <a:defRPr lang="en-GB" sz="7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E609CB8F-9537-1E4B-B955-6CC1563861C9}" type="slidenum">
              <a:rPr lang="en-VN" smtClean="0"/>
              <a:pPr/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381935239"/>
      </p:ext>
    </p:extLst>
  </p:cSld>
  <p:clrMapOvr>
    <a:masterClrMapping/>
  </p:clrMapOvr>
</p:sldLayout>
</file>

<file path=ppt/slideLayouts/slideLayout1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grey 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2D5D55B9-CBF6-5220-4010-C5194D552D4E}"/>
              </a:ext>
            </a:extLst>
          </p:cNvPr>
          <p:cNvSpPr>
            <a:spLocks noGrp="1"/>
          </p:cNvSpPr>
          <p:nvPr>
            <p:ph sz="half" idx="17" hasCustomPrompt="1"/>
          </p:nvPr>
        </p:nvSpPr>
        <p:spPr>
          <a:xfrm>
            <a:off x="371476" y="1944000"/>
            <a:ext cx="3671887" cy="3693600"/>
          </a:xfrm>
          <a:prstGeom prst="roundRect">
            <a:avLst>
              <a:gd name="adj" fmla="val 1980"/>
            </a:avLst>
          </a:prstGeom>
          <a:solidFill>
            <a:schemeClr val="bg2"/>
          </a:solidFill>
        </p:spPr>
        <p:txBody>
          <a:bodyPr lIns="237600" tIns="237600" rIns="237600" bIns="237600"/>
          <a:lstStyle>
            <a:lvl1pPr>
              <a:buClr>
                <a:schemeClr val="tx1"/>
              </a:buClr>
              <a:defRPr>
                <a:solidFill>
                  <a:schemeClr val="tx1"/>
                </a:solidFill>
              </a:defRPr>
            </a:lvl1pPr>
            <a:lvl2pPr>
              <a:buClr>
                <a:schemeClr val="tx1"/>
              </a:buClr>
              <a:defRPr>
                <a:solidFill>
                  <a:schemeClr val="tx1"/>
                </a:solidFill>
              </a:defRPr>
            </a:lvl2pPr>
            <a:lvl3pPr>
              <a:buClr>
                <a:schemeClr val="tx1"/>
              </a:buClr>
              <a:defRPr>
                <a:solidFill>
                  <a:schemeClr val="tx1"/>
                </a:solidFill>
              </a:defRPr>
            </a:lvl3pPr>
            <a:lvl4pPr>
              <a:buClr>
                <a:schemeClr val="tx1"/>
              </a:buClr>
              <a:buNone/>
              <a:defRPr>
                <a:solidFill>
                  <a:schemeClr val="tx1"/>
                </a:solidFill>
              </a:defRPr>
            </a:lvl4pPr>
            <a:lvl5pPr>
              <a:buClr>
                <a:schemeClr val="tx1"/>
              </a:buCl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add text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11" name="Date Placeholder 10" hidden="1">
            <a:extLst>
              <a:ext uri="{FF2B5EF4-FFF2-40B4-BE49-F238E27FC236}">
                <a16:creationId xmlns:a16="http://schemas.microsoft.com/office/drawing/2014/main" id="{C8F53383-3780-4626-A2BE-E67BBD0A1DFE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CC0AB295-B1DB-4A8F-98EB-8D0294F0974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1475" y="368300"/>
            <a:ext cx="11449050" cy="930275"/>
          </a:xfrm>
        </p:spPr>
        <p:txBody>
          <a:bodyPr/>
          <a:lstStyle>
            <a:lvl1pPr>
              <a:defRPr/>
            </a:lvl1pPr>
          </a:lstStyle>
          <a:p>
            <a:r>
              <a:rPr lang="en-GB"/>
              <a:t>Click to add title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17B7027F-6F96-E788-ACC5-2FE04C67D55A}"/>
              </a:ext>
            </a:extLst>
          </p:cNvPr>
          <p:cNvSpPr>
            <a:spLocks noGrp="1"/>
          </p:cNvSpPr>
          <p:nvPr>
            <p:ph sz="half" idx="18" hasCustomPrompt="1"/>
          </p:nvPr>
        </p:nvSpPr>
        <p:spPr>
          <a:xfrm>
            <a:off x="4259263" y="1944000"/>
            <a:ext cx="7561261" cy="3693600"/>
          </a:xfrm>
          <a:prstGeom prst="roundRect">
            <a:avLst>
              <a:gd name="adj" fmla="val 1980"/>
            </a:avLst>
          </a:prstGeom>
          <a:solidFill>
            <a:schemeClr val="bg2"/>
          </a:solidFill>
        </p:spPr>
        <p:txBody>
          <a:bodyPr lIns="237600" tIns="237600" rIns="237600" bIns="237600"/>
          <a:lstStyle>
            <a:lvl1pPr>
              <a:buClr>
                <a:schemeClr val="tx1"/>
              </a:buClr>
              <a:defRPr>
                <a:solidFill>
                  <a:schemeClr val="tx1"/>
                </a:solidFill>
              </a:defRPr>
            </a:lvl1pPr>
            <a:lvl2pPr>
              <a:buClr>
                <a:schemeClr val="tx1"/>
              </a:buClr>
              <a:defRPr>
                <a:solidFill>
                  <a:schemeClr val="tx1"/>
                </a:solidFill>
              </a:defRPr>
            </a:lvl2pPr>
            <a:lvl3pPr>
              <a:buClr>
                <a:schemeClr val="tx1"/>
              </a:buClr>
              <a:defRPr>
                <a:solidFill>
                  <a:schemeClr val="tx1"/>
                </a:solidFill>
              </a:defRPr>
            </a:lvl3pPr>
            <a:lvl4pPr>
              <a:buClr>
                <a:schemeClr val="tx1"/>
              </a:buClr>
              <a:defRPr>
                <a:solidFill>
                  <a:schemeClr val="tx1"/>
                </a:solidFill>
              </a:defRPr>
            </a:lvl4pPr>
            <a:lvl5pPr>
              <a:buClr>
                <a:schemeClr val="tx1"/>
              </a:buCl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add text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pic>
        <p:nvPicPr>
          <p:cNvPr id="4" name="Picture 29">
            <a:extLst>
              <a:ext uri="{FF2B5EF4-FFF2-40B4-BE49-F238E27FC236}">
                <a16:creationId xmlns:a16="http://schemas.microsoft.com/office/drawing/2014/main" id="{01529D73-45CA-20DE-B314-D61FB92DE5C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371475" y="6169025"/>
            <a:ext cx="1299398" cy="320399"/>
          </a:xfrm>
          <a:prstGeom prst="rect">
            <a:avLst/>
          </a:prstGeom>
        </p:spPr>
      </p:pic>
      <p:sp>
        <p:nvSpPr>
          <p:cNvPr id="2" name="Footer Placeholder 10">
            <a:extLst>
              <a:ext uri="{FF2B5EF4-FFF2-40B4-BE49-F238E27FC236}">
                <a16:creationId xmlns:a16="http://schemas.microsoft.com/office/drawing/2014/main" id="{B505A336-CA4D-997B-6DA9-5848C4FDD14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540625" y="6405563"/>
            <a:ext cx="3308349" cy="180974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r">
              <a:defRPr lang="en-GB" sz="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n-US"/>
              <a:t>Update header via slide master</a:t>
            </a:r>
          </a:p>
        </p:txBody>
      </p:sp>
      <p:sp>
        <p:nvSpPr>
          <p:cNvPr id="3" name="Slide Number Placeholder 11">
            <a:extLst>
              <a:ext uri="{FF2B5EF4-FFF2-40B4-BE49-F238E27FC236}">
                <a16:creationId xmlns:a16="http://schemas.microsoft.com/office/drawing/2014/main" id="{C15FA91F-59ED-71AB-C2B7-93A4F0BB64C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0950" y="6403974"/>
            <a:ext cx="409575" cy="193676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r">
              <a:defRPr lang="en-GB" sz="7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E609CB8F-9537-1E4B-B955-6CC1563861C9}" type="slidenum">
              <a:rPr lang="en-VN" smtClean="0"/>
              <a:pPr/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500316902"/>
      </p:ext>
    </p:extLst>
  </p:cSld>
  <p:clrMapOvr>
    <a:masterClrMapping/>
  </p:clrMapOvr>
</p:sldLayout>
</file>

<file path=ppt/slideLayouts/slideLayout1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colour 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2D5D55B9-CBF6-5220-4010-C5194D552D4E}"/>
              </a:ext>
            </a:extLst>
          </p:cNvPr>
          <p:cNvSpPr>
            <a:spLocks noGrp="1"/>
          </p:cNvSpPr>
          <p:nvPr>
            <p:ph sz="half" idx="17" hasCustomPrompt="1"/>
          </p:nvPr>
        </p:nvSpPr>
        <p:spPr>
          <a:xfrm>
            <a:off x="371476" y="1944000"/>
            <a:ext cx="3671887" cy="3693600"/>
          </a:xfrm>
          <a:prstGeom prst="roundRect">
            <a:avLst>
              <a:gd name="adj" fmla="val 1980"/>
            </a:avLst>
          </a:prstGeom>
          <a:solidFill>
            <a:schemeClr val="bg2"/>
          </a:solidFill>
        </p:spPr>
        <p:txBody>
          <a:bodyPr lIns="237600" tIns="237600" rIns="237600" bIns="237600"/>
          <a:lstStyle>
            <a:lvl1pPr>
              <a:buClr>
                <a:schemeClr val="tx1"/>
              </a:buClr>
              <a:defRPr>
                <a:solidFill>
                  <a:schemeClr val="tx1"/>
                </a:solidFill>
              </a:defRPr>
            </a:lvl1pPr>
            <a:lvl2pPr>
              <a:buClr>
                <a:schemeClr val="tx1"/>
              </a:buClr>
              <a:defRPr>
                <a:solidFill>
                  <a:schemeClr val="tx1"/>
                </a:solidFill>
              </a:defRPr>
            </a:lvl2pPr>
            <a:lvl3pPr>
              <a:buClr>
                <a:schemeClr val="tx1"/>
              </a:buClr>
              <a:defRPr>
                <a:solidFill>
                  <a:schemeClr val="tx1"/>
                </a:solidFill>
              </a:defRPr>
            </a:lvl3pPr>
            <a:lvl4pPr>
              <a:buClr>
                <a:schemeClr val="tx1"/>
              </a:buClr>
              <a:defRPr>
                <a:solidFill>
                  <a:schemeClr val="tx1"/>
                </a:solidFill>
              </a:defRPr>
            </a:lvl4pPr>
            <a:lvl5pPr>
              <a:buClr>
                <a:schemeClr val="tx1"/>
              </a:buCl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add text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11" name="Date Placeholder 10" hidden="1">
            <a:extLst>
              <a:ext uri="{FF2B5EF4-FFF2-40B4-BE49-F238E27FC236}">
                <a16:creationId xmlns:a16="http://schemas.microsoft.com/office/drawing/2014/main" id="{C8F53383-3780-4626-A2BE-E67BBD0A1DFE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CC0AB295-B1DB-4A8F-98EB-8D0294F0974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1475" y="368300"/>
            <a:ext cx="11449050" cy="930275"/>
          </a:xfrm>
        </p:spPr>
        <p:txBody>
          <a:bodyPr/>
          <a:lstStyle>
            <a:lvl1pPr>
              <a:defRPr/>
            </a:lvl1pPr>
          </a:lstStyle>
          <a:p>
            <a:r>
              <a:rPr lang="en-GB"/>
              <a:t>Click to add title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17B7027F-6F96-E788-ACC5-2FE04C67D55A}"/>
              </a:ext>
            </a:extLst>
          </p:cNvPr>
          <p:cNvSpPr>
            <a:spLocks noGrp="1"/>
          </p:cNvSpPr>
          <p:nvPr>
            <p:ph sz="half" idx="18" hasCustomPrompt="1"/>
          </p:nvPr>
        </p:nvSpPr>
        <p:spPr>
          <a:xfrm>
            <a:off x="4259263" y="1944000"/>
            <a:ext cx="7561261" cy="3693600"/>
          </a:xfrm>
          <a:prstGeom prst="roundRect">
            <a:avLst>
              <a:gd name="adj" fmla="val 1980"/>
            </a:avLst>
          </a:prstGeom>
          <a:solidFill>
            <a:schemeClr val="accent5"/>
          </a:solidFill>
        </p:spPr>
        <p:txBody>
          <a:bodyPr lIns="237600" tIns="237600" rIns="237600" bIns="237600"/>
          <a:lstStyle>
            <a:lvl1pPr>
              <a:buClr>
                <a:schemeClr val="tx1"/>
              </a:buClr>
              <a:defRPr>
                <a:solidFill>
                  <a:schemeClr val="tx1"/>
                </a:solidFill>
              </a:defRPr>
            </a:lvl1pPr>
            <a:lvl2pPr>
              <a:buClr>
                <a:schemeClr val="tx1"/>
              </a:buClr>
              <a:defRPr>
                <a:solidFill>
                  <a:schemeClr val="tx1"/>
                </a:solidFill>
              </a:defRPr>
            </a:lvl2pPr>
            <a:lvl3pPr>
              <a:buClr>
                <a:schemeClr val="tx1"/>
              </a:buClr>
              <a:defRPr>
                <a:solidFill>
                  <a:schemeClr val="tx1"/>
                </a:solidFill>
              </a:defRPr>
            </a:lvl3pPr>
            <a:lvl4pPr>
              <a:buClr>
                <a:schemeClr val="tx1"/>
              </a:buClr>
              <a:defRPr>
                <a:solidFill>
                  <a:schemeClr val="tx1"/>
                </a:solidFill>
              </a:defRPr>
            </a:lvl4pPr>
            <a:lvl5pPr>
              <a:buClr>
                <a:schemeClr val="tx1"/>
              </a:buCl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add text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pic>
        <p:nvPicPr>
          <p:cNvPr id="4" name="Picture 29">
            <a:extLst>
              <a:ext uri="{FF2B5EF4-FFF2-40B4-BE49-F238E27FC236}">
                <a16:creationId xmlns:a16="http://schemas.microsoft.com/office/drawing/2014/main" id="{01529D73-45CA-20DE-B314-D61FB92DE5C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371475" y="6169025"/>
            <a:ext cx="1299398" cy="320399"/>
          </a:xfrm>
          <a:prstGeom prst="rect">
            <a:avLst/>
          </a:prstGeom>
        </p:spPr>
      </p:pic>
      <p:sp>
        <p:nvSpPr>
          <p:cNvPr id="2" name="Footer Placeholder 10">
            <a:extLst>
              <a:ext uri="{FF2B5EF4-FFF2-40B4-BE49-F238E27FC236}">
                <a16:creationId xmlns:a16="http://schemas.microsoft.com/office/drawing/2014/main" id="{C5A4F882-219A-BABF-F4C1-E7E484D79A2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540625" y="6405563"/>
            <a:ext cx="3308349" cy="180974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r">
              <a:defRPr lang="en-GB" sz="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n-US"/>
              <a:t>Update header via slide master</a:t>
            </a:r>
          </a:p>
        </p:txBody>
      </p:sp>
      <p:sp>
        <p:nvSpPr>
          <p:cNvPr id="3" name="Slide Number Placeholder 11">
            <a:extLst>
              <a:ext uri="{FF2B5EF4-FFF2-40B4-BE49-F238E27FC236}">
                <a16:creationId xmlns:a16="http://schemas.microsoft.com/office/drawing/2014/main" id="{6B37E9BC-5CC6-519D-1DCD-0BA3E2377B1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0950" y="6403974"/>
            <a:ext cx="409575" cy="193676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r">
              <a:defRPr lang="en-GB" sz="7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E609CB8F-9537-1E4B-B955-6CC1563861C9}" type="slidenum">
              <a:rPr lang="en-VN" smtClean="0"/>
              <a:pPr/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202569636"/>
      </p:ext>
    </p:extLst>
  </p:cSld>
  <p:clrMapOvr>
    <a:masterClrMapping/>
  </p:clrMapOvr>
</p:sldLayout>
</file>

<file path=ppt/slideLayouts/slideLayout1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ntent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71475" y="368300"/>
            <a:ext cx="11449050" cy="930275"/>
          </a:xfrm>
        </p:spPr>
        <p:txBody>
          <a:bodyPr/>
          <a:lstStyle>
            <a:lvl1pPr>
              <a:defRPr/>
            </a:lvl1pPr>
          </a:lstStyle>
          <a:p>
            <a:r>
              <a:rPr lang="en-GB"/>
              <a:t>Click to add title</a:t>
            </a:r>
          </a:p>
        </p:txBody>
      </p:sp>
      <p:sp>
        <p:nvSpPr>
          <p:cNvPr id="11" name="Date Placeholder 10" hidden="1">
            <a:extLst>
              <a:ext uri="{FF2B5EF4-FFF2-40B4-BE49-F238E27FC236}">
                <a16:creationId xmlns:a16="http://schemas.microsoft.com/office/drawing/2014/main" id="{C8F53383-3780-4626-A2BE-E67BBD0A1DFE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8BD9E86A-566D-96BC-C43F-C52100C10C26}"/>
              </a:ext>
            </a:extLst>
          </p:cNvPr>
          <p:cNvSpPr>
            <a:spLocks noGrp="1"/>
          </p:cNvSpPr>
          <p:nvPr>
            <p:ph sz="half" idx="17" hasCustomPrompt="1"/>
          </p:nvPr>
        </p:nvSpPr>
        <p:spPr>
          <a:xfrm>
            <a:off x="371476" y="1944000"/>
            <a:ext cx="3671887" cy="3693600"/>
          </a:xfrm>
          <a:prstGeom prst="roundRect">
            <a:avLst>
              <a:gd name="adj" fmla="val 1980"/>
            </a:avLst>
          </a:prstGeom>
          <a:solidFill>
            <a:schemeClr val="bg2"/>
          </a:solidFill>
        </p:spPr>
        <p:txBody>
          <a:bodyPr lIns="237600" tIns="237600" rIns="237600" bIns="237600"/>
          <a:lstStyle>
            <a:lvl1pPr>
              <a:buClr>
                <a:schemeClr val="tx1"/>
              </a:buClr>
              <a:defRPr>
                <a:solidFill>
                  <a:schemeClr val="tx1"/>
                </a:solidFill>
              </a:defRPr>
            </a:lvl1pPr>
            <a:lvl2pPr>
              <a:buClr>
                <a:schemeClr val="tx1"/>
              </a:buClr>
              <a:defRPr>
                <a:solidFill>
                  <a:schemeClr val="tx1"/>
                </a:solidFill>
              </a:defRPr>
            </a:lvl2pPr>
            <a:lvl3pPr>
              <a:buClr>
                <a:schemeClr val="tx1"/>
              </a:buClr>
              <a:defRPr>
                <a:solidFill>
                  <a:schemeClr val="tx1"/>
                </a:solidFill>
              </a:defRPr>
            </a:lvl3pPr>
            <a:lvl4pPr>
              <a:buClr>
                <a:schemeClr val="tx1"/>
              </a:buClr>
              <a:defRPr>
                <a:solidFill>
                  <a:schemeClr val="tx1"/>
                </a:solidFill>
              </a:defRPr>
            </a:lvl4pPr>
            <a:lvl5pPr>
              <a:buClr>
                <a:schemeClr val="tx1"/>
              </a:buCl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add text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2CF42059-250B-C626-EC80-B1495B4A7246}"/>
              </a:ext>
            </a:extLst>
          </p:cNvPr>
          <p:cNvSpPr>
            <a:spLocks noGrp="1"/>
          </p:cNvSpPr>
          <p:nvPr>
            <p:ph sz="half" idx="18" hasCustomPrompt="1"/>
          </p:nvPr>
        </p:nvSpPr>
        <p:spPr>
          <a:xfrm>
            <a:off x="4259263" y="1944000"/>
            <a:ext cx="3671887" cy="3693600"/>
          </a:xfrm>
          <a:prstGeom prst="roundRect">
            <a:avLst>
              <a:gd name="adj" fmla="val 1980"/>
            </a:avLst>
          </a:prstGeom>
          <a:solidFill>
            <a:schemeClr val="bg2"/>
          </a:solidFill>
        </p:spPr>
        <p:txBody>
          <a:bodyPr lIns="237600" tIns="237600" rIns="237600" bIns="237600"/>
          <a:lstStyle>
            <a:lvl1pPr>
              <a:buClr>
                <a:schemeClr val="tx1"/>
              </a:buClr>
              <a:defRPr>
                <a:solidFill>
                  <a:schemeClr val="tx1"/>
                </a:solidFill>
              </a:defRPr>
            </a:lvl1pPr>
            <a:lvl2pPr>
              <a:buClr>
                <a:schemeClr val="tx1"/>
              </a:buClr>
              <a:defRPr>
                <a:solidFill>
                  <a:schemeClr val="tx1"/>
                </a:solidFill>
              </a:defRPr>
            </a:lvl2pPr>
            <a:lvl3pPr>
              <a:buClr>
                <a:schemeClr val="tx1"/>
              </a:buClr>
              <a:defRPr>
                <a:solidFill>
                  <a:schemeClr val="tx1"/>
                </a:solidFill>
              </a:defRPr>
            </a:lvl3pPr>
            <a:lvl4pPr>
              <a:buClr>
                <a:schemeClr val="tx1"/>
              </a:buClr>
              <a:defRPr>
                <a:solidFill>
                  <a:schemeClr val="tx1"/>
                </a:solidFill>
              </a:defRPr>
            </a:lvl4pPr>
            <a:lvl5pPr>
              <a:buClr>
                <a:schemeClr val="tx1"/>
              </a:buCl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add text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F3B0D891-C34C-C701-8D3E-46A3F8DAC619}"/>
              </a:ext>
            </a:extLst>
          </p:cNvPr>
          <p:cNvSpPr>
            <a:spLocks noGrp="1"/>
          </p:cNvSpPr>
          <p:nvPr>
            <p:ph sz="half" idx="19" hasCustomPrompt="1"/>
          </p:nvPr>
        </p:nvSpPr>
        <p:spPr>
          <a:xfrm>
            <a:off x="8148638" y="1944000"/>
            <a:ext cx="3671887" cy="3693600"/>
          </a:xfrm>
          <a:prstGeom prst="roundRect">
            <a:avLst>
              <a:gd name="adj" fmla="val 1980"/>
            </a:avLst>
          </a:prstGeom>
          <a:solidFill>
            <a:schemeClr val="bg2"/>
          </a:solidFill>
        </p:spPr>
        <p:txBody>
          <a:bodyPr lIns="237600" tIns="237600" rIns="237600" bIns="237600"/>
          <a:lstStyle>
            <a:lvl1pPr>
              <a:buClr>
                <a:schemeClr val="tx1"/>
              </a:buClr>
              <a:defRPr>
                <a:solidFill>
                  <a:schemeClr val="tx1"/>
                </a:solidFill>
              </a:defRPr>
            </a:lvl1pPr>
            <a:lvl2pPr>
              <a:buClr>
                <a:schemeClr val="tx1"/>
              </a:buClr>
              <a:defRPr>
                <a:solidFill>
                  <a:schemeClr val="tx1"/>
                </a:solidFill>
              </a:defRPr>
            </a:lvl2pPr>
            <a:lvl3pPr>
              <a:buClr>
                <a:schemeClr val="tx1"/>
              </a:buClr>
              <a:defRPr>
                <a:solidFill>
                  <a:schemeClr val="tx1"/>
                </a:solidFill>
              </a:defRPr>
            </a:lvl3pPr>
            <a:lvl4pPr>
              <a:buClr>
                <a:schemeClr val="tx1"/>
              </a:buClr>
              <a:defRPr>
                <a:solidFill>
                  <a:schemeClr val="tx1"/>
                </a:solidFill>
              </a:defRPr>
            </a:lvl4pPr>
            <a:lvl5pPr>
              <a:buClr>
                <a:schemeClr val="tx1"/>
              </a:buCl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add text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pic>
        <p:nvPicPr>
          <p:cNvPr id="8" name="Picture 29">
            <a:extLst>
              <a:ext uri="{FF2B5EF4-FFF2-40B4-BE49-F238E27FC236}">
                <a16:creationId xmlns:a16="http://schemas.microsoft.com/office/drawing/2014/main" id="{5A272954-9AB0-4B93-F8F8-DE508D3C4EC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371475" y="6169025"/>
            <a:ext cx="1299398" cy="320399"/>
          </a:xfrm>
          <a:prstGeom prst="rect">
            <a:avLst/>
          </a:prstGeom>
        </p:spPr>
      </p:pic>
      <p:sp>
        <p:nvSpPr>
          <p:cNvPr id="3" name="Footer Placeholder 10">
            <a:extLst>
              <a:ext uri="{FF2B5EF4-FFF2-40B4-BE49-F238E27FC236}">
                <a16:creationId xmlns:a16="http://schemas.microsoft.com/office/drawing/2014/main" id="{17172982-8825-489E-4AE5-970D8C3EE78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540625" y="6405563"/>
            <a:ext cx="3308349" cy="180974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r">
              <a:defRPr lang="en-GB" sz="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n-US"/>
              <a:t>Update header via slide master</a:t>
            </a:r>
          </a:p>
        </p:txBody>
      </p:sp>
      <p:sp>
        <p:nvSpPr>
          <p:cNvPr id="4" name="Slide Number Placeholder 11">
            <a:extLst>
              <a:ext uri="{FF2B5EF4-FFF2-40B4-BE49-F238E27FC236}">
                <a16:creationId xmlns:a16="http://schemas.microsoft.com/office/drawing/2014/main" id="{2AAFFFF1-67D9-7168-3FC7-432AAE82F58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0950" y="6403974"/>
            <a:ext cx="409575" cy="193676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r">
              <a:defRPr lang="en-GB" sz="7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E609CB8F-9537-1E4B-B955-6CC1563861C9}" type="slidenum">
              <a:rPr lang="en-VN" smtClean="0"/>
              <a:pPr/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2292155518"/>
      </p:ext>
    </p:extLst>
  </p:cSld>
  <p:clrMapOvr>
    <a:masterClrMapping/>
  </p:clrMapOvr>
</p:sldLayout>
</file>

<file path=ppt/slideLayouts/slideLayout1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ntent colou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71475" y="368300"/>
            <a:ext cx="11449050" cy="930275"/>
          </a:xfrm>
        </p:spPr>
        <p:txBody>
          <a:bodyPr/>
          <a:lstStyle>
            <a:lvl1pPr>
              <a:defRPr/>
            </a:lvl1pPr>
          </a:lstStyle>
          <a:p>
            <a:r>
              <a:rPr lang="en-GB"/>
              <a:t>Click to add title</a:t>
            </a:r>
          </a:p>
        </p:txBody>
      </p:sp>
      <p:sp>
        <p:nvSpPr>
          <p:cNvPr id="11" name="Date Placeholder 10" hidden="1">
            <a:extLst>
              <a:ext uri="{FF2B5EF4-FFF2-40B4-BE49-F238E27FC236}">
                <a16:creationId xmlns:a16="http://schemas.microsoft.com/office/drawing/2014/main" id="{C8F53383-3780-4626-A2BE-E67BBD0A1DFE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8BD9E86A-566D-96BC-C43F-C52100C10C26}"/>
              </a:ext>
            </a:extLst>
          </p:cNvPr>
          <p:cNvSpPr>
            <a:spLocks noGrp="1"/>
          </p:cNvSpPr>
          <p:nvPr>
            <p:ph sz="half" idx="17" hasCustomPrompt="1"/>
          </p:nvPr>
        </p:nvSpPr>
        <p:spPr>
          <a:xfrm>
            <a:off x="371476" y="1944000"/>
            <a:ext cx="3671887" cy="3693600"/>
          </a:xfrm>
          <a:prstGeom prst="roundRect">
            <a:avLst>
              <a:gd name="adj" fmla="val 1980"/>
            </a:avLst>
          </a:prstGeom>
          <a:solidFill>
            <a:schemeClr val="bg2"/>
          </a:solidFill>
        </p:spPr>
        <p:txBody>
          <a:bodyPr lIns="237600" tIns="237600" rIns="237600" bIns="237600"/>
          <a:lstStyle>
            <a:lvl1pPr>
              <a:buClr>
                <a:schemeClr val="tx1"/>
              </a:buClr>
              <a:defRPr>
                <a:solidFill>
                  <a:schemeClr val="tx1"/>
                </a:solidFill>
              </a:defRPr>
            </a:lvl1pPr>
            <a:lvl2pPr>
              <a:buClr>
                <a:schemeClr val="tx1"/>
              </a:buClr>
              <a:defRPr>
                <a:solidFill>
                  <a:schemeClr val="tx1"/>
                </a:solidFill>
              </a:defRPr>
            </a:lvl2pPr>
            <a:lvl3pPr>
              <a:buClr>
                <a:schemeClr val="tx1"/>
              </a:buClr>
              <a:defRPr>
                <a:solidFill>
                  <a:schemeClr val="tx1"/>
                </a:solidFill>
              </a:defRPr>
            </a:lvl3pPr>
            <a:lvl4pPr>
              <a:buClr>
                <a:schemeClr val="tx1"/>
              </a:buClr>
              <a:defRPr>
                <a:solidFill>
                  <a:schemeClr val="tx1"/>
                </a:solidFill>
              </a:defRPr>
            </a:lvl4pPr>
            <a:lvl5pPr>
              <a:buClr>
                <a:schemeClr val="tx1"/>
              </a:buCl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add text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2CF42059-250B-C626-EC80-B1495B4A7246}"/>
              </a:ext>
            </a:extLst>
          </p:cNvPr>
          <p:cNvSpPr>
            <a:spLocks noGrp="1"/>
          </p:cNvSpPr>
          <p:nvPr>
            <p:ph sz="half" idx="18" hasCustomPrompt="1"/>
          </p:nvPr>
        </p:nvSpPr>
        <p:spPr>
          <a:xfrm>
            <a:off x="4259263" y="1944000"/>
            <a:ext cx="3671887" cy="3693600"/>
          </a:xfrm>
          <a:prstGeom prst="roundRect">
            <a:avLst>
              <a:gd name="adj" fmla="val 1980"/>
            </a:avLst>
          </a:prstGeom>
          <a:solidFill>
            <a:schemeClr val="accent5"/>
          </a:solidFill>
        </p:spPr>
        <p:txBody>
          <a:bodyPr lIns="237600" tIns="237600" rIns="237600" bIns="237600"/>
          <a:lstStyle>
            <a:lvl1pPr>
              <a:buClr>
                <a:schemeClr val="tx1"/>
              </a:buClr>
              <a:defRPr>
                <a:solidFill>
                  <a:schemeClr val="tx1"/>
                </a:solidFill>
              </a:defRPr>
            </a:lvl1pPr>
            <a:lvl2pPr>
              <a:buClr>
                <a:schemeClr val="tx1"/>
              </a:buClr>
              <a:defRPr>
                <a:solidFill>
                  <a:schemeClr val="tx1"/>
                </a:solidFill>
              </a:defRPr>
            </a:lvl2pPr>
            <a:lvl3pPr>
              <a:buClr>
                <a:schemeClr val="tx1"/>
              </a:buClr>
              <a:defRPr>
                <a:solidFill>
                  <a:schemeClr val="tx1"/>
                </a:solidFill>
              </a:defRPr>
            </a:lvl3pPr>
            <a:lvl4pPr>
              <a:buClr>
                <a:schemeClr val="tx1"/>
              </a:buClr>
              <a:defRPr>
                <a:solidFill>
                  <a:schemeClr val="tx1"/>
                </a:solidFill>
              </a:defRPr>
            </a:lvl4pPr>
            <a:lvl5pPr>
              <a:buClr>
                <a:schemeClr val="tx1"/>
              </a:buCl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add text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F3B0D891-C34C-C701-8D3E-46A3F8DAC619}"/>
              </a:ext>
            </a:extLst>
          </p:cNvPr>
          <p:cNvSpPr>
            <a:spLocks noGrp="1"/>
          </p:cNvSpPr>
          <p:nvPr>
            <p:ph sz="half" idx="19" hasCustomPrompt="1"/>
          </p:nvPr>
        </p:nvSpPr>
        <p:spPr>
          <a:xfrm>
            <a:off x="8148638" y="1944000"/>
            <a:ext cx="3671887" cy="3693600"/>
          </a:xfrm>
          <a:prstGeom prst="roundRect">
            <a:avLst>
              <a:gd name="adj" fmla="val 1980"/>
            </a:avLst>
          </a:prstGeom>
          <a:solidFill>
            <a:schemeClr val="accent1"/>
          </a:solidFill>
        </p:spPr>
        <p:txBody>
          <a:bodyPr lIns="237600" tIns="237600" rIns="237600" bIns="237600"/>
          <a:lstStyle>
            <a:lvl1pPr>
              <a:buClr>
                <a:schemeClr val="bg1"/>
              </a:buClr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/>
              <a:t>Click to add text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pic>
        <p:nvPicPr>
          <p:cNvPr id="8" name="Picture 29">
            <a:extLst>
              <a:ext uri="{FF2B5EF4-FFF2-40B4-BE49-F238E27FC236}">
                <a16:creationId xmlns:a16="http://schemas.microsoft.com/office/drawing/2014/main" id="{5A272954-9AB0-4B93-F8F8-DE508D3C4EC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371475" y="6169025"/>
            <a:ext cx="1299398" cy="320399"/>
          </a:xfrm>
          <a:prstGeom prst="rect">
            <a:avLst/>
          </a:prstGeom>
        </p:spPr>
      </p:pic>
      <p:sp>
        <p:nvSpPr>
          <p:cNvPr id="3" name="Footer Placeholder 10">
            <a:extLst>
              <a:ext uri="{FF2B5EF4-FFF2-40B4-BE49-F238E27FC236}">
                <a16:creationId xmlns:a16="http://schemas.microsoft.com/office/drawing/2014/main" id="{3CCA5C9B-BACF-97D3-1308-0CDA14F5D73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540625" y="6405563"/>
            <a:ext cx="3308349" cy="180974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r">
              <a:defRPr lang="en-GB" sz="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n-US"/>
              <a:t>Update header via slide master</a:t>
            </a:r>
          </a:p>
        </p:txBody>
      </p:sp>
      <p:sp>
        <p:nvSpPr>
          <p:cNvPr id="4" name="Slide Number Placeholder 11">
            <a:extLst>
              <a:ext uri="{FF2B5EF4-FFF2-40B4-BE49-F238E27FC236}">
                <a16:creationId xmlns:a16="http://schemas.microsoft.com/office/drawing/2014/main" id="{73A96890-D6BF-EB3C-2DAD-8379B91D19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0950" y="6403974"/>
            <a:ext cx="409575" cy="193676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r">
              <a:defRPr lang="en-GB" sz="7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E609CB8F-9537-1E4B-B955-6CC1563861C9}" type="slidenum">
              <a:rPr lang="en-VN" smtClean="0"/>
              <a:pPr/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3262425717"/>
      </p:ext>
    </p:extLst>
  </p:cSld>
  <p:clrMapOvr>
    <a:masterClrMapping/>
  </p:clrMapOvr>
</p:sldLayout>
</file>

<file path=ppt/slideLayouts/slideLayout1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content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71475" y="368300"/>
            <a:ext cx="11449050" cy="930275"/>
          </a:xfrm>
        </p:spPr>
        <p:txBody>
          <a:bodyPr/>
          <a:lstStyle>
            <a:lvl1pPr>
              <a:defRPr/>
            </a:lvl1pPr>
          </a:lstStyle>
          <a:p>
            <a:r>
              <a:rPr lang="en-GB"/>
              <a:t>Click to add title</a:t>
            </a:r>
          </a:p>
        </p:txBody>
      </p:sp>
      <p:sp>
        <p:nvSpPr>
          <p:cNvPr id="11" name="Date Placeholder 10" hidden="1">
            <a:extLst>
              <a:ext uri="{FF2B5EF4-FFF2-40B4-BE49-F238E27FC236}">
                <a16:creationId xmlns:a16="http://schemas.microsoft.com/office/drawing/2014/main" id="{C8F53383-3780-4626-A2BE-E67BBD0A1DFE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8BD9E86A-566D-96BC-C43F-C52100C10C26}"/>
              </a:ext>
            </a:extLst>
          </p:cNvPr>
          <p:cNvSpPr>
            <a:spLocks noGrp="1"/>
          </p:cNvSpPr>
          <p:nvPr>
            <p:ph sz="half" idx="17" hasCustomPrompt="1"/>
          </p:nvPr>
        </p:nvSpPr>
        <p:spPr>
          <a:xfrm>
            <a:off x="371476" y="1944000"/>
            <a:ext cx="2700337" cy="3693600"/>
          </a:xfrm>
          <a:prstGeom prst="roundRect">
            <a:avLst>
              <a:gd name="adj" fmla="val 2417"/>
            </a:avLst>
          </a:prstGeom>
          <a:solidFill>
            <a:schemeClr val="bg2"/>
          </a:solidFill>
        </p:spPr>
        <p:txBody>
          <a:bodyPr lIns="237600" tIns="237600" rIns="237600" bIns="237600"/>
          <a:lstStyle>
            <a:lvl1pPr>
              <a:buClr>
                <a:schemeClr val="tx1"/>
              </a:buClr>
              <a:defRPr>
                <a:solidFill>
                  <a:schemeClr val="tx1"/>
                </a:solidFill>
              </a:defRPr>
            </a:lvl1pPr>
            <a:lvl2pPr>
              <a:buClr>
                <a:schemeClr val="tx1"/>
              </a:buClr>
              <a:defRPr>
                <a:solidFill>
                  <a:schemeClr val="tx1"/>
                </a:solidFill>
              </a:defRPr>
            </a:lvl2pPr>
            <a:lvl3pPr>
              <a:buClr>
                <a:schemeClr val="tx1"/>
              </a:buClr>
              <a:defRPr>
                <a:solidFill>
                  <a:schemeClr val="tx1"/>
                </a:solidFill>
              </a:defRPr>
            </a:lvl3pPr>
            <a:lvl4pPr>
              <a:buClr>
                <a:schemeClr val="tx1"/>
              </a:buClr>
              <a:defRPr>
                <a:solidFill>
                  <a:schemeClr val="tx1"/>
                </a:solidFill>
              </a:defRPr>
            </a:lvl4pPr>
            <a:lvl5pPr>
              <a:buClr>
                <a:schemeClr val="tx1"/>
              </a:buCl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add text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pic>
        <p:nvPicPr>
          <p:cNvPr id="8" name="Picture 29">
            <a:extLst>
              <a:ext uri="{FF2B5EF4-FFF2-40B4-BE49-F238E27FC236}">
                <a16:creationId xmlns:a16="http://schemas.microsoft.com/office/drawing/2014/main" id="{5A272954-9AB0-4B93-F8F8-DE508D3C4EC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371475" y="6169025"/>
            <a:ext cx="1299398" cy="320399"/>
          </a:xfrm>
          <a:prstGeom prst="rect">
            <a:avLst/>
          </a:prstGeom>
        </p:spPr>
      </p:pic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8C34D318-1F20-E625-1A1B-CE897828848D}"/>
              </a:ext>
            </a:extLst>
          </p:cNvPr>
          <p:cNvSpPr>
            <a:spLocks noGrp="1"/>
          </p:cNvSpPr>
          <p:nvPr>
            <p:ph sz="half" idx="18" hasCustomPrompt="1"/>
          </p:nvPr>
        </p:nvSpPr>
        <p:spPr>
          <a:xfrm>
            <a:off x="3287713" y="1944000"/>
            <a:ext cx="2700337" cy="3693600"/>
          </a:xfrm>
          <a:prstGeom prst="roundRect">
            <a:avLst>
              <a:gd name="adj" fmla="val 2417"/>
            </a:avLst>
          </a:prstGeom>
          <a:solidFill>
            <a:schemeClr val="bg2"/>
          </a:solidFill>
        </p:spPr>
        <p:txBody>
          <a:bodyPr lIns="237600" tIns="237600" rIns="237600" bIns="237600"/>
          <a:lstStyle>
            <a:lvl1pPr>
              <a:buClr>
                <a:schemeClr val="tx1"/>
              </a:buClr>
              <a:defRPr>
                <a:solidFill>
                  <a:schemeClr val="tx1"/>
                </a:solidFill>
              </a:defRPr>
            </a:lvl1pPr>
            <a:lvl2pPr>
              <a:buClr>
                <a:schemeClr val="tx1"/>
              </a:buClr>
              <a:defRPr>
                <a:solidFill>
                  <a:schemeClr val="tx1"/>
                </a:solidFill>
              </a:defRPr>
            </a:lvl2pPr>
            <a:lvl3pPr>
              <a:buClr>
                <a:schemeClr val="tx1"/>
              </a:buClr>
              <a:defRPr>
                <a:solidFill>
                  <a:schemeClr val="tx1"/>
                </a:solidFill>
              </a:defRPr>
            </a:lvl3pPr>
            <a:lvl4pPr>
              <a:buClr>
                <a:schemeClr val="tx1"/>
              </a:buClr>
              <a:defRPr>
                <a:solidFill>
                  <a:schemeClr val="tx1"/>
                </a:solidFill>
              </a:defRPr>
            </a:lvl4pPr>
            <a:lvl5pPr>
              <a:buClr>
                <a:schemeClr val="tx1"/>
              </a:buCl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add text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AEF1A033-1317-8E8A-1C25-6343B8170D08}"/>
              </a:ext>
            </a:extLst>
          </p:cNvPr>
          <p:cNvSpPr>
            <a:spLocks noGrp="1"/>
          </p:cNvSpPr>
          <p:nvPr>
            <p:ph sz="half" idx="19" hasCustomPrompt="1"/>
          </p:nvPr>
        </p:nvSpPr>
        <p:spPr>
          <a:xfrm>
            <a:off x="9120188" y="1944000"/>
            <a:ext cx="2700337" cy="3693600"/>
          </a:xfrm>
          <a:prstGeom prst="roundRect">
            <a:avLst>
              <a:gd name="adj" fmla="val 2417"/>
            </a:avLst>
          </a:prstGeom>
          <a:solidFill>
            <a:schemeClr val="bg2"/>
          </a:solidFill>
        </p:spPr>
        <p:txBody>
          <a:bodyPr lIns="237600" tIns="237600" rIns="237600" bIns="237600"/>
          <a:lstStyle>
            <a:lvl1pPr>
              <a:buClr>
                <a:schemeClr val="tx1"/>
              </a:buClr>
              <a:defRPr>
                <a:solidFill>
                  <a:schemeClr val="tx1"/>
                </a:solidFill>
              </a:defRPr>
            </a:lvl1pPr>
            <a:lvl2pPr>
              <a:buClr>
                <a:schemeClr val="tx1"/>
              </a:buClr>
              <a:defRPr>
                <a:solidFill>
                  <a:schemeClr val="tx1"/>
                </a:solidFill>
              </a:defRPr>
            </a:lvl2pPr>
            <a:lvl3pPr>
              <a:buClr>
                <a:schemeClr val="tx1"/>
              </a:buClr>
              <a:defRPr>
                <a:solidFill>
                  <a:schemeClr val="tx1"/>
                </a:solidFill>
              </a:defRPr>
            </a:lvl3pPr>
            <a:lvl4pPr>
              <a:buClr>
                <a:schemeClr val="tx1"/>
              </a:buClr>
              <a:defRPr>
                <a:solidFill>
                  <a:schemeClr val="tx1"/>
                </a:solidFill>
              </a:defRPr>
            </a:lvl4pPr>
            <a:lvl5pPr>
              <a:buClr>
                <a:schemeClr val="tx1"/>
              </a:buCl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add text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5EE6D3DA-AD4C-D672-0575-5FB978F024C1}"/>
              </a:ext>
            </a:extLst>
          </p:cNvPr>
          <p:cNvSpPr>
            <a:spLocks noGrp="1"/>
          </p:cNvSpPr>
          <p:nvPr>
            <p:ph sz="half" idx="20" hasCustomPrompt="1"/>
          </p:nvPr>
        </p:nvSpPr>
        <p:spPr>
          <a:xfrm>
            <a:off x="6203950" y="1944000"/>
            <a:ext cx="2700337" cy="3693600"/>
          </a:xfrm>
          <a:prstGeom prst="roundRect">
            <a:avLst>
              <a:gd name="adj" fmla="val 2417"/>
            </a:avLst>
          </a:prstGeom>
          <a:solidFill>
            <a:schemeClr val="bg2"/>
          </a:solidFill>
        </p:spPr>
        <p:txBody>
          <a:bodyPr lIns="237600" tIns="237600" rIns="237600" bIns="237600"/>
          <a:lstStyle>
            <a:lvl1pPr>
              <a:buClr>
                <a:schemeClr val="tx1"/>
              </a:buClr>
              <a:defRPr>
                <a:solidFill>
                  <a:schemeClr val="tx1"/>
                </a:solidFill>
              </a:defRPr>
            </a:lvl1pPr>
            <a:lvl2pPr>
              <a:buClr>
                <a:schemeClr val="tx1"/>
              </a:buClr>
              <a:defRPr>
                <a:solidFill>
                  <a:schemeClr val="tx1"/>
                </a:solidFill>
              </a:defRPr>
            </a:lvl2pPr>
            <a:lvl3pPr>
              <a:buClr>
                <a:schemeClr val="tx1"/>
              </a:buClr>
              <a:defRPr>
                <a:solidFill>
                  <a:schemeClr val="tx1"/>
                </a:solidFill>
              </a:defRPr>
            </a:lvl3pPr>
            <a:lvl4pPr>
              <a:buClr>
                <a:schemeClr val="tx1"/>
              </a:buClr>
              <a:defRPr>
                <a:solidFill>
                  <a:schemeClr val="tx1"/>
                </a:solidFill>
              </a:defRPr>
            </a:lvl4pPr>
            <a:lvl5pPr>
              <a:buClr>
                <a:schemeClr val="tx1"/>
              </a:buCl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add text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3" name="Footer Placeholder 10">
            <a:extLst>
              <a:ext uri="{FF2B5EF4-FFF2-40B4-BE49-F238E27FC236}">
                <a16:creationId xmlns:a16="http://schemas.microsoft.com/office/drawing/2014/main" id="{0F33CD8B-E92A-8EF9-F9B0-7B67EFA118F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540625" y="6405563"/>
            <a:ext cx="3308349" cy="180974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r">
              <a:defRPr lang="en-GB" sz="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n-US"/>
              <a:t>Update header via slide master</a:t>
            </a:r>
          </a:p>
        </p:txBody>
      </p:sp>
      <p:sp>
        <p:nvSpPr>
          <p:cNvPr id="4" name="Slide Number Placeholder 11">
            <a:extLst>
              <a:ext uri="{FF2B5EF4-FFF2-40B4-BE49-F238E27FC236}">
                <a16:creationId xmlns:a16="http://schemas.microsoft.com/office/drawing/2014/main" id="{536BCDAA-2210-64E2-BBD9-877DDF65B50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0950" y="6403974"/>
            <a:ext cx="409575" cy="193676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r">
              <a:defRPr lang="en-GB" sz="7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E609CB8F-9537-1E4B-B955-6CC1563861C9}" type="slidenum">
              <a:rPr lang="en-VN" smtClean="0"/>
              <a:pPr/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3056677652"/>
      </p:ext>
    </p:extLst>
  </p:cSld>
  <p:clrMapOvr>
    <a:masterClrMapping/>
  </p:clrMapOvr>
</p:sldLayout>
</file>

<file path=ppt/slideLayouts/slideLayout1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content colou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71475" y="368300"/>
            <a:ext cx="11449050" cy="930275"/>
          </a:xfrm>
        </p:spPr>
        <p:txBody>
          <a:bodyPr/>
          <a:lstStyle>
            <a:lvl1pPr>
              <a:defRPr/>
            </a:lvl1pPr>
          </a:lstStyle>
          <a:p>
            <a:r>
              <a:rPr lang="en-GB"/>
              <a:t>Click to add title</a:t>
            </a:r>
          </a:p>
        </p:txBody>
      </p:sp>
      <p:sp>
        <p:nvSpPr>
          <p:cNvPr id="11" name="Date Placeholder 10" hidden="1">
            <a:extLst>
              <a:ext uri="{FF2B5EF4-FFF2-40B4-BE49-F238E27FC236}">
                <a16:creationId xmlns:a16="http://schemas.microsoft.com/office/drawing/2014/main" id="{C8F53383-3780-4626-A2BE-E67BBD0A1DFE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8" name="Picture 29">
            <a:extLst>
              <a:ext uri="{FF2B5EF4-FFF2-40B4-BE49-F238E27FC236}">
                <a16:creationId xmlns:a16="http://schemas.microsoft.com/office/drawing/2014/main" id="{5A272954-9AB0-4B93-F8F8-DE508D3C4EC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371475" y="6169025"/>
            <a:ext cx="1299398" cy="320399"/>
          </a:xfrm>
          <a:prstGeom prst="rect">
            <a:avLst/>
          </a:prstGeom>
        </p:spPr>
      </p:pic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F2A8BE1E-01A9-261E-17E4-5916A200C9C8}"/>
              </a:ext>
            </a:extLst>
          </p:cNvPr>
          <p:cNvSpPr>
            <a:spLocks noGrp="1"/>
          </p:cNvSpPr>
          <p:nvPr>
            <p:ph sz="half" idx="17" hasCustomPrompt="1"/>
          </p:nvPr>
        </p:nvSpPr>
        <p:spPr>
          <a:xfrm>
            <a:off x="371476" y="1944000"/>
            <a:ext cx="2700337" cy="3693600"/>
          </a:xfrm>
          <a:prstGeom prst="roundRect">
            <a:avLst>
              <a:gd name="adj" fmla="val 2417"/>
            </a:avLst>
          </a:prstGeom>
          <a:solidFill>
            <a:schemeClr val="bg2"/>
          </a:solidFill>
        </p:spPr>
        <p:txBody>
          <a:bodyPr lIns="237600" tIns="237600" rIns="237600" bIns="237600"/>
          <a:lstStyle>
            <a:lvl1pPr>
              <a:buClr>
                <a:schemeClr val="tx1"/>
              </a:buClr>
              <a:defRPr>
                <a:solidFill>
                  <a:schemeClr val="tx1"/>
                </a:solidFill>
              </a:defRPr>
            </a:lvl1pPr>
            <a:lvl2pPr>
              <a:buClr>
                <a:schemeClr val="tx1"/>
              </a:buClr>
              <a:defRPr>
                <a:solidFill>
                  <a:schemeClr val="tx1"/>
                </a:solidFill>
              </a:defRPr>
            </a:lvl2pPr>
            <a:lvl3pPr>
              <a:buClr>
                <a:schemeClr val="tx1"/>
              </a:buClr>
              <a:defRPr>
                <a:solidFill>
                  <a:schemeClr val="tx1"/>
                </a:solidFill>
              </a:defRPr>
            </a:lvl3pPr>
            <a:lvl4pPr>
              <a:buClr>
                <a:schemeClr val="tx1"/>
              </a:buClr>
              <a:defRPr>
                <a:solidFill>
                  <a:schemeClr val="tx1"/>
                </a:solidFill>
              </a:defRPr>
            </a:lvl4pPr>
            <a:lvl5pPr>
              <a:buClr>
                <a:schemeClr val="tx1"/>
              </a:buCl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add text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35119CAF-1949-A2B9-1EFA-CE36BE0D2F58}"/>
              </a:ext>
            </a:extLst>
          </p:cNvPr>
          <p:cNvSpPr>
            <a:spLocks noGrp="1"/>
          </p:cNvSpPr>
          <p:nvPr>
            <p:ph sz="half" idx="21" hasCustomPrompt="1"/>
          </p:nvPr>
        </p:nvSpPr>
        <p:spPr>
          <a:xfrm>
            <a:off x="3287713" y="1944000"/>
            <a:ext cx="2700337" cy="3693600"/>
          </a:xfrm>
          <a:prstGeom prst="roundRect">
            <a:avLst>
              <a:gd name="adj" fmla="val 2417"/>
            </a:avLst>
          </a:prstGeom>
          <a:solidFill>
            <a:schemeClr val="accent5"/>
          </a:solidFill>
        </p:spPr>
        <p:txBody>
          <a:bodyPr lIns="237600" tIns="237600" rIns="237600" bIns="237600"/>
          <a:lstStyle>
            <a:lvl1pPr>
              <a:buClr>
                <a:schemeClr val="tx1"/>
              </a:buClr>
              <a:defRPr>
                <a:solidFill>
                  <a:schemeClr val="tx1"/>
                </a:solidFill>
              </a:defRPr>
            </a:lvl1pPr>
            <a:lvl2pPr>
              <a:buClr>
                <a:schemeClr val="tx1"/>
              </a:buClr>
              <a:defRPr>
                <a:solidFill>
                  <a:schemeClr val="tx1"/>
                </a:solidFill>
              </a:defRPr>
            </a:lvl2pPr>
            <a:lvl3pPr>
              <a:buClr>
                <a:schemeClr val="tx1"/>
              </a:buClr>
              <a:defRPr>
                <a:solidFill>
                  <a:schemeClr val="tx1"/>
                </a:solidFill>
              </a:defRPr>
            </a:lvl3pPr>
            <a:lvl4pPr>
              <a:buClr>
                <a:schemeClr val="tx1"/>
              </a:buClr>
              <a:defRPr>
                <a:solidFill>
                  <a:schemeClr val="tx1"/>
                </a:solidFill>
              </a:defRPr>
            </a:lvl4pPr>
            <a:lvl5pPr>
              <a:buClr>
                <a:schemeClr val="tx1"/>
              </a:buCl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add text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3FFE4071-60A8-12CD-2B46-9A6180ECC4F0}"/>
              </a:ext>
            </a:extLst>
          </p:cNvPr>
          <p:cNvSpPr>
            <a:spLocks noGrp="1"/>
          </p:cNvSpPr>
          <p:nvPr>
            <p:ph sz="half" idx="22" hasCustomPrompt="1"/>
          </p:nvPr>
        </p:nvSpPr>
        <p:spPr>
          <a:xfrm>
            <a:off x="9120188" y="1944000"/>
            <a:ext cx="2700337" cy="3693600"/>
          </a:xfrm>
          <a:prstGeom prst="roundRect">
            <a:avLst>
              <a:gd name="adj" fmla="val 2417"/>
            </a:avLst>
          </a:prstGeom>
          <a:solidFill>
            <a:schemeClr val="accent1"/>
          </a:solidFill>
        </p:spPr>
        <p:txBody>
          <a:bodyPr lIns="237600" tIns="237600" rIns="237600" bIns="237600"/>
          <a:lstStyle>
            <a:lvl1pPr>
              <a:buClr>
                <a:schemeClr val="bg1"/>
              </a:buClr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/>
              <a:t>Click to add text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C05CCAF1-817C-8C7D-CF98-2AD066339D06}"/>
              </a:ext>
            </a:extLst>
          </p:cNvPr>
          <p:cNvSpPr>
            <a:spLocks noGrp="1"/>
          </p:cNvSpPr>
          <p:nvPr>
            <p:ph sz="half" idx="23" hasCustomPrompt="1"/>
          </p:nvPr>
        </p:nvSpPr>
        <p:spPr>
          <a:xfrm>
            <a:off x="6203950" y="1944000"/>
            <a:ext cx="2700337" cy="3693600"/>
          </a:xfrm>
          <a:prstGeom prst="roundRect">
            <a:avLst>
              <a:gd name="adj" fmla="val 2417"/>
            </a:avLst>
          </a:prstGeom>
          <a:solidFill>
            <a:schemeClr val="accent4"/>
          </a:solidFill>
        </p:spPr>
        <p:txBody>
          <a:bodyPr lIns="237600" tIns="237600" rIns="237600" bIns="237600"/>
          <a:lstStyle>
            <a:lvl1pPr>
              <a:buClr>
                <a:schemeClr val="tx1"/>
              </a:buClr>
              <a:defRPr>
                <a:solidFill>
                  <a:schemeClr val="tx1"/>
                </a:solidFill>
              </a:defRPr>
            </a:lvl1pPr>
            <a:lvl2pPr>
              <a:buClr>
                <a:schemeClr val="tx1"/>
              </a:buClr>
              <a:defRPr>
                <a:solidFill>
                  <a:schemeClr val="tx1"/>
                </a:solidFill>
              </a:defRPr>
            </a:lvl2pPr>
            <a:lvl3pPr>
              <a:buClr>
                <a:schemeClr val="tx1"/>
              </a:buClr>
              <a:defRPr>
                <a:solidFill>
                  <a:schemeClr val="tx1"/>
                </a:solidFill>
              </a:defRPr>
            </a:lvl3pPr>
            <a:lvl4pPr>
              <a:buClr>
                <a:schemeClr val="tx1"/>
              </a:buClr>
              <a:defRPr>
                <a:solidFill>
                  <a:schemeClr val="tx1"/>
                </a:solidFill>
              </a:defRPr>
            </a:lvl4pPr>
            <a:lvl5pPr>
              <a:buClr>
                <a:schemeClr val="tx1"/>
              </a:buCl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add text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3" name="Footer Placeholder 10">
            <a:extLst>
              <a:ext uri="{FF2B5EF4-FFF2-40B4-BE49-F238E27FC236}">
                <a16:creationId xmlns:a16="http://schemas.microsoft.com/office/drawing/2014/main" id="{1ACF5E63-C303-3B6B-917E-2325A427BD6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540625" y="6405563"/>
            <a:ext cx="3308349" cy="180974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r">
              <a:defRPr lang="en-GB" sz="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n-US"/>
              <a:t>Update header via slide master</a:t>
            </a:r>
          </a:p>
        </p:txBody>
      </p:sp>
      <p:sp>
        <p:nvSpPr>
          <p:cNvPr id="4" name="Slide Number Placeholder 11">
            <a:extLst>
              <a:ext uri="{FF2B5EF4-FFF2-40B4-BE49-F238E27FC236}">
                <a16:creationId xmlns:a16="http://schemas.microsoft.com/office/drawing/2014/main" id="{7B72DCFC-B6B4-777D-8E25-552EB15AF8D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0950" y="6403974"/>
            <a:ext cx="409575" cy="193676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r">
              <a:defRPr lang="en-GB" sz="7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E609CB8F-9537-1E4B-B955-6CC1563861C9}" type="slidenum">
              <a:rPr lang="en-VN" smtClean="0"/>
              <a:pPr/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1063865765"/>
      </p:ext>
    </p:extLst>
  </p:cSld>
  <p:clrMapOvr>
    <a:masterClrMapping/>
  </p:clrMapOvr>
</p:sldLayout>
</file>

<file path=ppt/slideLayouts/slideLayout1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ive content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71475" y="368300"/>
            <a:ext cx="11449050" cy="930275"/>
          </a:xfrm>
        </p:spPr>
        <p:txBody>
          <a:bodyPr/>
          <a:lstStyle>
            <a:lvl1pPr>
              <a:defRPr/>
            </a:lvl1pPr>
          </a:lstStyle>
          <a:p>
            <a:r>
              <a:rPr lang="en-GB"/>
              <a:t>Click to add title</a:t>
            </a:r>
          </a:p>
        </p:txBody>
      </p:sp>
      <p:sp>
        <p:nvSpPr>
          <p:cNvPr id="11" name="Date Placeholder 10" hidden="1">
            <a:extLst>
              <a:ext uri="{FF2B5EF4-FFF2-40B4-BE49-F238E27FC236}">
                <a16:creationId xmlns:a16="http://schemas.microsoft.com/office/drawing/2014/main" id="{C8F53383-3780-4626-A2BE-E67BBD0A1DFE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8BD9E86A-566D-96BC-C43F-C52100C10C26}"/>
              </a:ext>
            </a:extLst>
          </p:cNvPr>
          <p:cNvSpPr>
            <a:spLocks noGrp="1"/>
          </p:cNvSpPr>
          <p:nvPr>
            <p:ph sz="half" idx="17" hasCustomPrompt="1"/>
          </p:nvPr>
        </p:nvSpPr>
        <p:spPr>
          <a:xfrm>
            <a:off x="371476" y="1944000"/>
            <a:ext cx="2124000" cy="3693600"/>
          </a:xfrm>
          <a:prstGeom prst="roundRect">
            <a:avLst>
              <a:gd name="adj" fmla="val 3325"/>
            </a:avLst>
          </a:prstGeom>
          <a:solidFill>
            <a:schemeClr val="bg2"/>
          </a:solidFill>
        </p:spPr>
        <p:txBody>
          <a:bodyPr lIns="237600" tIns="237600" rIns="237600" bIns="237600"/>
          <a:lstStyle>
            <a:lvl1pPr>
              <a:buClr>
                <a:schemeClr val="tx1"/>
              </a:buClr>
              <a:defRPr>
                <a:solidFill>
                  <a:schemeClr val="tx1"/>
                </a:solidFill>
              </a:defRPr>
            </a:lvl1pPr>
            <a:lvl2pPr>
              <a:buClr>
                <a:schemeClr val="tx1"/>
              </a:buClr>
              <a:defRPr>
                <a:solidFill>
                  <a:schemeClr val="tx1"/>
                </a:solidFill>
              </a:defRPr>
            </a:lvl2pPr>
            <a:lvl3pPr>
              <a:buClr>
                <a:schemeClr val="tx1"/>
              </a:buClr>
              <a:defRPr>
                <a:solidFill>
                  <a:schemeClr val="tx1"/>
                </a:solidFill>
              </a:defRPr>
            </a:lvl3pPr>
            <a:lvl4pPr>
              <a:buClr>
                <a:schemeClr val="tx1"/>
              </a:buClr>
              <a:defRPr>
                <a:solidFill>
                  <a:schemeClr val="tx1"/>
                </a:solidFill>
              </a:defRPr>
            </a:lvl4pPr>
            <a:lvl5pPr>
              <a:buClr>
                <a:schemeClr val="tx1"/>
              </a:buCl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add text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pic>
        <p:nvPicPr>
          <p:cNvPr id="8" name="Picture 29">
            <a:extLst>
              <a:ext uri="{FF2B5EF4-FFF2-40B4-BE49-F238E27FC236}">
                <a16:creationId xmlns:a16="http://schemas.microsoft.com/office/drawing/2014/main" id="{5A272954-9AB0-4B93-F8F8-DE508D3C4EC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371475" y="6169025"/>
            <a:ext cx="1299398" cy="320399"/>
          </a:xfrm>
          <a:prstGeom prst="rect">
            <a:avLst/>
          </a:prstGeom>
        </p:spPr>
      </p:pic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058EA7ED-9CB2-0EAA-DC4A-681C6294E267}"/>
              </a:ext>
            </a:extLst>
          </p:cNvPr>
          <p:cNvSpPr>
            <a:spLocks noGrp="1"/>
          </p:cNvSpPr>
          <p:nvPr>
            <p:ph sz="half" idx="18" hasCustomPrompt="1"/>
          </p:nvPr>
        </p:nvSpPr>
        <p:spPr>
          <a:xfrm>
            <a:off x="2702738" y="1944000"/>
            <a:ext cx="2124000" cy="3693600"/>
          </a:xfrm>
          <a:prstGeom prst="roundRect">
            <a:avLst>
              <a:gd name="adj" fmla="val 3325"/>
            </a:avLst>
          </a:prstGeom>
          <a:solidFill>
            <a:schemeClr val="bg2"/>
          </a:solidFill>
        </p:spPr>
        <p:txBody>
          <a:bodyPr lIns="237600" tIns="237600" rIns="237600" bIns="237600"/>
          <a:lstStyle>
            <a:lvl1pPr>
              <a:buClr>
                <a:schemeClr val="tx1"/>
              </a:buClr>
              <a:defRPr>
                <a:solidFill>
                  <a:schemeClr val="tx1"/>
                </a:solidFill>
              </a:defRPr>
            </a:lvl1pPr>
            <a:lvl2pPr>
              <a:buClr>
                <a:schemeClr val="tx1"/>
              </a:buClr>
              <a:defRPr>
                <a:solidFill>
                  <a:schemeClr val="tx1"/>
                </a:solidFill>
              </a:defRPr>
            </a:lvl2pPr>
            <a:lvl3pPr>
              <a:buClr>
                <a:schemeClr val="tx1"/>
              </a:buClr>
              <a:defRPr>
                <a:solidFill>
                  <a:schemeClr val="tx1"/>
                </a:solidFill>
              </a:defRPr>
            </a:lvl3pPr>
            <a:lvl4pPr>
              <a:buClr>
                <a:schemeClr val="tx1"/>
              </a:buClr>
              <a:defRPr>
                <a:solidFill>
                  <a:schemeClr val="tx1"/>
                </a:solidFill>
              </a:defRPr>
            </a:lvl4pPr>
            <a:lvl5pPr>
              <a:buClr>
                <a:schemeClr val="tx1"/>
              </a:buCl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add text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A63176DC-6498-BAD7-D8DC-87B4DD4FF5D2}"/>
              </a:ext>
            </a:extLst>
          </p:cNvPr>
          <p:cNvSpPr>
            <a:spLocks noGrp="1"/>
          </p:cNvSpPr>
          <p:nvPr>
            <p:ph sz="half" idx="19" hasCustomPrompt="1"/>
          </p:nvPr>
        </p:nvSpPr>
        <p:spPr>
          <a:xfrm>
            <a:off x="5034000" y="1944000"/>
            <a:ext cx="2124000" cy="3693600"/>
          </a:xfrm>
          <a:prstGeom prst="roundRect">
            <a:avLst>
              <a:gd name="adj" fmla="val 3325"/>
            </a:avLst>
          </a:prstGeom>
          <a:solidFill>
            <a:schemeClr val="bg2"/>
          </a:solidFill>
        </p:spPr>
        <p:txBody>
          <a:bodyPr lIns="237600" tIns="237600" rIns="237600" bIns="237600"/>
          <a:lstStyle>
            <a:lvl1pPr>
              <a:buClr>
                <a:schemeClr val="tx1"/>
              </a:buClr>
              <a:defRPr>
                <a:solidFill>
                  <a:schemeClr val="tx1"/>
                </a:solidFill>
              </a:defRPr>
            </a:lvl1pPr>
            <a:lvl2pPr>
              <a:buClr>
                <a:schemeClr val="tx1"/>
              </a:buClr>
              <a:defRPr>
                <a:solidFill>
                  <a:schemeClr val="tx1"/>
                </a:solidFill>
              </a:defRPr>
            </a:lvl2pPr>
            <a:lvl3pPr>
              <a:buClr>
                <a:schemeClr val="tx1"/>
              </a:buClr>
              <a:defRPr>
                <a:solidFill>
                  <a:schemeClr val="tx1"/>
                </a:solidFill>
              </a:defRPr>
            </a:lvl3pPr>
            <a:lvl4pPr>
              <a:buClr>
                <a:schemeClr val="tx1"/>
              </a:buClr>
              <a:defRPr>
                <a:solidFill>
                  <a:schemeClr val="tx1"/>
                </a:solidFill>
              </a:defRPr>
            </a:lvl4pPr>
            <a:lvl5pPr>
              <a:buClr>
                <a:schemeClr val="tx1"/>
              </a:buCl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add text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784EE7DD-7E78-8C24-4172-F9299178B59C}"/>
              </a:ext>
            </a:extLst>
          </p:cNvPr>
          <p:cNvSpPr>
            <a:spLocks noGrp="1"/>
          </p:cNvSpPr>
          <p:nvPr>
            <p:ph sz="half" idx="20" hasCustomPrompt="1"/>
          </p:nvPr>
        </p:nvSpPr>
        <p:spPr>
          <a:xfrm>
            <a:off x="7365262" y="1944000"/>
            <a:ext cx="2124000" cy="3693600"/>
          </a:xfrm>
          <a:prstGeom prst="roundRect">
            <a:avLst>
              <a:gd name="adj" fmla="val 3325"/>
            </a:avLst>
          </a:prstGeom>
          <a:solidFill>
            <a:schemeClr val="bg2"/>
          </a:solidFill>
        </p:spPr>
        <p:txBody>
          <a:bodyPr lIns="237600" tIns="237600" rIns="237600" bIns="237600"/>
          <a:lstStyle>
            <a:lvl1pPr>
              <a:buClr>
                <a:schemeClr val="tx1"/>
              </a:buClr>
              <a:defRPr>
                <a:solidFill>
                  <a:schemeClr val="tx1"/>
                </a:solidFill>
              </a:defRPr>
            </a:lvl1pPr>
            <a:lvl2pPr>
              <a:buClr>
                <a:schemeClr val="tx1"/>
              </a:buClr>
              <a:defRPr>
                <a:solidFill>
                  <a:schemeClr val="tx1"/>
                </a:solidFill>
              </a:defRPr>
            </a:lvl2pPr>
            <a:lvl3pPr>
              <a:buClr>
                <a:schemeClr val="tx1"/>
              </a:buClr>
              <a:defRPr>
                <a:solidFill>
                  <a:schemeClr val="tx1"/>
                </a:solidFill>
              </a:defRPr>
            </a:lvl3pPr>
            <a:lvl4pPr>
              <a:buClr>
                <a:schemeClr val="tx1"/>
              </a:buClr>
              <a:defRPr>
                <a:solidFill>
                  <a:schemeClr val="tx1"/>
                </a:solidFill>
              </a:defRPr>
            </a:lvl4pPr>
            <a:lvl5pPr>
              <a:buClr>
                <a:schemeClr val="tx1"/>
              </a:buCl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add text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54EB7B39-185E-EBB0-274D-25CD6BFE9924}"/>
              </a:ext>
            </a:extLst>
          </p:cNvPr>
          <p:cNvSpPr>
            <a:spLocks noGrp="1"/>
          </p:cNvSpPr>
          <p:nvPr>
            <p:ph sz="half" idx="21" hasCustomPrompt="1"/>
          </p:nvPr>
        </p:nvSpPr>
        <p:spPr>
          <a:xfrm>
            <a:off x="9696525" y="1944000"/>
            <a:ext cx="2124000" cy="3693600"/>
          </a:xfrm>
          <a:prstGeom prst="roundRect">
            <a:avLst>
              <a:gd name="adj" fmla="val 3325"/>
            </a:avLst>
          </a:prstGeom>
          <a:solidFill>
            <a:schemeClr val="bg2"/>
          </a:solidFill>
        </p:spPr>
        <p:txBody>
          <a:bodyPr lIns="237600" tIns="237600" rIns="237600" bIns="237600"/>
          <a:lstStyle>
            <a:lvl1pPr>
              <a:buClr>
                <a:schemeClr val="tx1"/>
              </a:buClr>
              <a:defRPr>
                <a:solidFill>
                  <a:schemeClr val="tx1"/>
                </a:solidFill>
              </a:defRPr>
            </a:lvl1pPr>
            <a:lvl2pPr>
              <a:buClr>
                <a:schemeClr val="tx1"/>
              </a:buClr>
              <a:defRPr>
                <a:solidFill>
                  <a:schemeClr val="tx1"/>
                </a:solidFill>
              </a:defRPr>
            </a:lvl2pPr>
            <a:lvl3pPr>
              <a:buClr>
                <a:schemeClr val="tx1"/>
              </a:buClr>
              <a:defRPr>
                <a:solidFill>
                  <a:schemeClr val="tx1"/>
                </a:solidFill>
              </a:defRPr>
            </a:lvl3pPr>
            <a:lvl4pPr>
              <a:buClr>
                <a:schemeClr val="tx1"/>
              </a:buClr>
              <a:defRPr>
                <a:solidFill>
                  <a:schemeClr val="tx1"/>
                </a:solidFill>
              </a:defRPr>
            </a:lvl4pPr>
            <a:lvl5pPr>
              <a:buClr>
                <a:schemeClr val="tx1"/>
              </a:buCl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add text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3" name="Footer Placeholder 10">
            <a:extLst>
              <a:ext uri="{FF2B5EF4-FFF2-40B4-BE49-F238E27FC236}">
                <a16:creationId xmlns:a16="http://schemas.microsoft.com/office/drawing/2014/main" id="{D58B871E-666D-F228-4943-F6CC46AEAB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540625" y="6405563"/>
            <a:ext cx="3308349" cy="180974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r">
              <a:defRPr lang="en-GB" sz="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n-US"/>
              <a:t>Update header via slide master</a:t>
            </a:r>
          </a:p>
        </p:txBody>
      </p:sp>
      <p:sp>
        <p:nvSpPr>
          <p:cNvPr id="4" name="Slide Number Placeholder 11">
            <a:extLst>
              <a:ext uri="{FF2B5EF4-FFF2-40B4-BE49-F238E27FC236}">
                <a16:creationId xmlns:a16="http://schemas.microsoft.com/office/drawing/2014/main" id="{1E932226-01BB-EA75-AFA9-B9E7883689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0950" y="6403974"/>
            <a:ext cx="409575" cy="193676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r">
              <a:defRPr lang="en-GB" sz="7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E609CB8F-9537-1E4B-B955-6CC1563861C9}" type="slidenum">
              <a:rPr lang="en-VN" smtClean="0"/>
              <a:pPr/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1847950472"/>
      </p:ext>
    </p:extLst>
  </p:cSld>
  <p:clrMapOvr>
    <a:masterClrMapping/>
  </p:clrMapOvr>
</p:sldLayout>
</file>

<file path=ppt/slideLayouts/slideLayout1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ive content colou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71475" y="368300"/>
            <a:ext cx="11449050" cy="930275"/>
          </a:xfrm>
        </p:spPr>
        <p:txBody>
          <a:bodyPr/>
          <a:lstStyle>
            <a:lvl1pPr>
              <a:defRPr/>
            </a:lvl1pPr>
          </a:lstStyle>
          <a:p>
            <a:r>
              <a:rPr lang="en-GB"/>
              <a:t>Click to add title</a:t>
            </a:r>
          </a:p>
        </p:txBody>
      </p:sp>
      <p:sp>
        <p:nvSpPr>
          <p:cNvPr id="11" name="Date Placeholder 10" hidden="1">
            <a:extLst>
              <a:ext uri="{FF2B5EF4-FFF2-40B4-BE49-F238E27FC236}">
                <a16:creationId xmlns:a16="http://schemas.microsoft.com/office/drawing/2014/main" id="{C8F53383-3780-4626-A2BE-E67BBD0A1DFE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8" name="Picture 29">
            <a:extLst>
              <a:ext uri="{FF2B5EF4-FFF2-40B4-BE49-F238E27FC236}">
                <a16:creationId xmlns:a16="http://schemas.microsoft.com/office/drawing/2014/main" id="{5A272954-9AB0-4B93-F8F8-DE508D3C4EC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371475" y="6169025"/>
            <a:ext cx="1299398" cy="320399"/>
          </a:xfrm>
          <a:prstGeom prst="rect">
            <a:avLst/>
          </a:prstGeom>
        </p:spPr>
      </p:pic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C9905CD1-2289-BC8E-7167-9431CB287AD6}"/>
              </a:ext>
            </a:extLst>
          </p:cNvPr>
          <p:cNvSpPr>
            <a:spLocks noGrp="1"/>
          </p:cNvSpPr>
          <p:nvPr>
            <p:ph sz="half" idx="17" hasCustomPrompt="1"/>
          </p:nvPr>
        </p:nvSpPr>
        <p:spPr>
          <a:xfrm>
            <a:off x="371476" y="1944000"/>
            <a:ext cx="2124000" cy="3693600"/>
          </a:xfrm>
          <a:prstGeom prst="roundRect">
            <a:avLst>
              <a:gd name="adj" fmla="val 3325"/>
            </a:avLst>
          </a:prstGeom>
          <a:solidFill>
            <a:schemeClr val="bg2"/>
          </a:solidFill>
        </p:spPr>
        <p:txBody>
          <a:bodyPr lIns="237600" tIns="237600" rIns="237600" bIns="237600"/>
          <a:lstStyle>
            <a:lvl1pPr>
              <a:buClr>
                <a:schemeClr val="tx1"/>
              </a:buClr>
              <a:defRPr>
                <a:solidFill>
                  <a:schemeClr val="tx1"/>
                </a:solidFill>
              </a:defRPr>
            </a:lvl1pPr>
            <a:lvl2pPr>
              <a:buClr>
                <a:schemeClr val="tx1"/>
              </a:buClr>
              <a:defRPr>
                <a:solidFill>
                  <a:schemeClr val="tx1"/>
                </a:solidFill>
              </a:defRPr>
            </a:lvl2pPr>
            <a:lvl3pPr>
              <a:buClr>
                <a:schemeClr val="tx1"/>
              </a:buClr>
              <a:defRPr>
                <a:solidFill>
                  <a:schemeClr val="tx1"/>
                </a:solidFill>
              </a:defRPr>
            </a:lvl3pPr>
            <a:lvl4pPr>
              <a:buClr>
                <a:schemeClr val="tx1"/>
              </a:buClr>
              <a:defRPr>
                <a:solidFill>
                  <a:schemeClr val="tx1"/>
                </a:solidFill>
              </a:defRPr>
            </a:lvl4pPr>
            <a:lvl5pPr>
              <a:buClr>
                <a:schemeClr val="tx1"/>
              </a:buCl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add text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A07B574F-C504-CC34-1289-A25F2C77388A}"/>
              </a:ext>
            </a:extLst>
          </p:cNvPr>
          <p:cNvSpPr>
            <a:spLocks noGrp="1"/>
          </p:cNvSpPr>
          <p:nvPr>
            <p:ph sz="half" idx="22" hasCustomPrompt="1"/>
          </p:nvPr>
        </p:nvSpPr>
        <p:spPr>
          <a:xfrm>
            <a:off x="2702738" y="1944000"/>
            <a:ext cx="2124000" cy="3693600"/>
          </a:xfrm>
          <a:prstGeom prst="roundRect">
            <a:avLst>
              <a:gd name="adj" fmla="val 3325"/>
            </a:avLst>
          </a:prstGeom>
          <a:solidFill>
            <a:schemeClr val="accent5"/>
          </a:solidFill>
        </p:spPr>
        <p:txBody>
          <a:bodyPr lIns="237600" tIns="237600" rIns="237600" bIns="237600"/>
          <a:lstStyle>
            <a:lvl1pPr>
              <a:buClr>
                <a:schemeClr val="tx1"/>
              </a:buClr>
              <a:defRPr>
                <a:solidFill>
                  <a:schemeClr val="tx1"/>
                </a:solidFill>
              </a:defRPr>
            </a:lvl1pPr>
            <a:lvl2pPr>
              <a:buClr>
                <a:schemeClr val="tx1"/>
              </a:buClr>
              <a:defRPr>
                <a:solidFill>
                  <a:schemeClr val="tx1"/>
                </a:solidFill>
              </a:defRPr>
            </a:lvl2pPr>
            <a:lvl3pPr>
              <a:buClr>
                <a:schemeClr val="tx1"/>
              </a:buClr>
              <a:defRPr>
                <a:solidFill>
                  <a:schemeClr val="tx1"/>
                </a:solidFill>
              </a:defRPr>
            </a:lvl3pPr>
            <a:lvl4pPr>
              <a:buClr>
                <a:schemeClr val="tx1"/>
              </a:buClr>
              <a:defRPr>
                <a:solidFill>
                  <a:schemeClr val="tx1"/>
                </a:solidFill>
              </a:defRPr>
            </a:lvl4pPr>
            <a:lvl5pPr>
              <a:buClr>
                <a:schemeClr val="tx1"/>
              </a:buCl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add text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1500C2E4-F956-B44E-B0DA-9523C63A745D}"/>
              </a:ext>
            </a:extLst>
          </p:cNvPr>
          <p:cNvSpPr>
            <a:spLocks noGrp="1"/>
          </p:cNvSpPr>
          <p:nvPr>
            <p:ph sz="half" idx="23" hasCustomPrompt="1"/>
          </p:nvPr>
        </p:nvSpPr>
        <p:spPr>
          <a:xfrm>
            <a:off x="5034000" y="1944000"/>
            <a:ext cx="2124000" cy="3693600"/>
          </a:xfrm>
          <a:prstGeom prst="roundRect">
            <a:avLst>
              <a:gd name="adj" fmla="val 3325"/>
            </a:avLst>
          </a:prstGeom>
          <a:solidFill>
            <a:schemeClr val="accent4"/>
          </a:solidFill>
        </p:spPr>
        <p:txBody>
          <a:bodyPr lIns="237600" tIns="237600" rIns="237600" bIns="237600"/>
          <a:lstStyle>
            <a:lvl1pPr>
              <a:buClr>
                <a:schemeClr val="tx1"/>
              </a:buClr>
              <a:defRPr>
                <a:solidFill>
                  <a:schemeClr val="tx1"/>
                </a:solidFill>
              </a:defRPr>
            </a:lvl1pPr>
            <a:lvl2pPr>
              <a:buClr>
                <a:schemeClr val="tx1"/>
              </a:buClr>
              <a:defRPr>
                <a:solidFill>
                  <a:schemeClr val="tx1"/>
                </a:solidFill>
              </a:defRPr>
            </a:lvl2pPr>
            <a:lvl3pPr>
              <a:buClr>
                <a:schemeClr val="tx1"/>
              </a:buClr>
              <a:defRPr>
                <a:solidFill>
                  <a:schemeClr val="tx1"/>
                </a:solidFill>
              </a:defRPr>
            </a:lvl3pPr>
            <a:lvl4pPr>
              <a:buClr>
                <a:schemeClr val="tx1"/>
              </a:buClr>
              <a:defRPr>
                <a:solidFill>
                  <a:schemeClr val="tx1"/>
                </a:solidFill>
              </a:defRPr>
            </a:lvl4pPr>
            <a:lvl5pPr>
              <a:buClr>
                <a:schemeClr val="tx1"/>
              </a:buCl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add text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F5C379F4-79DE-99E0-3E9C-B7809BC02005}"/>
              </a:ext>
            </a:extLst>
          </p:cNvPr>
          <p:cNvSpPr>
            <a:spLocks noGrp="1"/>
          </p:cNvSpPr>
          <p:nvPr>
            <p:ph sz="half" idx="24" hasCustomPrompt="1"/>
          </p:nvPr>
        </p:nvSpPr>
        <p:spPr>
          <a:xfrm>
            <a:off x="7365262" y="1944000"/>
            <a:ext cx="2124000" cy="3693600"/>
          </a:xfrm>
          <a:prstGeom prst="roundRect">
            <a:avLst>
              <a:gd name="adj" fmla="val 3325"/>
            </a:avLst>
          </a:prstGeom>
          <a:solidFill>
            <a:schemeClr val="accent1"/>
          </a:solidFill>
        </p:spPr>
        <p:txBody>
          <a:bodyPr lIns="237600" tIns="237600" rIns="237600" bIns="237600"/>
          <a:lstStyle>
            <a:lvl1pPr>
              <a:buClr>
                <a:schemeClr val="bg1"/>
              </a:buClr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/>
              <a:t>Click to add text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B0050AC2-985D-85FA-C022-CDD1E61B1B89}"/>
              </a:ext>
            </a:extLst>
          </p:cNvPr>
          <p:cNvSpPr>
            <a:spLocks noGrp="1"/>
          </p:cNvSpPr>
          <p:nvPr>
            <p:ph sz="half" idx="25" hasCustomPrompt="1"/>
          </p:nvPr>
        </p:nvSpPr>
        <p:spPr>
          <a:xfrm>
            <a:off x="9696525" y="1944000"/>
            <a:ext cx="2124000" cy="3693600"/>
          </a:xfrm>
          <a:prstGeom prst="roundRect">
            <a:avLst>
              <a:gd name="adj" fmla="val 3325"/>
            </a:avLst>
          </a:prstGeom>
          <a:solidFill>
            <a:schemeClr val="accent3"/>
          </a:solidFill>
        </p:spPr>
        <p:txBody>
          <a:bodyPr lIns="237600" tIns="237600" rIns="237600" bIns="237600"/>
          <a:lstStyle>
            <a:lvl1pPr>
              <a:buClr>
                <a:schemeClr val="bg1"/>
              </a:buClr>
              <a:defRPr>
                <a:solidFill>
                  <a:schemeClr val="bg1"/>
                </a:solidFill>
              </a:defRPr>
            </a:lvl1pPr>
            <a:lvl2pPr>
              <a:buClr>
                <a:schemeClr val="bg1"/>
              </a:buClr>
              <a:defRPr>
                <a:solidFill>
                  <a:schemeClr val="bg1"/>
                </a:solidFill>
              </a:defRPr>
            </a:lvl2pPr>
            <a:lvl3pPr>
              <a:buClr>
                <a:schemeClr val="bg1"/>
              </a:buClr>
              <a:defRPr>
                <a:solidFill>
                  <a:schemeClr val="bg1"/>
                </a:solidFill>
              </a:defRPr>
            </a:lvl3pPr>
            <a:lvl4pPr>
              <a:buClr>
                <a:schemeClr val="bg1"/>
              </a:buClr>
              <a:defRPr>
                <a:solidFill>
                  <a:schemeClr val="bg1"/>
                </a:solidFill>
              </a:defRPr>
            </a:lvl4pPr>
            <a:lvl5pPr>
              <a:buClr>
                <a:schemeClr val="bg1"/>
              </a:buCl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/>
              <a:t>Click to add text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3" name="Footer Placeholder 10">
            <a:extLst>
              <a:ext uri="{FF2B5EF4-FFF2-40B4-BE49-F238E27FC236}">
                <a16:creationId xmlns:a16="http://schemas.microsoft.com/office/drawing/2014/main" id="{26D8C6D5-1953-694C-5971-CE9D414D52F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540625" y="6405563"/>
            <a:ext cx="3308349" cy="180974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r">
              <a:defRPr lang="en-GB" sz="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n-US"/>
              <a:t>Update header via slide master</a:t>
            </a:r>
          </a:p>
        </p:txBody>
      </p:sp>
      <p:sp>
        <p:nvSpPr>
          <p:cNvPr id="4" name="Slide Number Placeholder 11">
            <a:extLst>
              <a:ext uri="{FF2B5EF4-FFF2-40B4-BE49-F238E27FC236}">
                <a16:creationId xmlns:a16="http://schemas.microsoft.com/office/drawing/2014/main" id="{3C78060D-F346-848E-01F1-5BCE0D8C1AE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0950" y="6403974"/>
            <a:ext cx="409575" cy="193676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r">
              <a:defRPr lang="en-GB" sz="7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E609CB8F-9537-1E4B-B955-6CC1563861C9}" type="slidenum">
              <a:rPr lang="en-VN" smtClean="0"/>
              <a:pPr/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92564947"/>
      </p:ext>
    </p:extLst>
  </p:cSld>
  <p:clrMapOvr>
    <a:masterClrMapping/>
  </p:clrMapOvr>
</p:sldLayout>
</file>

<file path=ppt/slideLayouts/slideLayout1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content 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371474" y="1501255"/>
            <a:ext cx="5616575" cy="1940400"/>
          </a:xfrm>
          <a:solidFill>
            <a:schemeClr val="bg1"/>
          </a:solidFill>
        </p:spPr>
        <p:txBody>
          <a:bodyPr/>
          <a:lstStyle>
            <a:lvl1pPr>
              <a:defRPr/>
            </a:lvl1pPr>
          </a:lstStyle>
          <a:p>
            <a:pPr lvl="0"/>
            <a:r>
              <a:rPr lang="en-GB"/>
              <a:t>Click to add text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6203949" y="1501255"/>
            <a:ext cx="5616575" cy="1940400"/>
          </a:xfrm>
          <a:solidFill>
            <a:schemeClr val="bg1"/>
          </a:solidFill>
        </p:spPr>
        <p:txBody>
          <a:bodyPr/>
          <a:lstStyle>
            <a:lvl1pPr>
              <a:defRPr/>
            </a:lvl1pPr>
          </a:lstStyle>
          <a:p>
            <a:pPr lvl="0"/>
            <a:r>
              <a:rPr lang="en-GB"/>
              <a:t>Click to add text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43327ACD-F89A-484C-8B15-F2161D2D5BCB}"/>
              </a:ext>
            </a:extLst>
          </p:cNvPr>
          <p:cNvSpPr>
            <a:spLocks noGrp="1"/>
          </p:cNvSpPr>
          <p:nvPr>
            <p:ph sz="half" idx="13" hasCustomPrompt="1"/>
          </p:nvPr>
        </p:nvSpPr>
        <p:spPr>
          <a:xfrm>
            <a:off x="371474" y="3678175"/>
            <a:ext cx="5616575" cy="1940400"/>
          </a:xfrm>
          <a:solidFill>
            <a:schemeClr val="bg1"/>
          </a:solidFill>
        </p:spPr>
        <p:txBody>
          <a:bodyPr/>
          <a:lstStyle>
            <a:lvl1pPr>
              <a:defRPr/>
            </a:lvl1pPr>
          </a:lstStyle>
          <a:p>
            <a:pPr lvl="0"/>
            <a:r>
              <a:rPr lang="en-GB"/>
              <a:t>Click to add text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11" name="Date Placeholder 10" hidden="1">
            <a:extLst>
              <a:ext uri="{FF2B5EF4-FFF2-40B4-BE49-F238E27FC236}">
                <a16:creationId xmlns:a16="http://schemas.microsoft.com/office/drawing/2014/main" id="{C8F53383-3780-4626-A2BE-E67BBD0A1DFE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4F9FA52E-E6B6-497B-8CDF-4291B6C70B9B}"/>
              </a:ext>
            </a:extLst>
          </p:cNvPr>
          <p:cNvSpPr>
            <a:spLocks noGrp="1"/>
          </p:cNvSpPr>
          <p:nvPr>
            <p:ph sz="half" idx="17" hasCustomPrompt="1"/>
          </p:nvPr>
        </p:nvSpPr>
        <p:spPr>
          <a:xfrm>
            <a:off x="6203949" y="3678175"/>
            <a:ext cx="5616575" cy="1940400"/>
          </a:xfrm>
          <a:solidFill>
            <a:schemeClr val="bg1"/>
          </a:solidFill>
        </p:spPr>
        <p:txBody>
          <a:bodyPr/>
          <a:lstStyle>
            <a:lvl1pPr>
              <a:defRPr/>
            </a:lvl1pPr>
          </a:lstStyle>
          <a:p>
            <a:pPr lvl="0"/>
            <a:r>
              <a:rPr lang="en-GB"/>
              <a:t>Click to add text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0535A655-0007-42B8-9AAE-D572D30C69E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71475" y="368300"/>
            <a:ext cx="11449050" cy="930275"/>
          </a:xfrm>
        </p:spPr>
        <p:txBody>
          <a:bodyPr/>
          <a:lstStyle>
            <a:lvl1pPr>
              <a:defRPr/>
            </a:lvl1pPr>
          </a:lstStyle>
          <a:p>
            <a:r>
              <a:rPr lang="en-GB"/>
              <a:t>Click to add title</a:t>
            </a:r>
          </a:p>
        </p:txBody>
      </p:sp>
      <p:pic>
        <p:nvPicPr>
          <p:cNvPr id="12" name="Picture 29">
            <a:extLst>
              <a:ext uri="{FF2B5EF4-FFF2-40B4-BE49-F238E27FC236}">
                <a16:creationId xmlns:a16="http://schemas.microsoft.com/office/drawing/2014/main" id="{A77C2106-8C21-6148-3B18-40EF51733DE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371475" y="6169025"/>
            <a:ext cx="1299398" cy="320399"/>
          </a:xfrm>
          <a:prstGeom prst="rect">
            <a:avLst/>
          </a:prstGeom>
        </p:spPr>
      </p:pic>
      <p:sp>
        <p:nvSpPr>
          <p:cNvPr id="2" name="Footer Placeholder 10">
            <a:extLst>
              <a:ext uri="{FF2B5EF4-FFF2-40B4-BE49-F238E27FC236}">
                <a16:creationId xmlns:a16="http://schemas.microsoft.com/office/drawing/2014/main" id="{80A7257C-FE9B-A0B8-CF39-54A591F68A4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540625" y="6405563"/>
            <a:ext cx="3308349" cy="180974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r">
              <a:defRPr lang="en-GB" sz="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n-US"/>
              <a:t>Update header via slide master</a:t>
            </a:r>
          </a:p>
        </p:txBody>
      </p:sp>
      <p:sp>
        <p:nvSpPr>
          <p:cNvPr id="6" name="Slide Number Placeholder 11">
            <a:extLst>
              <a:ext uri="{FF2B5EF4-FFF2-40B4-BE49-F238E27FC236}">
                <a16:creationId xmlns:a16="http://schemas.microsoft.com/office/drawing/2014/main" id="{606CF667-F592-3E07-4676-55A9A5681BC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0950" y="6403974"/>
            <a:ext cx="409575" cy="193676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r">
              <a:defRPr lang="en-GB" sz="7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E609CB8F-9537-1E4B-B955-6CC1563861C9}" type="slidenum">
              <a:rPr lang="en-VN" smtClean="0"/>
              <a:pPr/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3284848547"/>
      </p:ext>
    </p:extLst>
  </p:cSld>
  <p:clrMapOvr>
    <a:masterClrMapping/>
  </p:clrMapOvr>
</p:sldLayout>
</file>

<file path=ppt/slideLayouts/slideLayout17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On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71475" y="368300"/>
            <a:ext cx="11449050" cy="930275"/>
          </a:xfrm>
        </p:spPr>
        <p:txBody>
          <a:bodyPr/>
          <a:lstStyle>
            <a:lvl1pPr>
              <a:defRPr/>
            </a:lvl1pPr>
          </a:lstStyle>
          <a:p>
            <a:r>
              <a:rPr lang="en-GB" noProof="0"/>
              <a:t>Click to add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371475" y="1944000"/>
            <a:ext cx="11449049" cy="36936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GB" noProof="0"/>
              <a:t>Click to add text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</a:p>
        </p:txBody>
      </p:sp>
      <p:sp>
        <p:nvSpPr>
          <p:cNvPr id="7" name="Date Placeholder 6" hidden="1">
            <a:extLst>
              <a:ext uri="{FF2B5EF4-FFF2-40B4-BE49-F238E27FC236}">
                <a16:creationId xmlns:a16="http://schemas.microsoft.com/office/drawing/2014/main" id="{C0878BA1-CFB4-4349-B120-1867D280A4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9" name="Picture 29">
            <a:extLst>
              <a:ext uri="{FF2B5EF4-FFF2-40B4-BE49-F238E27FC236}">
                <a16:creationId xmlns:a16="http://schemas.microsoft.com/office/drawing/2014/main" id="{A3CE622E-E06A-841D-06AC-9109FF66897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371475" y="6169025"/>
            <a:ext cx="1299398" cy="320399"/>
          </a:xfrm>
          <a:prstGeom prst="rect">
            <a:avLst/>
          </a:prstGeom>
        </p:spPr>
      </p:pic>
      <p:sp>
        <p:nvSpPr>
          <p:cNvPr id="4" name="Footer Placeholder 10">
            <a:extLst>
              <a:ext uri="{FF2B5EF4-FFF2-40B4-BE49-F238E27FC236}">
                <a16:creationId xmlns:a16="http://schemas.microsoft.com/office/drawing/2014/main" id="{2FB1DE31-3864-DED2-15D8-2B8635DEFF7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540625" y="6405563"/>
            <a:ext cx="3308349" cy="180974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r">
              <a:defRPr lang="en-GB" sz="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n-US"/>
              <a:t>Update header via slide master</a:t>
            </a:r>
          </a:p>
        </p:txBody>
      </p:sp>
      <p:sp>
        <p:nvSpPr>
          <p:cNvPr id="5" name="Slide Number Placeholder 11">
            <a:extLst>
              <a:ext uri="{FF2B5EF4-FFF2-40B4-BE49-F238E27FC236}">
                <a16:creationId xmlns:a16="http://schemas.microsoft.com/office/drawing/2014/main" id="{0F8A06E2-AD00-ECC0-B2A9-978A192B3EB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0950" y="6403974"/>
            <a:ext cx="409575" cy="193676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r">
              <a:defRPr lang="en-GB" sz="7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E609CB8F-9537-1E4B-B955-6CC1563861C9}" type="slidenum">
              <a:rPr lang="en-VN" smtClean="0"/>
              <a:pPr/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1939289807"/>
      </p:ext>
    </p:extLst>
  </p:cSld>
  <p:clrMapOvr>
    <a:masterClrMapping/>
  </p:clrMapOvr>
</p:sldLayout>
</file>

<file path=ppt/slideLayouts/slideLayout17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71475" y="368300"/>
            <a:ext cx="11449049" cy="930275"/>
          </a:xfrm>
        </p:spPr>
        <p:txBody>
          <a:bodyPr/>
          <a:lstStyle>
            <a:lvl1pPr>
              <a:defRPr/>
            </a:lvl1pPr>
          </a:lstStyle>
          <a:p>
            <a:r>
              <a:rPr lang="en-GB"/>
              <a:t>Click to add title</a:t>
            </a:r>
          </a:p>
        </p:txBody>
      </p:sp>
      <p:sp>
        <p:nvSpPr>
          <p:cNvPr id="6" name="Date Placeholder 5" hidden="1">
            <a:extLst>
              <a:ext uri="{FF2B5EF4-FFF2-40B4-BE49-F238E27FC236}">
                <a16:creationId xmlns:a16="http://schemas.microsoft.com/office/drawing/2014/main" id="{C3750702-865E-424E-BDAE-F6B87694C5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3" name="Picture 29">
            <a:extLst>
              <a:ext uri="{FF2B5EF4-FFF2-40B4-BE49-F238E27FC236}">
                <a16:creationId xmlns:a16="http://schemas.microsoft.com/office/drawing/2014/main" id="{9D0A0F73-0A09-3F0F-CDE1-E6689518F54F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371475" y="6169025"/>
            <a:ext cx="1299398" cy="320399"/>
          </a:xfrm>
          <a:prstGeom prst="rect">
            <a:avLst/>
          </a:prstGeom>
        </p:spPr>
      </p:pic>
      <p:sp>
        <p:nvSpPr>
          <p:cNvPr id="4" name="Footer Placeholder 10">
            <a:extLst>
              <a:ext uri="{FF2B5EF4-FFF2-40B4-BE49-F238E27FC236}">
                <a16:creationId xmlns:a16="http://schemas.microsoft.com/office/drawing/2014/main" id="{C119E01A-59F0-4099-F052-67A89ED9737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540625" y="6405563"/>
            <a:ext cx="3308349" cy="180974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r">
              <a:defRPr lang="en-GB" sz="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n-US"/>
              <a:t>Update header via slide master</a:t>
            </a:r>
          </a:p>
        </p:txBody>
      </p:sp>
      <p:sp>
        <p:nvSpPr>
          <p:cNvPr id="5" name="Slide Number Placeholder 11">
            <a:extLst>
              <a:ext uri="{FF2B5EF4-FFF2-40B4-BE49-F238E27FC236}">
                <a16:creationId xmlns:a16="http://schemas.microsoft.com/office/drawing/2014/main" id="{72BE2368-1F13-8D7E-6E2B-B28D36B305D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0950" y="6403974"/>
            <a:ext cx="409575" cy="193676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r">
              <a:defRPr lang="en-GB" sz="7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E609CB8F-9537-1E4B-B955-6CC1563861C9}" type="slidenum">
              <a:rPr lang="en-VN" smtClean="0"/>
              <a:pPr/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2304422482"/>
      </p:ext>
    </p:extLst>
  </p:cSld>
  <p:clrMapOvr>
    <a:masterClrMapping/>
  </p:clrMapOvr>
</p:sldLayout>
</file>

<file path=ppt/slideLayouts/slideLayout17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 hidden="1">
            <a:extLst>
              <a:ext uri="{FF2B5EF4-FFF2-40B4-BE49-F238E27FC236}">
                <a16:creationId xmlns:a16="http://schemas.microsoft.com/office/drawing/2014/main" id="{CF0E3E31-9EAD-4ECD-A589-4F158B739B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4" name="Picture 29">
            <a:extLst>
              <a:ext uri="{FF2B5EF4-FFF2-40B4-BE49-F238E27FC236}">
                <a16:creationId xmlns:a16="http://schemas.microsoft.com/office/drawing/2014/main" id="{DE5828A2-B47C-267D-D7C3-E051EF0B36FC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371475" y="6169025"/>
            <a:ext cx="1299398" cy="320399"/>
          </a:xfrm>
          <a:prstGeom prst="rect">
            <a:avLst/>
          </a:prstGeom>
        </p:spPr>
      </p:pic>
      <p:sp>
        <p:nvSpPr>
          <p:cNvPr id="2" name="Footer Placeholder 10">
            <a:extLst>
              <a:ext uri="{FF2B5EF4-FFF2-40B4-BE49-F238E27FC236}">
                <a16:creationId xmlns:a16="http://schemas.microsoft.com/office/drawing/2014/main" id="{50205D57-6928-9987-C871-B9328C48940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540625" y="6405563"/>
            <a:ext cx="3308349" cy="180974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r">
              <a:defRPr lang="en-GB" sz="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n-US"/>
              <a:t>Update header via slide master</a:t>
            </a:r>
          </a:p>
        </p:txBody>
      </p:sp>
      <p:sp>
        <p:nvSpPr>
          <p:cNvPr id="3" name="Slide Number Placeholder 11">
            <a:extLst>
              <a:ext uri="{FF2B5EF4-FFF2-40B4-BE49-F238E27FC236}">
                <a16:creationId xmlns:a16="http://schemas.microsoft.com/office/drawing/2014/main" id="{3C88172D-0ABE-1787-9452-9B32CEED594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0950" y="6403974"/>
            <a:ext cx="409575" cy="193676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r">
              <a:defRPr lang="en-GB" sz="7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E609CB8F-9537-1E4B-B955-6CC1563861C9}" type="slidenum">
              <a:rPr lang="en-VN" smtClean="0"/>
              <a:pPr/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898588618"/>
      </p:ext>
    </p:extLst>
  </p:cSld>
  <p:clrMapOvr>
    <a:masterClrMapping/>
  </p:clrMapOvr>
</p:sldLayout>
</file>

<file path=ppt/slideLayouts/slideLayout17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nd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57187" y="4308475"/>
            <a:ext cx="11463338" cy="1318735"/>
          </a:xfrm>
        </p:spPr>
        <p:txBody>
          <a:bodyPr/>
          <a:lstStyle>
            <a:lvl1pPr>
              <a:defRPr sz="4000" b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GB" noProof="0"/>
              <a:t>Click to add title</a:t>
            </a:r>
          </a:p>
        </p:txBody>
      </p:sp>
      <p:sp>
        <p:nvSpPr>
          <p:cNvPr id="6" name="Date Placeholder 5" hidden="1">
            <a:extLst>
              <a:ext uri="{FF2B5EF4-FFF2-40B4-BE49-F238E27FC236}">
                <a16:creationId xmlns:a16="http://schemas.microsoft.com/office/drawing/2014/main" id="{08F8CACC-6EC3-45E4-B2E4-A9916C3AA0BC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>
            <a:lvl1pPr>
              <a:defRPr>
                <a:noFill/>
              </a:defRPr>
            </a:lvl1pPr>
          </a:lstStyle>
          <a:p>
            <a:endParaRPr lang="en-GB"/>
          </a:p>
        </p:txBody>
      </p:sp>
      <p:pic>
        <p:nvPicPr>
          <p:cNvPr id="8" name="Picture 29">
            <a:extLst>
              <a:ext uri="{FF2B5EF4-FFF2-40B4-BE49-F238E27FC236}">
                <a16:creationId xmlns:a16="http://schemas.microsoft.com/office/drawing/2014/main" id="{B56D96C1-A121-5DD2-9108-A31580A838E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371475" y="6165850"/>
            <a:ext cx="1299398" cy="320400"/>
          </a:xfrm>
          <a:prstGeom prst="rect">
            <a:avLst/>
          </a:prstGeom>
        </p:spPr>
      </p:pic>
      <p:sp>
        <p:nvSpPr>
          <p:cNvPr id="3" name="Footer Placeholder 10">
            <a:extLst>
              <a:ext uri="{FF2B5EF4-FFF2-40B4-BE49-F238E27FC236}">
                <a16:creationId xmlns:a16="http://schemas.microsoft.com/office/drawing/2014/main" id="{C84267A4-A04E-A805-FB5C-AE31EA7B31B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540625" y="6405563"/>
            <a:ext cx="3308349" cy="180974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r">
              <a:defRPr lang="en-GB" sz="7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n-US"/>
              <a:t>Update header via slide master</a:t>
            </a:r>
          </a:p>
        </p:txBody>
      </p:sp>
      <p:sp>
        <p:nvSpPr>
          <p:cNvPr id="4" name="Slide Number Placeholder 11">
            <a:extLst>
              <a:ext uri="{FF2B5EF4-FFF2-40B4-BE49-F238E27FC236}">
                <a16:creationId xmlns:a16="http://schemas.microsoft.com/office/drawing/2014/main" id="{82D0E9FD-B17D-95B8-5788-D770E5F641F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0950" y="6403974"/>
            <a:ext cx="409575" cy="193676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r">
              <a:defRPr lang="en-GB" sz="700" kern="120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E609CB8F-9537-1E4B-B955-6CC1563861C9}" type="slidenum">
              <a:rPr lang="en-VN" smtClean="0"/>
              <a:pPr/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87582710"/>
      </p:ext>
    </p:extLst>
  </p:cSld>
  <p:clrMapOvr>
    <a:masterClrMapping/>
  </p:clrMapOvr>
</p:sldLayout>
</file>

<file path=ppt/slideLayouts/slideLayout1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User gu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ext Box 3"/>
          <p:cNvSpPr txBox="1">
            <a:spLocks noChangeArrowheads="1"/>
          </p:cNvSpPr>
          <p:nvPr userDrawn="1"/>
        </p:nvSpPr>
        <p:spPr bwMode="auto">
          <a:xfrm>
            <a:off x="4258097" y="1439372"/>
            <a:ext cx="2917403" cy="4867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144000" bIns="0" anchor="t" anchorCtr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Bef>
                <a:spcPts val="1200"/>
              </a:spcBef>
              <a:spcAft>
                <a:spcPts val="600"/>
              </a:spcAft>
              <a:defRPr/>
            </a:pPr>
            <a:r>
              <a:rPr lang="en-GB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A. Insert corporate picture</a:t>
            </a:r>
            <a:endParaRPr lang="en-GB" altLang="da-DK" sz="900" b="0" noProof="1">
              <a:solidFill>
                <a:schemeClr val="tx1"/>
              </a:solidFill>
              <a:latin typeface="+mn-lt"/>
              <a:cs typeface="Arial" panose="020B0604020202020204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GB" altLang="da-DK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1.</a:t>
            </a:r>
            <a:r>
              <a:rPr lang="en-GB" altLang="da-DK" sz="900" b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 Click the </a:t>
            </a:r>
            <a:r>
              <a:rPr lang="en-GB" altLang="da-DK" sz="900" b="1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Brand Central App</a:t>
            </a:r>
            <a:r>
              <a:rPr lang="en-GB" altLang="da-DK" sz="900" b="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 in your PC/Mac icon menu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GB" altLang="da-DK" sz="900" b="1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2. </a:t>
            </a:r>
            <a:r>
              <a:rPr lang="en-GB" altLang="da-DK" sz="900" b="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Chose brand, click </a:t>
            </a:r>
            <a:r>
              <a:rPr lang="en-GB" altLang="da-DK" sz="900" b="1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Images</a:t>
            </a:r>
            <a:r>
              <a:rPr lang="en-GB" altLang="da-DK" sz="900" b="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, </a:t>
            </a:r>
            <a:br>
              <a:rPr lang="en-GB" altLang="da-DK" sz="900" b="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</a:br>
            <a:r>
              <a:rPr lang="en-GB" altLang="da-DK" sz="900" b="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select an </a:t>
            </a:r>
            <a:r>
              <a:rPr lang="en-GB" altLang="da-DK" sz="900" b="1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Images </a:t>
            </a:r>
            <a:r>
              <a:rPr lang="en-GB" altLang="da-DK" sz="900" b="0" i="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and drag it into your slide</a:t>
            </a:r>
            <a:endParaRPr lang="en-GB" altLang="da-DK" sz="900" noProof="1">
              <a:solidFill>
                <a:schemeClr val="tx1"/>
              </a:solidFill>
              <a:latin typeface="+mn-lt"/>
              <a:cs typeface="Arial" panose="020B0604020202020204" pitchFamily="34" charset="0"/>
            </a:endParaRPr>
          </a:p>
          <a:p>
            <a:pPr eaLnBrk="1" hangingPunct="1">
              <a:spcBef>
                <a:spcPts val="1200"/>
              </a:spcBef>
              <a:spcAft>
                <a:spcPts val="600"/>
              </a:spcAft>
              <a:defRPr/>
            </a:pPr>
            <a:r>
              <a:rPr lang="en-GB" altLang="da-DK" sz="900" b="1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B. Browse for other pictures</a:t>
            </a:r>
          </a:p>
          <a:p>
            <a:pPr eaLnBrk="1" hangingPunct="1">
              <a:spcAft>
                <a:spcPts val="600"/>
              </a:spcAft>
              <a:defRPr/>
            </a:pPr>
            <a:r>
              <a:rPr lang="en-GB" altLang="da-DK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1. </a:t>
            </a:r>
            <a:r>
              <a:rPr lang="en-GB" altLang="da-DK" sz="900" b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Click</a:t>
            </a:r>
            <a:r>
              <a:rPr lang="en-GB" altLang="da-DK" sz="900" b="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 on </a:t>
            </a:r>
            <a:r>
              <a:rPr lang="en-GB" altLang="da-DK" sz="900" b="1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Image Tools </a:t>
            </a:r>
            <a:r>
              <a:rPr lang="en-GB" altLang="da-DK" sz="900" b="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under company tab </a:t>
            </a:r>
          </a:p>
          <a:p>
            <a:pPr eaLnBrk="1" hangingPunct="1">
              <a:spcAft>
                <a:spcPts val="600"/>
              </a:spcAft>
              <a:defRPr/>
            </a:pPr>
            <a:r>
              <a:rPr lang="en-GB" altLang="da-DK" sz="900" b="1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2. </a:t>
            </a:r>
            <a:r>
              <a:rPr lang="en-GB" altLang="da-DK" sz="900" b="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Click on </a:t>
            </a:r>
            <a:r>
              <a:rPr lang="en-GB" altLang="da-DK" sz="900" b="1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Insert</a:t>
            </a:r>
            <a:r>
              <a:rPr lang="en-GB" altLang="da-DK" sz="900" b="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 to browse for </a:t>
            </a:r>
            <a:br>
              <a:rPr lang="en-GB" altLang="da-DK" sz="900" b="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</a:br>
            <a:r>
              <a:rPr lang="en-GB" altLang="da-DK" sz="900" b="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a picture</a:t>
            </a:r>
            <a:endParaRPr lang="en-GB" altLang="da-DK" sz="900" noProof="1">
              <a:solidFill>
                <a:schemeClr val="tx1"/>
              </a:solidFill>
              <a:latin typeface="+mn-lt"/>
              <a:cs typeface="Arial" panose="020B0604020202020204" pitchFamily="34" charset="0"/>
            </a:endParaRPr>
          </a:p>
          <a:p>
            <a:pPr eaLnBrk="1" hangingPunct="1">
              <a:spcBef>
                <a:spcPts val="1200"/>
              </a:spcBef>
              <a:spcAft>
                <a:spcPts val="600"/>
              </a:spcAft>
              <a:defRPr/>
            </a:pPr>
            <a:r>
              <a:rPr lang="en-GB" sz="900" b="1">
                <a:solidFill>
                  <a:srgbClr val="000000"/>
                </a:solidFill>
                <a:latin typeface="+mn-lt"/>
                <a:ea typeface="Times New Roman" panose="02020603050405020304" pitchFamily="18" charset="0"/>
              </a:rPr>
              <a:t>C. </a:t>
            </a:r>
            <a:r>
              <a:rPr lang="en-GB" sz="900" b="1" noProof="0">
                <a:solidFill>
                  <a:srgbClr val="000000"/>
                </a:solidFill>
                <a:latin typeface="+mn-lt"/>
                <a:ea typeface="Times New Roman" panose="02020603050405020304" pitchFamily="18" charset="0"/>
              </a:rPr>
              <a:t>Insert copied picture</a:t>
            </a:r>
            <a:endParaRPr lang="en-GB" altLang="da-DK" sz="900" noProof="0">
              <a:solidFill>
                <a:schemeClr val="tx1"/>
              </a:solidFill>
              <a:latin typeface="+mn-lt"/>
              <a:cs typeface="Arial" panose="020B0604020202020204" pitchFamily="34" charset="0"/>
            </a:endParaRPr>
          </a:p>
          <a:p>
            <a:pPr eaLnBrk="1" hangingPunct="1">
              <a:spcAft>
                <a:spcPts val="600"/>
              </a:spcAft>
              <a:defRPr/>
            </a:pPr>
            <a:r>
              <a:rPr lang="en-GB" altLang="da-DK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1. </a:t>
            </a:r>
            <a:r>
              <a:rPr lang="en-GB" altLang="da-DK" sz="900" b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Click</a:t>
            </a:r>
            <a:r>
              <a:rPr lang="en-GB" altLang="da-DK" sz="900" b="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 on </a:t>
            </a:r>
            <a:r>
              <a:rPr lang="en-GB" altLang="da-DK" sz="900" b="1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Image Tools </a:t>
            </a:r>
            <a:r>
              <a:rPr lang="en-GB" altLang="da-DK" sz="900" b="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under company tab </a:t>
            </a:r>
          </a:p>
          <a:p>
            <a:pPr eaLnBrk="1" hangingPunct="1">
              <a:spcAft>
                <a:spcPts val="600"/>
              </a:spcAft>
              <a:defRPr/>
            </a:pPr>
            <a:r>
              <a:rPr lang="en-GB" altLang="da-DK" sz="900" b="1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2. </a:t>
            </a:r>
            <a:r>
              <a:rPr lang="en-GB" altLang="da-DK" sz="900" b="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Click on </a:t>
            </a:r>
            <a:r>
              <a:rPr lang="en-GB" altLang="da-DK" sz="900" b="1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paste</a:t>
            </a:r>
            <a:r>
              <a:rPr lang="en-GB" altLang="da-DK" sz="900" b="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 to browse for a picture</a:t>
            </a:r>
          </a:p>
          <a:p>
            <a:pPr eaLnBrk="1" hangingPunct="1">
              <a:spcBef>
                <a:spcPts val="1000"/>
              </a:spcBef>
              <a:spcAft>
                <a:spcPts val="600"/>
              </a:spcAft>
              <a:defRPr/>
            </a:pPr>
            <a:r>
              <a:rPr lang="en-GB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Guides</a:t>
            </a:r>
          </a:p>
          <a:p>
            <a:pPr eaLnBrk="1" hangingPunct="1">
              <a:spcAft>
                <a:spcPts val="600"/>
              </a:spcAft>
              <a:defRPr/>
            </a:pPr>
            <a:r>
              <a:rPr lang="en-GB" altLang="da-DK" sz="900" b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To view drawing guides</a:t>
            </a:r>
          </a:p>
          <a:p>
            <a:pPr eaLnBrk="1" hangingPunct="1">
              <a:spcAft>
                <a:spcPts val="600"/>
              </a:spcAft>
              <a:defRPr/>
            </a:pPr>
            <a:r>
              <a:rPr lang="en-GB" altLang="da-DK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1. </a:t>
            </a:r>
            <a:r>
              <a:rPr lang="en-GB" altLang="da-DK" sz="900" b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Click the </a:t>
            </a:r>
            <a:r>
              <a:rPr lang="en-GB" altLang="da-DK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View</a:t>
            </a:r>
            <a:r>
              <a:rPr lang="en-GB" altLang="da-DK" sz="900" b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 tab, set tick mark next to </a:t>
            </a:r>
            <a:r>
              <a:rPr lang="en-GB" altLang="da-DK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Guides</a:t>
            </a:r>
            <a:endParaRPr lang="en-GB" altLang="da-DK" sz="900" b="0" noProof="1">
              <a:solidFill>
                <a:schemeClr val="tx1"/>
              </a:solidFill>
              <a:latin typeface="+mn-lt"/>
              <a:cs typeface="Arial" panose="020B0604020202020204" pitchFamily="34" charset="0"/>
            </a:endParaRPr>
          </a:p>
          <a:p>
            <a:pPr eaLnBrk="1" hangingPunct="1">
              <a:spcAft>
                <a:spcPts val="600"/>
              </a:spcAft>
              <a:defRPr/>
            </a:pPr>
            <a:r>
              <a:rPr lang="en-GB" altLang="da-DK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Hint: Alt + F9 </a:t>
            </a:r>
            <a:r>
              <a:rPr lang="en-GB" altLang="da-DK" sz="900" b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for quick viewing of guides</a:t>
            </a:r>
          </a:p>
          <a:p>
            <a:pPr fontAlgn="auto">
              <a:spcBef>
                <a:spcPts val="1200"/>
              </a:spcBef>
              <a:spcAft>
                <a:spcPts val="600"/>
              </a:spcAft>
              <a:buFont typeface="+mj-lt"/>
              <a:buNone/>
              <a:defRPr/>
            </a:pPr>
            <a:r>
              <a:rPr lang="en-GB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Reset slide</a:t>
            </a: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+mj-lt"/>
              <a:buNone/>
              <a:tabLst/>
              <a:defRPr/>
            </a:pPr>
            <a:r>
              <a:rPr lang="en-GB" altLang="da-DK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1.</a:t>
            </a:r>
            <a:r>
              <a:rPr lang="en-GB" altLang="da-DK" sz="90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 Click the </a:t>
            </a:r>
            <a:r>
              <a:rPr lang="en-GB" altLang="da-DK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Home </a:t>
            </a:r>
            <a:r>
              <a:rPr lang="en-GB" altLang="da-DK" sz="900" b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tab</a:t>
            </a:r>
            <a:endParaRPr lang="en-GB" altLang="da-DK" sz="900" b="0" strike="sngStrike" noProof="1">
              <a:solidFill>
                <a:schemeClr val="tx1"/>
              </a:solidFill>
              <a:latin typeface="+mn-lt"/>
              <a:cs typeface="Arial" panose="020B0604020202020204" pitchFamily="34" charset="0"/>
            </a:endParaRP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+mj-lt"/>
              <a:buNone/>
              <a:tabLst/>
              <a:defRPr/>
            </a:pPr>
            <a:r>
              <a:rPr lang="en-GB" altLang="da-DK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2.</a:t>
            </a:r>
            <a:r>
              <a:rPr lang="en-GB" altLang="da-DK" sz="90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 Click the </a:t>
            </a:r>
            <a:r>
              <a:rPr lang="en-GB" altLang="da-DK" sz="900" b="1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Reset </a:t>
            </a:r>
            <a:r>
              <a:rPr lang="en-GB" altLang="da-DK" sz="90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menu to reset position,</a:t>
            </a:r>
            <a:br>
              <a:rPr lang="en-GB" altLang="da-DK" sz="90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</a:br>
            <a:r>
              <a:rPr lang="en-GB" altLang="da-DK" sz="90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size</a:t>
            </a:r>
            <a:r>
              <a:rPr lang="en-GB" altLang="da-DK" sz="90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 and formatting of the slide placeholders</a:t>
            </a:r>
            <a:br>
              <a:rPr lang="en-GB" altLang="da-DK" sz="90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</a:br>
            <a:r>
              <a:rPr lang="en-GB" altLang="da-DK" sz="90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to their default settings</a:t>
            </a:r>
            <a:endParaRPr lang="en-GB" sz="900" noProof="1">
              <a:solidFill>
                <a:schemeClr val="tx1"/>
              </a:solidFill>
              <a:latin typeface="+mn-lt"/>
              <a:cs typeface="Arial" panose="020B0604020202020204" pitchFamily="34" charset="0"/>
            </a:endParaRPr>
          </a:p>
          <a:p>
            <a:pPr eaLnBrk="1" hangingPunct="1">
              <a:spcAft>
                <a:spcPts val="600"/>
              </a:spcAft>
              <a:defRPr/>
            </a:pPr>
            <a:endParaRPr lang="en-GB" altLang="da-DK" sz="900" b="1" noProof="1">
              <a:solidFill>
                <a:schemeClr val="tx1"/>
              </a:solidFill>
              <a:latin typeface="+mn-lt"/>
              <a:cs typeface="Arial" panose="020B0604020202020204" pitchFamily="34" charset="0"/>
            </a:endParaRPr>
          </a:p>
        </p:txBody>
      </p:sp>
      <p:sp>
        <p:nvSpPr>
          <p:cNvPr id="9" name="Header"/>
          <p:cNvSpPr txBox="1"/>
          <p:nvPr userDrawn="1"/>
        </p:nvSpPr>
        <p:spPr>
          <a:xfrm>
            <a:off x="371475" y="368300"/>
            <a:ext cx="11072810" cy="629149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r>
              <a:rPr kumimoji="0" lang="en-GB" sz="3200" b="0" i="0" u="none" strike="noStrike" kern="1200" cap="none" spc="0" normalizeH="0" baseline="0" noProof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+mj-lt"/>
                <a:ea typeface="+mj-ea"/>
                <a:cs typeface="Arial" panose="020B0604020202020204" pitchFamily="34" charset="0"/>
              </a:rPr>
              <a:t>User guide – delete before use</a:t>
            </a:r>
            <a:endParaRPr lang="en-GB" sz="1800" noProof="0">
              <a:solidFill>
                <a:schemeClr val="accent1"/>
              </a:solidFill>
              <a:latin typeface="+mj-lt"/>
            </a:endParaRPr>
          </a:p>
        </p:txBody>
      </p:sp>
      <p:sp>
        <p:nvSpPr>
          <p:cNvPr id="29" name="Text Box 2"/>
          <p:cNvSpPr txBox="1">
            <a:spLocks noChangeArrowheads="1"/>
          </p:cNvSpPr>
          <p:nvPr userDrawn="1"/>
        </p:nvSpPr>
        <p:spPr bwMode="auto">
          <a:xfrm>
            <a:off x="371475" y="1439372"/>
            <a:ext cx="2412000" cy="42780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144000" bIns="0" anchor="t" anchorCtr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Aft>
                <a:spcPts val="600"/>
              </a:spcAft>
              <a:defRPr/>
            </a:pPr>
            <a:r>
              <a:rPr lang="en-GB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Use text</a:t>
            </a:r>
            <a:r>
              <a:rPr lang="en-GB" sz="900" b="1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 styles</a:t>
            </a:r>
            <a:endParaRPr lang="en-GB" sz="900" b="1" noProof="1">
              <a:solidFill>
                <a:schemeClr val="tx1"/>
              </a:solidFill>
              <a:latin typeface="+mn-lt"/>
              <a:cs typeface="Arial" panose="020B0604020202020204" pitchFamily="34" charset="0"/>
            </a:endParaRPr>
          </a:p>
          <a:p>
            <a:pPr eaLnBrk="1" hangingPunct="1">
              <a:spcAft>
                <a:spcPts val="600"/>
              </a:spcAft>
              <a:defRPr/>
            </a:pPr>
            <a:r>
              <a:rPr lang="en-GB" altLang="da-DK" sz="900" b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Use the </a:t>
            </a:r>
            <a:r>
              <a:rPr lang="en-GB" altLang="da-DK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TAB</a:t>
            </a:r>
            <a:r>
              <a:rPr lang="en-GB" altLang="da-DK" sz="900" b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-key</a:t>
            </a:r>
            <a:r>
              <a:rPr lang="en-GB" altLang="da-DK" sz="900" b="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 to jump through levels. Click </a:t>
            </a:r>
            <a:r>
              <a:rPr lang="en-GB" altLang="da-DK" sz="900" b="1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ENTER</a:t>
            </a:r>
            <a:r>
              <a:rPr lang="en-GB" altLang="da-DK" sz="900" b="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, then </a:t>
            </a:r>
            <a:r>
              <a:rPr lang="en-GB" altLang="da-DK" sz="900" b="1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TAB</a:t>
            </a:r>
            <a:r>
              <a:rPr lang="en-GB" altLang="da-DK" sz="900" b="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 to switch from one level to the next level</a:t>
            </a:r>
          </a:p>
          <a:p>
            <a:pPr eaLnBrk="1" hangingPunct="1">
              <a:spcAft>
                <a:spcPts val="600"/>
              </a:spcAft>
              <a:defRPr/>
            </a:pPr>
            <a:r>
              <a:rPr lang="en-GB" altLang="da-DK" sz="900" b="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To go back in levels use </a:t>
            </a:r>
            <a:r>
              <a:rPr lang="en-GB" altLang="da-DK" sz="900" b="1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SHIFT-TAB</a:t>
            </a:r>
            <a:endParaRPr lang="en-GB" sz="900" b="1" noProof="1">
              <a:solidFill>
                <a:schemeClr val="tx1"/>
              </a:solidFill>
              <a:latin typeface="+mn-lt"/>
              <a:cs typeface="Arial" panose="020B0604020202020204" pitchFamily="34" charset="0"/>
            </a:endParaRPr>
          </a:p>
          <a:p>
            <a:pPr eaLnBrk="1" hangingPunct="1">
              <a:spcAft>
                <a:spcPts val="600"/>
              </a:spcAft>
              <a:defRPr/>
            </a:pPr>
            <a:r>
              <a:rPr lang="en-GB" sz="90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Alternatively, </a:t>
            </a:r>
            <a:r>
              <a:rPr lang="en-GB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Increase</a:t>
            </a:r>
            <a:r>
              <a:rPr lang="en-GB" sz="90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 and </a:t>
            </a:r>
            <a:r>
              <a:rPr lang="en-GB" sz="900" b="1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Decrease</a:t>
            </a:r>
            <a:br>
              <a:rPr lang="en-GB" sz="900" b="1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</a:br>
            <a:r>
              <a:rPr lang="en-GB" sz="900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list level can be used</a:t>
            </a:r>
          </a:p>
          <a:p>
            <a:pPr eaLnBrk="1" hangingPunct="1">
              <a:spcAft>
                <a:spcPts val="600"/>
              </a:spcAft>
              <a:defRPr/>
            </a:pPr>
            <a:endParaRPr lang="en-GB" sz="900" baseline="0" noProof="1">
              <a:solidFill>
                <a:schemeClr val="tx1"/>
              </a:solidFill>
              <a:latin typeface="+mn-lt"/>
              <a:cs typeface="Arial" panose="020B0604020202020204" pitchFamily="34" charset="0"/>
            </a:endParaRPr>
          </a:p>
          <a:p>
            <a:pPr eaLnBrk="1" hangingPunct="1">
              <a:spcAft>
                <a:spcPts val="600"/>
              </a:spcAft>
              <a:defRPr/>
            </a:pPr>
            <a:r>
              <a:rPr lang="en-GB" altLang="da-DK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Hint: </a:t>
            </a:r>
            <a:r>
              <a:rPr lang="en-GB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Use bullet button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GB" altLang="da-DK" sz="900" b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Delete bullet for regular text.</a:t>
            </a:r>
            <a:br>
              <a:rPr lang="en-GB" altLang="da-DK" sz="900" b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</a:br>
            <a:r>
              <a:rPr lang="en-GB" altLang="da-DK" sz="900" b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Click on the bullet button to reaply the correct bullet again.</a:t>
            </a:r>
          </a:p>
          <a:p>
            <a:pPr eaLnBrk="1" hangingPunct="1">
              <a:spcBef>
                <a:spcPts val="1200"/>
              </a:spcBef>
              <a:spcAft>
                <a:spcPts val="600"/>
              </a:spcAft>
              <a:defRPr/>
            </a:pPr>
            <a:r>
              <a:rPr lang="en-GB" sz="900" b="1" noProof="0">
                <a:solidFill>
                  <a:srgbClr val="000000"/>
                </a:solidFill>
                <a:latin typeface="+mn-lt"/>
                <a:ea typeface="Times New Roman" panose="02020603050405020304" pitchFamily="18" charset="0"/>
              </a:rPr>
              <a:t>Insert</a:t>
            </a:r>
            <a:r>
              <a:rPr lang="en-GB" sz="900" b="1">
                <a:solidFill>
                  <a:srgbClr val="000000"/>
                </a:solidFill>
                <a:latin typeface="+mn-lt"/>
                <a:ea typeface="Times New Roman" panose="02020603050405020304" pitchFamily="18" charset="0"/>
              </a:rPr>
              <a:t> a New Slide</a:t>
            </a:r>
            <a:endParaRPr lang="en-GB" sz="900" b="1" noProof="1">
              <a:solidFill>
                <a:schemeClr val="tx1"/>
              </a:solidFill>
              <a:latin typeface="+mn-lt"/>
              <a:cs typeface="Arial" panose="020B0604020202020204" pitchFamily="34" charset="0"/>
            </a:endParaRPr>
          </a:p>
          <a:p>
            <a:pPr eaLnBrk="1" hangingPunct="1">
              <a:spcAft>
                <a:spcPts val="600"/>
              </a:spcAft>
              <a:defRPr/>
            </a:pPr>
            <a:r>
              <a:rPr lang="en-GB" altLang="da-DK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1. </a:t>
            </a:r>
            <a:r>
              <a:rPr lang="en-GB" altLang="da-DK" sz="90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Click on the </a:t>
            </a:r>
            <a:r>
              <a:rPr lang="en-GB" altLang="da-DK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Home </a:t>
            </a:r>
            <a:r>
              <a:rPr lang="en-GB" altLang="da-DK" sz="900" b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tab</a:t>
            </a:r>
            <a:endParaRPr lang="en-GB" altLang="da-DK" sz="900" b="0" strike="sngStrike" noProof="1">
              <a:solidFill>
                <a:schemeClr val="tx1"/>
              </a:solidFill>
              <a:latin typeface="+mn-lt"/>
              <a:cs typeface="Arial" panose="020B0604020202020204" pitchFamily="34" charset="0"/>
            </a:endParaRPr>
          </a:p>
          <a:p>
            <a:pPr eaLnBrk="1" hangingPunct="1">
              <a:spcAft>
                <a:spcPts val="600"/>
              </a:spcAft>
              <a:defRPr/>
            </a:pPr>
            <a:r>
              <a:rPr lang="en-GB" altLang="da-DK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2. </a:t>
            </a:r>
            <a:r>
              <a:rPr lang="en-GB" altLang="da-DK" sz="90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Click on the </a:t>
            </a:r>
            <a:r>
              <a:rPr lang="en-GB" altLang="da-DK" sz="900" b="1" baseline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New Slide </a:t>
            </a:r>
            <a:r>
              <a:rPr lang="en-GB" altLang="da-DK" sz="90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to insert </a:t>
            </a:r>
            <a:br>
              <a:rPr lang="en-GB" altLang="da-DK" sz="90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</a:br>
            <a:r>
              <a:rPr lang="en-GB" altLang="da-DK" sz="90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new slide</a:t>
            </a:r>
          </a:p>
          <a:p>
            <a:pPr eaLnBrk="1" hangingPunct="1">
              <a:spcBef>
                <a:spcPts val="1200"/>
              </a:spcBef>
              <a:spcAft>
                <a:spcPts val="600"/>
              </a:spcAft>
              <a:defRPr/>
            </a:pPr>
            <a:r>
              <a:rPr lang="en-GB" sz="900" b="1">
                <a:solidFill>
                  <a:srgbClr val="000000"/>
                </a:solidFill>
                <a:latin typeface="+mn-lt"/>
                <a:ea typeface="Times New Roman" panose="02020603050405020304" pitchFamily="18" charset="0"/>
              </a:rPr>
              <a:t>Change Slide Layout</a:t>
            </a:r>
            <a:endParaRPr lang="en-GB" altLang="da-DK" sz="900" noProof="1">
              <a:solidFill>
                <a:schemeClr val="tx1"/>
              </a:solidFill>
              <a:latin typeface="+mn-lt"/>
              <a:cs typeface="Arial" panose="020B0604020202020204" pitchFamily="34" charset="0"/>
            </a:endParaRPr>
          </a:p>
          <a:p>
            <a:pPr marL="0" indent="0">
              <a:spcAft>
                <a:spcPts val="600"/>
              </a:spcAft>
              <a:buFont typeface="+mj-lt"/>
              <a:buNone/>
            </a:pPr>
            <a:r>
              <a:rPr lang="en-GB" sz="900" b="1">
                <a:solidFill>
                  <a:srgbClr val="000000"/>
                </a:solidFill>
                <a:latin typeface="+mn-lt"/>
                <a:ea typeface="Times New Roman" panose="02020603050405020304" pitchFamily="18" charset="0"/>
              </a:rPr>
              <a:t>1</a:t>
            </a:r>
            <a:r>
              <a:rPr lang="en-GB" sz="900" b="1" noProof="0">
                <a:solidFill>
                  <a:srgbClr val="000000"/>
                </a:solidFill>
                <a:latin typeface="+mn-lt"/>
                <a:ea typeface="Times New Roman" panose="02020603050405020304" pitchFamily="18" charset="0"/>
              </a:rPr>
              <a:t>. </a:t>
            </a:r>
            <a:r>
              <a:rPr lang="en-GB" sz="900" noProof="0">
                <a:solidFill>
                  <a:srgbClr val="000000"/>
                </a:solidFill>
                <a:latin typeface="+mn-lt"/>
                <a:ea typeface="Times New Roman" panose="02020603050405020304" pitchFamily="18" charset="0"/>
              </a:rPr>
              <a:t>Click on the arrow next to </a:t>
            </a:r>
            <a:r>
              <a:rPr lang="en-GB" sz="900" b="1" noProof="0">
                <a:solidFill>
                  <a:srgbClr val="000000"/>
                </a:solidFill>
                <a:latin typeface="+mn-lt"/>
                <a:ea typeface="Times New Roman" panose="02020603050405020304" pitchFamily="18" charset="0"/>
              </a:rPr>
              <a:t>Layout</a:t>
            </a:r>
            <a:br>
              <a:rPr lang="en-GB" sz="900" b="1" noProof="0">
                <a:solidFill>
                  <a:srgbClr val="000000"/>
                </a:solidFill>
                <a:latin typeface="+mn-lt"/>
                <a:ea typeface="Times New Roman" panose="02020603050405020304" pitchFamily="18" charset="0"/>
              </a:rPr>
            </a:br>
            <a:r>
              <a:rPr lang="en-GB" sz="900" noProof="0">
                <a:solidFill>
                  <a:srgbClr val="000000"/>
                </a:solidFill>
                <a:latin typeface="+mn-lt"/>
                <a:ea typeface="Times New Roman" panose="02020603050405020304" pitchFamily="18" charset="0"/>
              </a:rPr>
              <a:t>to view a dropdown menu of possible  layouts</a:t>
            </a:r>
            <a:endParaRPr lang="en-GB" sz="900" noProof="0">
              <a:latin typeface="+mn-lt"/>
              <a:ea typeface="Times New Roman" panose="02020603050405020304" pitchFamily="18" charset="0"/>
            </a:endParaRPr>
          </a:p>
          <a:p>
            <a:pPr marL="0" indent="0">
              <a:spcAft>
                <a:spcPts val="0"/>
              </a:spcAft>
              <a:buFont typeface="+mj-lt"/>
              <a:buNone/>
            </a:pPr>
            <a:r>
              <a:rPr lang="en-GB" sz="900" b="1" noProof="0">
                <a:solidFill>
                  <a:srgbClr val="000000"/>
                </a:solidFill>
                <a:latin typeface="+mn-lt"/>
                <a:ea typeface="Times New Roman" panose="02020603050405020304" pitchFamily="18" charset="0"/>
              </a:rPr>
              <a:t>2. </a:t>
            </a:r>
            <a:r>
              <a:rPr lang="en-GB" sz="900" noProof="0">
                <a:solidFill>
                  <a:srgbClr val="000000"/>
                </a:solidFill>
                <a:latin typeface="+mn-lt"/>
                <a:ea typeface="Times New Roman" panose="02020603050405020304" pitchFamily="18" charset="0"/>
              </a:rPr>
              <a:t>Click on the layout you prefer and it</a:t>
            </a:r>
            <a:br>
              <a:rPr lang="en-GB" sz="900" noProof="0">
                <a:solidFill>
                  <a:srgbClr val="000000"/>
                </a:solidFill>
                <a:latin typeface="+mn-lt"/>
                <a:ea typeface="Times New Roman" panose="02020603050405020304" pitchFamily="18" charset="0"/>
              </a:rPr>
            </a:br>
            <a:r>
              <a:rPr lang="en-GB" sz="900" noProof="0">
                <a:solidFill>
                  <a:srgbClr val="000000"/>
                </a:solidFill>
                <a:latin typeface="+mn-lt"/>
                <a:ea typeface="Times New Roman" panose="02020603050405020304" pitchFamily="18" charset="0"/>
              </a:rPr>
              <a:t>will be applied to the new slide</a:t>
            </a:r>
          </a:p>
        </p:txBody>
      </p:sp>
      <p:sp>
        <p:nvSpPr>
          <p:cNvPr id="25" name="Text Box 4"/>
          <p:cNvSpPr txBox="1">
            <a:spLocks noChangeArrowheads="1"/>
          </p:cNvSpPr>
          <p:nvPr userDrawn="1"/>
        </p:nvSpPr>
        <p:spPr bwMode="auto">
          <a:xfrm>
            <a:off x="9124439" y="1439372"/>
            <a:ext cx="2412000" cy="43755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144000" bIns="0" anchor="t" anchorCtr="0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spcAft>
                <a:spcPts val="600"/>
              </a:spcAft>
              <a:defRPr/>
            </a:pPr>
            <a:r>
              <a:rPr lang="en-GB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Insert picture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Tx/>
              <a:buNone/>
              <a:tabLst/>
              <a:defRPr/>
            </a:pPr>
            <a:r>
              <a:rPr lang="en-GB" altLang="da-DK" sz="900" b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On slides with picture placeholder or any other placeholder, click on the placeholder.</a:t>
            </a:r>
            <a:br>
              <a:rPr lang="en-GB" altLang="da-DK" sz="900" b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</a:br>
            <a:r>
              <a:rPr lang="en-GB" altLang="da-DK" sz="900" b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Hint: hold down the Shift button and click on the placeholder</a:t>
            </a:r>
            <a:endParaRPr lang="en-GB" altLang="da-DK" sz="900" noProof="1">
              <a:solidFill>
                <a:schemeClr val="tx1"/>
              </a:solidFill>
              <a:latin typeface="+mn-lt"/>
              <a:cs typeface="Arial" panose="020B0604020202020204" pitchFamily="34" charset="0"/>
            </a:endParaRPr>
          </a:p>
          <a:p>
            <a:pPr eaLnBrk="1" hangingPunct="1">
              <a:spcBef>
                <a:spcPts val="1200"/>
              </a:spcBef>
              <a:spcAft>
                <a:spcPts val="600"/>
              </a:spcAft>
              <a:defRPr/>
            </a:pPr>
            <a:r>
              <a:rPr lang="en-GB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Change picture</a:t>
            </a:r>
          </a:p>
          <a:p>
            <a:pPr eaLnBrk="1" hangingPunct="1">
              <a:spcAft>
                <a:spcPts val="600"/>
              </a:spcAft>
              <a:defRPr/>
            </a:pPr>
            <a:r>
              <a:rPr lang="en-GB" altLang="da-DK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1. </a:t>
            </a:r>
            <a:r>
              <a:rPr lang="en-GB" altLang="da-DK" sz="900" b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Click </a:t>
            </a:r>
            <a:r>
              <a:rPr lang="en-GB" altLang="da-DK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Crop</a:t>
            </a:r>
            <a:r>
              <a:rPr lang="en-GB" altLang="da-DK" sz="900" b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 to change size or focus of the picture</a:t>
            </a:r>
          </a:p>
          <a:p>
            <a:pPr eaLnBrk="1" hangingPunct="1">
              <a:spcAft>
                <a:spcPts val="600"/>
              </a:spcAft>
              <a:defRPr/>
            </a:pPr>
            <a:r>
              <a:rPr lang="en-GB" altLang="da-DK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2. </a:t>
            </a:r>
            <a:r>
              <a:rPr lang="en-GB" altLang="da-DK" sz="900" b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If you want to scale the picture, hold </a:t>
            </a:r>
            <a:r>
              <a:rPr lang="en-GB" altLang="da-DK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SHIFT</a:t>
            </a:r>
            <a:r>
              <a:rPr lang="en-GB" altLang="da-DK" sz="900" b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-key down while dragging the corners of the picture</a:t>
            </a:r>
          </a:p>
          <a:p>
            <a:pPr eaLnBrk="1" hangingPunct="1">
              <a:spcAft>
                <a:spcPts val="600"/>
              </a:spcAft>
              <a:defRPr/>
            </a:pPr>
            <a:r>
              <a:rPr lang="en-GB" altLang="da-DK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Hint: </a:t>
            </a:r>
            <a:r>
              <a:rPr lang="en-GB" altLang="da-DK" sz="900" b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If you delete the picture and insert a new one, the picture may lie in front of the text or graphic.</a:t>
            </a:r>
            <a:br>
              <a:rPr lang="en-GB" altLang="da-DK" sz="900" b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</a:br>
            <a:r>
              <a:rPr lang="en-GB" altLang="da-DK" sz="900" b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If this happens, select the picture, right-click and choose </a:t>
            </a:r>
            <a:r>
              <a:rPr lang="en-GB" altLang="da-DK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Send to Back</a:t>
            </a:r>
            <a:endParaRPr lang="en-GB" sz="900" b="1" noProof="1">
              <a:solidFill>
                <a:schemeClr val="tx1"/>
              </a:solidFill>
              <a:latin typeface="+mn-lt"/>
              <a:cs typeface="Arial" panose="020B0604020202020204" pitchFamily="34" charset="0"/>
            </a:endParaRPr>
          </a:p>
          <a:p>
            <a:pPr eaLnBrk="1" hangingPunct="1">
              <a:spcBef>
                <a:spcPts val="1000"/>
              </a:spcBef>
              <a:spcAft>
                <a:spcPts val="600"/>
              </a:spcAft>
              <a:defRPr/>
            </a:pPr>
            <a:r>
              <a:rPr lang="en-GB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Change slide number, date and footer</a:t>
            </a:r>
          </a:p>
          <a:p>
            <a:pPr eaLnBrk="1" hangingPunct="1">
              <a:spcAft>
                <a:spcPts val="600"/>
              </a:spcAft>
              <a:defRPr/>
            </a:pPr>
            <a:r>
              <a:rPr lang="en-GB" altLang="da-DK" sz="900" b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Do this at the very end, so you get all the corrections on all slides</a:t>
            </a:r>
          </a:p>
          <a:p>
            <a:pPr eaLnBrk="1" hangingPunct="1">
              <a:spcAft>
                <a:spcPts val="600"/>
              </a:spcAft>
              <a:defRPr/>
            </a:pPr>
            <a:r>
              <a:rPr lang="en-GB" altLang="da-DK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1. </a:t>
            </a:r>
            <a:r>
              <a:rPr lang="en-GB" altLang="da-DK" sz="900" b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Click the </a:t>
            </a:r>
            <a:r>
              <a:rPr lang="en-GB" altLang="da-DK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Insert </a:t>
            </a:r>
            <a:r>
              <a:rPr lang="en-GB" altLang="da-DK" sz="900" b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tab</a:t>
            </a:r>
          </a:p>
          <a:p>
            <a:pPr eaLnBrk="1" hangingPunct="1">
              <a:spcAft>
                <a:spcPts val="600"/>
              </a:spcAft>
              <a:defRPr/>
            </a:pPr>
            <a:r>
              <a:rPr lang="en-GB" altLang="da-DK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2. </a:t>
            </a:r>
            <a:r>
              <a:rPr lang="en-GB" altLang="da-DK" sz="900" b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Click on </a:t>
            </a:r>
            <a:r>
              <a:rPr lang="en-GB" altLang="da-DK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Header and Footer </a:t>
            </a:r>
            <a:br>
              <a:rPr lang="en-GB" altLang="da-DK" sz="900" b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</a:br>
            <a:r>
              <a:rPr lang="en-GB" altLang="da-DK" sz="900" b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(write the desired text)</a:t>
            </a:r>
          </a:p>
          <a:p>
            <a:pPr eaLnBrk="1" hangingPunct="1">
              <a:spcAft>
                <a:spcPts val="600"/>
              </a:spcAft>
              <a:defRPr/>
            </a:pPr>
            <a:r>
              <a:rPr lang="en-GB" altLang="da-DK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3. </a:t>
            </a:r>
            <a:r>
              <a:rPr lang="en-GB" altLang="da-DK" sz="900" b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Click </a:t>
            </a:r>
            <a:r>
              <a:rPr lang="en-GB" altLang="da-DK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Apply to All </a:t>
            </a:r>
            <a:r>
              <a:rPr lang="en-GB" altLang="da-DK" sz="900" b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or </a:t>
            </a:r>
            <a:r>
              <a:rPr lang="en-GB" altLang="da-DK" sz="900" b="1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Apply</a:t>
            </a:r>
            <a:r>
              <a:rPr lang="en-GB" altLang="da-DK" sz="900" b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 if </a:t>
            </a:r>
            <a:br>
              <a:rPr lang="en-GB" altLang="da-DK" sz="900" b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</a:br>
            <a:r>
              <a:rPr lang="en-GB" altLang="da-DK" sz="900" b="0" noProof="1">
                <a:solidFill>
                  <a:schemeClr val="tx1"/>
                </a:solidFill>
                <a:latin typeface="+mn-lt"/>
                <a:cs typeface="Arial" panose="020B0604020202020204" pitchFamily="34" charset="0"/>
              </a:rPr>
              <a:t>only used on one slide</a:t>
            </a:r>
          </a:p>
        </p:txBody>
      </p:sp>
      <p:pic>
        <p:nvPicPr>
          <p:cNvPr id="28" name="1 Increase decrease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621627" y="2308484"/>
            <a:ext cx="549328" cy="285228"/>
          </a:xfrm>
          <a:prstGeom prst="rect">
            <a:avLst/>
          </a:prstGeom>
        </p:spPr>
      </p:pic>
      <p:pic>
        <p:nvPicPr>
          <p:cNvPr id="13" name="2 New picture"/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621627" y="4038223"/>
            <a:ext cx="324764" cy="578237"/>
          </a:xfrm>
          <a:prstGeom prst="rect">
            <a:avLst/>
          </a:prstGeom>
        </p:spPr>
      </p:pic>
      <p:pic>
        <p:nvPicPr>
          <p:cNvPr id="16" name="3 Layout"/>
          <p:cNvPicPr>
            <a:picLocks noChangeAspect="1"/>
          </p:cNvPicPr>
          <p:nvPr userDrawn="1"/>
        </p:nvPicPr>
        <p:blipFill rotWithShape="1">
          <a:blip r:embed="rId4"/>
          <a:srcRect l="36944" r="2272" b="69429"/>
          <a:stretch/>
        </p:blipFill>
        <p:spPr>
          <a:xfrm>
            <a:off x="2621627" y="4861989"/>
            <a:ext cx="593368" cy="192211"/>
          </a:xfrm>
          <a:prstGeom prst="rect">
            <a:avLst/>
          </a:prstGeom>
        </p:spPr>
      </p:pic>
      <p:pic>
        <p:nvPicPr>
          <p:cNvPr id="19" name="4 Reset"/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7049179" y="5282559"/>
            <a:ext cx="492452" cy="200416"/>
          </a:xfrm>
          <a:prstGeom prst="rect">
            <a:avLst/>
          </a:prstGeom>
        </p:spPr>
      </p:pic>
      <p:grpSp>
        <p:nvGrpSpPr>
          <p:cNvPr id="24" name="Gruppe 23">
            <a:extLst>
              <a:ext uri="{FF2B5EF4-FFF2-40B4-BE49-F238E27FC236}">
                <a16:creationId xmlns:a16="http://schemas.microsoft.com/office/drawing/2014/main" id="{48EAA219-FFE7-4387-A385-4D3D0AF728CE}"/>
              </a:ext>
            </a:extLst>
          </p:cNvPr>
          <p:cNvGrpSpPr/>
          <p:nvPr userDrawn="1"/>
        </p:nvGrpSpPr>
        <p:grpSpPr>
          <a:xfrm>
            <a:off x="6961051" y="2583743"/>
            <a:ext cx="740398" cy="734626"/>
            <a:chOff x="6398620" y="3815586"/>
            <a:chExt cx="740398" cy="734626"/>
          </a:xfrm>
        </p:grpSpPr>
        <p:pic>
          <p:nvPicPr>
            <p:cNvPr id="30" name="6 Crop">
              <a:extLst>
                <a:ext uri="{FF2B5EF4-FFF2-40B4-BE49-F238E27FC236}">
                  <a16:creationId xmlns:a16="http://schemas.microsoft.com/office/drawing/2014/main" id="{EC854AD3-9DFC-4A83-BDF0-A7E2B01F9B0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6"/>
            <a:stretch>
              <a:fillRect/>
            </a:stretch>
          </p:blipFill>
          <p:spPr>
            <a:xfrm>
              <a:off x="6398620" y="3815586"/>
              <a:ext cx="337400" cy="321707"/>
            </a:xfrm>
            <a:prstGeom prst="rect">
              <a:avLst/>
            </a:prstGeom>
          </p:spPr>
        </p:pic>
        <p:pic>
          <p:nvPicPr>
            <p:cNvPr id="31" name="Billede 30">
              <a:extLst>
                <a:ext uri="{FF2B5EF4-FFF2-40B4-BE49-F238E27FC236}">
                  <a16:creationId xmlns:a16="http://schemas.microsoft.com/office/drawing/2014/main" id="{E2414F06-53F0-4323-A4A9-91728B89EE83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7"/>
            <a:srcRect l="1304" t="11451" r="30180" b="46035"/>
            <a:stretch/>
          </p:blipFill>
          <p:spPr>
            <a:xfrm>
              <a:off x="6442770" y="4118189"/>
              <a:ext cx="696248" cy="432023"/>
            </a:xfrm>
            <a:prstGeom prst="rect">
              <a:avLst/>
            </a:prstGeom>
            <a:ln w="3175">
              <a:solidFill>
                <a:schemeClr val="bg1">
                  <a:lumMod val="95000"/>
                </a:schemeClr>
              </a:solidFill>
            </a:ln>
          </p:spPr>
        </p:pic>
      </p:grpSp>
      <p:grpSp>
        <p:nvGrpSpPr>
          <p:cNvPr id="32" name="Gruppe 31">
            <a:extLst>
              <a:ext uri="{FF2B5EF4-FFF2-40B4-BE49-F238E27FC236}">
                <a16:creationId xmlns:a16="http://schemas.microsoft.com/office/drawing/2014/main" id="{78224CA6-7D55-40AF-AF08-7CC6E7C4B3C8}"/>
              </a:ext>
            </a:extLst>
          </p:cNvPr>
          <p:cNvGrpSpPr/>
          <p:nvPr userDrawn="1"/>
        </p:nvGrpSpPr>
        <p:grpSpPr>
          <a:xfrm>
            <a:off x="7005789" y="3558164"/>
            <a:ext cx="740397" cy="929593"/>
            <a:chOff x="6391652" y="4854581"/>
            <a:chExt cx="740397" cy="929593"/>
          </a:xfrm>
        </p:grpSpPr>
        <p:pic>
          <p:nvPicPr>
            <p:cNvPr id="33" name="6 Crop">
              <a:extLst>
                <a:ext uri="{FF2B5EF4-FFF2-40B4-BE49-F238E27FC236}">
                  <a16:creationId xmlns:a16="http://schemas.microsoft.com/office/drawing/2014/main" id="{B89DF8E6-B7F7-4857-A1D8-15B39D7AF804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6"/>
            <a:stretch>
              <a:fillRect/>
            </a:stretch>
          </p:blipFill>
          <p:spPr>
            <a:xfrm>
              <a:off x="6391652" y="4854581"/>
              <a:ext cx="337400" cy="321707"/>
            </a:xfrm>
            <a:prstGeom prst="rect">
              <a:avLst/>
            </a:prstGeom>
          </p:spPr>
        </p:pic>
        <p:pic>
          <p:nvPicPr>
            <p:cNvPr id="34" name="Billede 33">
              <a:extLst>
                <a:ext uri="{FF2B5EF4-FFF2-40B4-BE49-F238E27FC236}">
                  <a16:creationId xmlns:a16="http://schemas.microsoft.com/office/drawing/2014/main" id="{39AFA131-B5A7-4AB6-889F-69CF39F4C881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8"/>
            <a:srcRect l="1152" t="11676" r="31017" b="26411"/>
            <a:stretch/>
          </p:blipFill>
          <p:spPr>
            <a:xfrm>
              <a:off x="6442770" y="5155024"/>
              <a:ext cx="689279" cy="629150"/>
            </a:xfrm>
            <a:prstGeom prst="rect">
              <a:avLst/>
            </a:prstGeom>
            <a:ln w="3175">
              <a:solidFill>
                <a:schemeClr val="bg1">
                  <a:lumMod val="95000"/>
                </a:schemeClr>
              </a:solidFill>
            </a:ln>
          </p:spPr>
        </p:pic>
      </p:grpSp>
      <p:pic>
        <p:nvPicPr>
          <p:cNvPr id="39" name="6 Beskær">
            <a:extLst>
              <a:ext uri="{FF2B5EF4-FFF2-40B4-BE49-F238E27FC236}">
                <a16:creationId xmlns:a16="http://schemas.microsoft.com/office/drawing/2014/main" id="{F1E5DB47-CE9C-4A68-BA80-97FFD80C5CAE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11460830" y="2593712"/>
            <a:ext cx="337400" cy="321707"/>
          </a:xfrm>
          <a:prstGeom prst="rect">
            <a:avLst/>
          </a:prstGeom>
        </p:spPr>
      </p:pic>
      <p:pic>
        <p:nvPicPr>
          <p:cNvPr id="40" name="7 Skalér billede">
            <a:extLst>
              <a:ext uri="{FF2B5EF4-FFF2-40B4-BE49-F238E27FC236}">
                <a16:creationId xmlns:a16="http://schemas.microsoft.com/office/drawing/2014/main" id="{472C50C0-81D4-4FF8-9774-95FB88A3DB59}"/>
              </a:ext>
            </a:extLst>
          </p:cNvPr>
          <p:cNvPicPr>
            <a:picLocks noChangeAspect="1"/>
          </p:cNvPicPr>
          <p:nvPr userDrawn="1"/>
        </p:nvPicPr>
        <p:blipFill>
          <a:blip r:embed="rId9"/>
          <a:stretch>
            <a:fillRect/>
          </a:stretch>
        </p:blipFill>
        <p:spPr>
          <a:xfrm>
            <a:off x="11460830" y="3510628"/>
            <a:ext cx="359695" cy="335309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3C4EB944-268B-4588-9575-20967FF1FDE8}"/>
              </a:ext>
            </a:extLst>
          </p:cNvPr>
          <p:cNvPicPr>
            <a:picLocks noChangeAspect="1"/>
          </p:cNvPicPr>
          <p:nvPr userDrawn="1"/>
        </p:nvPicPr>
        <p:blipFill>
          <a:blip r:embed="rId10"/>
          <a:stretch>
            <a:fillRect/>
          </a:stretch>
        </p:blipFill>
        <p:spPr>
          <a:xfrm>
            <a:off x="2621627" y="3179601"/>
            <a:ext cx="257143" cy="285714"/>
          </a:xfrm>
          <a:prstGeom prst="rect">
            <a:avLst/>
          </a:prstGeom>
        </p:spPr>
      </p:pic>
      <p:sp>
        <p:nvSpPr>
          <p:cNvPr id="23" name="Date Placeholder 2">
            <a:extLst>
              <a:ext uri="{FF2B5EF4-FFF2-40B4-BE49-F238E27FC236}">
                <a16:creationId xmlns:a16="http://schemas.microsoft.com/office/drawing/2014/main" id="{C47240A8-F4C6-438F-B627-9F10AF7702F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0" y="6912000"/>
            <a:ext cx="0" cy="0"/>
          </a:xfrm>
          <a:prstGeom prst="rect">
            <a:avLst/>
          </a:prstGeom>
        </p:spPr>
        <p:txBody>
          <a:bodyPr/>
          <a:lstStyle>
            <a:lvl1pPr>
              <a:defRPr>
                <a:noFill/>
              </a:defRPr>
            </a:lvl1pPr>
          </a:lstStyle>
          <a:p>
            <a:endParaRPr lang="en-GB"/>
          </a:p>
        </p:txBody>
      </p:sp>
      <p:sp>
        <p:nvSpPr>
          <p:cNvPr id="26" name="Footer Placeholder 3">
            <a:extLst>
              <a:ext uri="{FF2B5EF4-FFF2-40B4-BE49-F238E27FC236}">
                <a16:creationId xmlns:a16="http://schemas.microsoft.com/office/drawing/2014/main" id="{CE7E8215-C535-47A6-A19E-191CCD6226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6912000"/>
            <a:ext cx="0" cy="0"/>
          </a:xfrm>
          <a:prstGeom prst="rect">
            <a:avLst/>
          </a:prstGeom>
        </p:spPr>
        <p:txBody>
          <a:bodyPr/>
          <a:lstStyle>
            <a:lvl1pPr>
              <a:defRPr>
                <a:noFill/>
              </a:defRPr>
            </a:lvl1pPr>
          </a:lstStyle>
          <a:p>
            <a:r>
              <a:rPr lang="en-GB"/>
              <a:t>Update header via slide master</a:t>
            </a:r>
          </a:p>
        </p:txBody>
      </p:sp>
      <p:sp>
        <p:nvSpPr>
          <p:cNvPr id="27" name="Slide Number Placeholder 4">
            <a:extLst>
              <a:ext uri="{FF2B5EF4-FFF2-40B4-BE49-F238E27FC236}">
                <a16:creationId xmlns:a16="http://schemas.microsoft.com/office/drawing/2014/main" id="{B1580671-F9A8-48F5-99CE-4A5C157528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 flipV="1">
            <a:off x="0" y="6912000"/>
            <a:ext cx="0" cy="0"/>
          </a:xfrm>
          <a:prstGeom prst="rect">
            <a:avLst/>
          </a:prstGeom>
        </p:spPr>
        <p:txBody>
          <a:bodyPr/>
          <a:lstStyle>
            <a:lvl1pPr>
              <a:defRPr>
                <a:noFill/>
              </a:defRPr>
            </a:lvl1pPr>
          </a:lstStyle>
          <a:p>
            <a:fld id="{24C8C45C-947F-4981-8B3F-4F32E973C901}" type="slidenum">
              <a:rPr lang="en-GB" smtClean="0"/>
              <a:pPr/>
              <a:t>‹#›</a:t>
            </a:fld>
            <a:endParaRPr lang="en-GB"/>
          </a:p>
        </p:txBody>
      </p:sp>
      <p:pic>
        <p:nvPicPr>
          <p:cNvPr id="3" name="Picture 2" descr="Icon&#10;&#10;Description automatically generated">
            <a:extLst>
              <a:ext uri="{FF2B5EF4-FFF2-40B4-BE49-F238E27FC236}">
                <a16:creationId xmlns:a16="http://schemas.microsoft.com/office/drawing/2014/main" id="{9314EC4D-2DD2-50D2-D68F-69DEFAC3361F}"/>
              </a:ext>
            </a:extLst>
          </p:cNvPr>
          <p:cNvPicPr>
            <a:picLocks noChangeAspect="1"/>
          </p:cNvPicPr>
          <p:nvPr userDrawn="1"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98490" y="1411940"/>
            <a:ext cx="502771" cy="502771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14561FFF-3644-6FEA-FBAC-D605ABD9BDAF}"/>
              </a:ext>
            </a:extLst>
          </p:cNvPr>
          <p:cNvSpPr txBox="1"/>
          <p:nvPr userDrawn="1"/>
        </p:nvSpPr>
        <p:spPr>
          <a:xfrm>
            <a:off x="6831106" y="1734671"/>
            <a:ext cx="1553135" cy="618340"/>
          </a:xfrm>
          <a:prstGeom prst="rect">
            <a:avLst/>
          </a:prstGeom>
          <a:noFill/>
        </p:spPr>
        <p:txBody>
          <a:bodyPr wrap="square" lIns="237600" tIns="237600" rIns="237600" bIns="237600" rtlCol="0">
            <a:spAutoFit/>
          </a:bodyPr>
          <a:lstStyle/>
          <a:p>
            <a:pPr algn="l"/>
            <a:r>
              <a:rPr lang="en-DK" sz="900" b="1"/>
              <a:t>Brand Central App</a:t>
            </a:r>
          </a:p>
        </p:txBody>
      </p:sp>
    </p:spTree>
    <p:extLst>
      <p:ext uri="{BB962C8B-B14F-4D97-AF65-F5344CB8AC3E}">
        <p14:creationId xmlns:p14="http://schemas.microsoft.com/office/powerpoint/2010/main" val="715192817"/>
      </p:ext>
    </p:extLst>
  </p:cSld>
  <p:clrMapOvr>
    <a:masterClrMapping/>
  </p:clrMapOvr>
</p:sldLayout>
</file>

<file path=ppt/slideLayouts/slideLayout18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&gt;Do not use layouts after this &gt;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F124504-36FD-4753-851D-5B7D02D4A2D1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 w="6350" cap="rnd">
            <a:noFill/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600"/>
              </a:spcBef>
              <a:buClr>
                <a:srgbClr val="003755"/>
              </a:buClr>
            </a:pPr>
            <a:endParaRPr lang="en-GB" sz="1400" err="1">
              <a:solidFill>
                <a:schemeClr val="tx1"/>
              </a:solidFill>
            </a:endParaRPr>
          </a:p>
        </p:txBody>
      </p:sp>
      <p:sp>
        <p:nvSpPr>
          <p:cNvPr id="5" name="Do not use"/>
          <p:cNvSpPr txBox="1"/>
          <p:nvPr userDrawn="1"/>
        </p:nvSpPr>
        <p:spPr>
          <a:xfrm>
            <a:off x="430213" y="656823"/>
            <a:ext cx="11356977" cy="289310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indent="0" algn="ctr" fontAlgn="auto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3755"/>
              </a:buClr>
              <a:buSzTx/>
              <a:buFontTx/>
              <a:buNone/>
              <a:tabLst/>
            </a:pPr>
            <a:r>
              <a:rPr lang="en-GB" sz="4400" b="0" i="0" noProof="0">
                <a:solidFill>
                  <a:schemeClr val="bg1"/>
                </a:solidFill>
              </a:rPr>
              <a:t>If you see any </a:t>
            </a:r>
            <a:r>
              <a:rPr lang="en-GB" sz="4400" b="1" i="0" noProof="0">
                <a:solidFill>
                  <a:schemeClr val="bg1"/>
                </a:solidFill>
              </a:rPr>
              <a:t>layouts after this </a:t>
            </a:r>
            <a:r>
              <a:rPr lang="en-GB" sz="4400" b="0" i="0" noProof="0">
                <a:solidFill>
                  <a:schemeClr val="bg1"/>
                </a:solidFill>
              </a:rPr>
              <a:t>one</a:t>
            </a:r>
            <a:r>
              <a:rPr lang="en-GB" sz="4400" b="1" i="0" noProof="0">
                <a:solidFill>
                  <a:schemeClr val="bg1"/>
                </a:solidFill>
              </a:rPr>
              <a:t>,</a:t>
            </a:r>
            <a:br>
              <a:rPr lang="en-GB" sz="4400" b="0" i="0" noProof="0">
                <a:solidFill>
                  <a:schemeClr val="bg1"/>
                </a:solidFill>
              </a:rPr>
            </a:br>
            <a:r>
              <a:rPr lang="en-GB" sz="4400" b="0" i="0" noProof="0">
                <a:solidFill>
                  <a:schemeClr val="bg1"/>
                </a:solidFill>
              </a:rPr>
              <a:t>do not use them. These layouts </a:t>
            </a:r>
            <a:r>
              <a:rPr lang="en-GB" sz="4400" b="1" i="0" u="none" noProof="0">
                <a:solidFill>
                  <a:schemeClr val="bg1"/>
                </a:solidFill>
              </a:rPr>
              <a:t>are not </a:t>
            </a:r>
            <a:r>
              <a:rPr lang="en-GB" sz="4400" b="0" i="0" noProof="0">
                <a:solidFill>
                  <a:schemeClr val="bg1"/>
                </a:solidFill>
              </a:rPr>
              <a:t>part of our corporate template.</a:t>
            </a:r>
            <a:br>
              <a:rPr lang="en-GB" sz="2800" b="0" i="0" noProof="0">
                <a:solidFill>
                  <a:schemeClr val="bg1"/>
                </a:solidFill>
              </a:rPr>
            </a:br>
            <a:br>
              <a:rPr lang="en-GB" sz="2800" b="0" i="0" noProof="0">
                <a:solidFill>
                  <a:schemeClr val="bg1"/>
                </a:solidFill>
              </a:rPr>
            </a:br>
            <a:endParaRPr lang="en-GB" sz="2800" b="0" i="0" noProof="0">
              <a:solidFill>
                <a:schemeClr val="bg1"/>
              </a:solidFill>
            </a:endParaRP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2BEB5E5A-DA85-4D5B-80B9-F94482F55D76}"/>
              </a:ext>
            </a:extLst>
          </p:cNvPr>
          <p:cNvGrpSpPr/>
          <p:nvPr userDrawn="1"/>
        </p:nvGrpSpPr>
        <p:grpSpPr>
          <a:xfrm rot="8100000">
            <a:off x="10404874" y="3325226"/>
            <a:ext cx="1036788" cy="1036788"/>
            <a:chOff x="6096000" y="4963130"/>
            <a:chExt cx="1456719" cy="1456719"/>
          </a:xfrm>
          <a:solidFill>
            <a:schemeClr val="bg1"/>
          </a:solidFill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C823227E-A862-4A7F-BC20-0D107430AB2C}"/>
                </a:ext>
              </a:extLst>
            </p:cNvPr>
            <p:cNvSpPr/>
            <p:nvPr userDrawn="1"/>
          </p:nvSpPr>
          <p:spPr>
            <a:xfrm rot="5400000">
              <a:off x="5534135" y="5524995"/>
              <a:ext cx="1456719" cy="332990"/>
            </a:xfrm>
            <a:prstGeom prst="rect">
              <a:avLst/>
            </a:prstGeom>
            <a:grpFill/>
            <a:ln w="6350" cap="rnd">
              <a:noFill/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600"/>
                </a:spcBef>
                <a:buClr>
                  <a:srgbClr val="003755"/>
                </a:buClr>
              </a:pPr>
              <a:endParaRPr lang="en-GB" sz="1400" err="1">
                <a:solidFill>
                  <a:schemeClr val="tx1"/>
                </a:solidFill>
              </a:endParaRP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08501AE6-6504-4184-9443-E89AFACF769D}"/>
                </a:ext>
              </a:extLst>
            </p:cNvPr>
            <p:cNvSpPr/>
            <p:nvPr userDrawn="1"/>
          </p:nvSpPr>
          <p:spPr>
            <a:xfrm rot="10800000">
              <a:off x="6096000" y="4963130"/>
              <a:ext cx="1456719" cy="332990"/>
            </a:xfrm>
            <a:prstGeom prst="rect">
              <a:avLst/>
            </a:prstGeom>
            <a:grpFill/>
            <a:ln w="6350" cap="rnd">
              <a:noFill/>
              <a:round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72000" tIns="72000" rIns="72000" bIns="72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spcBef>
                  <a:spcPts val="600"/>
                </a:spcBef>
                <a:buClr>
                  <a:srgbClr val="003755"/>
                </a:buClr>
              </a:pPr>
              <a:endParaRPr lang="en-GB" sz="1400" err="1">
                <a:solidFill>
                  <a:schemeClr val="tx1"/>
                </a:solidFill>
              </a:endParaRPr>
            </a:p>
          </p:txBody>
        </p:sp>
      </p:grpSp>
      <p:sp>
        <p:nvSpPr>
          <p:cNvPr id="12" name="Rectangle 11">
            <a:extLst>
              <a:ext uri="{FF2B5EF4-FFF2-40B4-BE49-F238E27FC236}">
                <a16:creationId xmlns:a16="http://schemas.microsoft.com/office/drawing/2014/main" id="{67CEE09B-6EE1-4BF2-85A3-DE69E91BC4C6}"/>
              </a:ext>
            </a:extLst>
          </p:cNvPr>
          <p:cNvSpPr/>
          <p:nvPr userDrawn="1"/>
        </p:nvSpPr>
        <p:spPr>
          <a:xfrm>
            <a:off x="430213" y="2588374"/>
            <a:ext cx="10152346" cy="221599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GB" sz="13800" b="1" i="0" noProof="0">
                <a:solidFill>
                  <a:schemeClr val="bg1"/>
                </a:solidFill>
              </a:rPr>
              <a:t>Do not use </a:t>
            </a:r>
            <a:endParaRPr lang="en-GB" sz="2400" b="1" i="0"/>
          </a:p>
        </p:txBody>
      </p:sp>
      <p:sp>
        <p:nvSpPr>
          <p:cNvPr id="16" name="Do not use">
            <a:extLst>
              <a:ext uri="{FF2B5EF4-FFF2-40B4-BE49-F238E27FC236}">
                <a16:creationId xmlns:a16="http://schemas.microsoft.com/office/drawing/2014/main" id="{A8FA78FA-4D94-4717-B7C6-6F86378D6B01}"/>
              </a:ext>
            </a:extLst>
          </p:cNvPr>
          <p:cNvSpPr txBox="1"/>
          <p:nvPr userDrawn="1"/>
        </p:nvSpPr>
        <p:spPr>
          <a:xfrm>
            <a:off x="430214" y="5186455"/>
            <a:ext cx="11356974" cy="96949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indent="0" algn="ctr" fontAlgn="auto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3755"/>
              </a:buClr>
              <a:buSzTx/>
              <a:buFontTx/>
              <a:buNone/>
              <a:tabLst/>
            </a:pPr>
            <a:r>
              <a:rPr lang="en-GB" sz="2000" b="0" noProof="0">
                <a:solidFill>
                  <a:schemeClr val="bg1"/>
                </a:solidFill>
              </a:rPr>
              <a:t>Due to PowerPoint’s standard Copy/Paste functionality extra undesirable layouts can appear.</a:t>
            </a:r>
          </a:p>
          <a:p>
            <a:pPr marL="0" marR="0" indent="0" algn="ctr" fontAlgn="auto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3755"/>
              </a:buClr>
              <a:buSzTx/>
              <a:buFontTx/>
              <a:buNone/>
              <a:tabLst/>
            </a:pPr>
            <a:r>
              <a:rPr lang="en-GB" sz="2000" b="0" noProof="0">
                <a:solidFill>
                  <a:schemeClr val="bg1"/>
                </a:solidFill>
              </a:rPr>
              <a:t>Also notice: Layouts after this might contain potential confidential information.</a:t>
            </a:r>
            <a:br>
              <a:rPr lang="en-GB" sz="1800" b="0" noProof="0">
                <a:solidFill>
                  <a:schemeClr val="bg1"/>
                </a:solidFill>
              </a:rPr>
            </a:br>
            <a:endParaRPr lang="en-GB" sz="1800" b="0" noProof="0">
              <a:solidFill>
                <a:schemeClr val="bg1"/>
              </a:solidFill>
            </a:endParaRPr>
          </a:p>
        </p:txBody>
      </p:sp>
      <p:sp>
        <p:nvSpPr>
          <p:cNvPr id="9" name="Date Placeholder 2">
            <a:extLst>
              <a:ext uri="{FF2B5EF4-FFF2-40B4-BE49-F238E27FC236}">
                <a16:creationId xmlns:a16="http://schemas.microsoft.com/office/drawing/2014/main" id="{B12B154D-76F1-409D-A798-AA5203EE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0" y="6912000"/>
            <a:ext cx="0" cy="0"/>
          </a:xfrm>
          <a:prstGeom prst="rect">
            <a:avLst/>
          </a:prstGeom>
        </p:spPr>
        <p:txBody>
          <a:bodyPr/>
          <a:lstStyle>
            <a:lvl1pPr>
              <a:defRPr>
                <a:noFill/>
              </a:defRPr>
            </a:lvl1pPr>
          </a:lstStyle>
          <a:p>
            <a:endParaRPr lang="en-GB"/>
          </a:p>
        </p:txBody>
      </p:sp>
      <p:sp>
        <p:nvSpPr>
          <p:cNvPr id="10" name="Footer Placeholder 3">
            <a:extLst>
              <a:ext uri="{FF2B5EF4-FFF2-40B4-BE49-F238E27FC236}">
                <a16:creationId xmlns:a16="http://schemas.microsoft.com/office/drawing/2014/main" id="{7D212C3A-1726-4BC5-8AF1-72D08F6358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6912000"/>
            <a:ext cx="0" cy="0"/>
          </a:xfrm>
          <a:prstGeom prst="rect">
            <a:avLst/>
          </a:prstGeom>
        </p:spPr>
        <p:txBody>
          <a:bodyPr/>
          <a:lstStyle>
            <a:lvl1pPr>
              <a:defRPr>
                <a:noFill/>
              </a:defRPr>
            </a:lvl1pPr>
          </a:lstStyle>
          <a:p>
            <a:r>
              <a:rPr lang="en-GB"/>
              <a:t>Update header via slide master</a:t>
            </a:r>
          </a:p>
        </p:txBody>
      </p:sp>
      <p:sp>
        <p:nvSpPr>
          <p:cNvPr id="11" name="Slide Number Placeholder 4">
            <a:extLst>
              <a:ext uri="{FF2B5EF4-FFF2-40B4-BE49-F238E27FC236}">
                <a16:creationId xmlns:a16="http://schemas.microsoft.com/office/drawing/2014/main" id="{989D5CFC-5012-4F36-B4E7-CE36F67CD2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 flipV="1">
            <a:off x="0" y="6912000"/>
            <a:ext cx="0" cy="0"/>
          </a:xfrm>
          <a:prstGeom prst="rect">
            <a:avLst/>
          </a:prstGeom>
        </p:spPr>
        <p:txBody>
          <a:bodyPr/>
          <a:lstStyle>
            <a:lvl1pPr>
              <a:defRPr>
                <a:noFill/>
              </a:defRPr>
            </a:lvl1pPr>
          </a:lstStyle>
          <a:p>
            <a:fld id="{24C8C45C-947F-4981-8B3F-4F32E973C901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8046080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41.xml"/><Relationship Id="rId42" Type="http://schemas.openxmlformats.org/officeDocument/2006/relationships/slideLayout" Target="../slideLayouts/slideLayout42.xml"/><Relationship Id="rId43" Type="http://schemas.openxmlformats.org/officeDocument/2006/relationships/slideLayout" Target="../slideLayouts/slideLayout43.xml"/><Relationship Id="rId44" Type="http://schemas.openxmlformats.org/officeDocument/2006/relationships/slideLayout" Target="../slideLayouts/slideLayout44.xml"/><Relationship Id="rId45" Type="http://schemas.openxmlformats.org/officeDocument/2006/relationships/slideLayout" Target="../slideLayouts/slideLayout45.xml"/><Relationship Id="rId46" Type="http://schemas.openxmlformats.org/officeDocument/2006/relationships/slideLayout" Target="../slideLayouts/slideLayout46.xml"/><Relationship Id="rId47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7.xml"/><Relationship Id="rId2" Type="http://schemas.openxmlformats.org/officeDocument/2006/relationships/slideLayout" Target="../slideLayouts/slideLayout48.xml"/><Relationship Id="rId3" Type="http://schemas.openxmlformats.org/officeDocument/2006/relationships/slideLayout" Target="../slideLayouts/slideLayout49.xml"/><Relationship Id="rId4" Type="http://schemas.openxmlformats.org/officeDocument/2006/relationships/slideLayout" Target="../slideLayouts/slideLayout50.xml"/><Relationship Id="rId5" Type="http://schemas.openxmlformats.org/officeDocument/2006/relationships/slideLayout" Target="../slideLayouts/slideLayout51.xml"/><Relationship Id="rId6" Type="http://schemas.openxmlformats.org/officeDocument/2006/relationships/slideLayout" Target="../slideLayouts/slideLayout52.xml"/><Relationship Id="rId7" Type="http://schemas.openxmlformats.org/officeDocument/2006/relationships/slideLayout" Target="../slideLayouts/slideLayout53.xml"/><Relationship Id="rId8" Type="http://schemas.openxmlformats.org/officeDocument/2006/relationships/slideLayout" Target="../slideLayouts/slideLayout54.xml"/><Relationship Id="rId9" Type="http://schemas.openxmlformats.org/officeDocument/2006/relationships/slideLayout" Target="../slideLayouts/slideLayout55.xml"/><Relationship Id="rId10" Type="http://schemas.openxmlformats.org/officeDocument/2006/relationships/slideLayout" Target="../slideLayouts/slideLayout56.xml"/><Relationship Id="rId11" Type="http://schemas.openxmlformats.org/officeDocument/2006/relationships/slideLayout" Target="../slideLayouts/slideLayout57.xml"/><Relationship Id="rId12" Type="http://schemas.openxmlformats.org/officeDocument/2006/relationships/slideLayout" Target="../slideLayouts/slideLayout58.xml"/><Relationship Id="rId13" Type="http://schemas.openxmlformats.org/officeDocument/2006/relationships/slideLayout" Target="../slideLayouts/slideLayout59.xml"/><Relationship Id="rId14" Type="http://schemas.openxmlformats.org/officeDocument/2006/relationships/slideLayout" Target="../slideLayouts/slideLayout60.xml"/><Relationship Id="rId15" Type="http://schemas.openxmlformats.org/officeDocument/2006/relationships/slideLayout" Target="../slideLayouts/slideLayout61.xml"/><Relationship Id="rId16" Type="http://schemas.openxmlformats.org/officeDocument/2006/relationships/slideLayout" Target="../slideLayouts/slideLayout62.xml"/><Relationship Id="rId17" Type="http://schemas.openxmlformats.org/officeDocument/2006/relationships/slideLayout" Target="../slideLayouts/slideLayout63.xml"/><Relationship Id="rId18" Type="http://schemas.openxmlformats.org/officeDocument/2006/relationships/slideLayout" Target="../slideLayouts/slideLayout64.xml"/><Relationship Id="rId19" Type="http://schemas.openxmlformats.org/officeDocument/2006/relationships/slideLayout" Target="../slideLayouts/slideLayout65.xml"/><Relationship Id="rId20" Type="http://schemas.openxmlformats.org/officeDocument/2006/relationships/slideLayout" Target="../slideLayouts/slideLayout66.xml"/><Relationship Id="rId21" Type="http://schemas.openxmlformats.org/officeDocument/2006/relationships/slideLayout" Target="../slideLayouts/slideLayout67.xml"/><Relationship Id="rId22" Type="http://schemas.openxmlformats.org/officeDocument/2006/relationships/slideLayout" Target="../slideLayouts/slideLayout68.xml"/><Relationship Id="rId23" Type="http://schemas.openxmlformats.org/officeDocument/2006/relationships/slideLayout" Target="../slideLayouts/slideLayout69.xml"/><Relationship Id="rId24" Type="http://schemas.openxmlformats.org/officeDocument/2006/relationships/slideLayout" Target="../slideLayouts/slideLayout70.xml"/><Relationship Id="rId25" Type="http://schemas.openxmlformats.org/officeDocument/2006/relationships/slideLayout" Target="../slideLayouts/slideLayout71.xml"/><Relationship Id="rId26" Type="http://schemas.openxmlformats.org/officeDocument/2006/relationships/slideLayout" Target="../slideLayouts/slideLayout72.xml"/><Relationship Id="rId27" Type="http://schemas.openxmlformats.org/officeDocument/2006/relationships/slideLayout" Target="../slideLayouts/slideLayout73.xml"/><Relationship Id="rId28" Type="http://schemas.openxmlformats.org/officeDocument/2006/relationships/slideLayout" Target="../slideLayouts/slideLayout74.xml"/><Relationship Id="rId29" Type="http://schemas.openxmlformats.org/officeDocument/2006/relationships/slideLayout" Target="../slideLayouts/slideLayout75.xml"/><Relationship Id="rId30" Type="http://schemas.openxmlformats.org/officeDocument/2006/relationships/slideLayout" Target="../slideLayouts/slideLayout76.xml"/><Relationship Id="rId31" Type="http://schemas.openxmlformats.org/officeDocument/2006/relationships/slideLayout" Target="../slideLayouts/slideLayout77.xml"/><Relationship Id="rId32" Type="http://schemas.openxmlformats.org/officeDocument/2006/relationships/slideLayout" Target="../slideLayouts/slideLayout78.xml"/><Relationship Id="rId33" Type="http://schemas.openxmlformats.org/officeDocument/2006/relationships/slideLayout" Target="../slideLayouts/slideLayout79.xml"/><Relationship Id="rId34" Type="http://schemas.openxmlformats.org/officeDocument/2006/relationships/slideLayout" Target="../slideLayouts/slideLayout80.xml"/><Relationship Id="rId35" Type="http://schemas.openxmlformats.org/officeDocument/2006/relationships/slideLayout" Target="../slideLayouts/slideLayout81.xml"/><Relationship Id="rId36" Type="http://schemas.openxmlformats.org/officeDocument/2006/relationships/slideLayout" Target="../slideLayouts/slideLayout82.xml"/><Relationship Id="rId37" Type="http://schemas.openxmlformats.org/officeDocument/2006/relationships/slideLayout" Target="../slideLayouts/slideLayout83.xml"/><Relationship Id="rId38" Type="http://schemas.openxmlformats.org/officeDocument/2006/relationships/slideLayout" Target="../slideLayouts/slideLayout84.xml"/><Relationship Id="rId39" Type="http://schemas.openxmlformats.org/officeDocument/2006/relationships/slideLayout" Target="../slideLayouts/slideLayout85.xml"/><Relationship Id="rId40" Type="http://schemas.openxmlformats.org/officeDocument/2006/relationships/slideLayout" Target="../slideLayouts/slideLayout86.xml"/><Relationship Id="rId41" Type="http://schemas.openxmlformats.org/officeDocument/2006/relationships/slideLayout" Target="../slideLayouts/slideLayout87.xml"/><Relationship Id="rId42" Type="http://schemas.openxmlformats.org/officeDocument/2006/relationships/theme" Target="../theme/theme2.xml"/><Relationship Id="rId43" Type="http://schemas.openxmlformats.org/officeDocument/2006/relationships/tags" Target="../tags/tag1.xml"/><Relationship Id="rId44" Type="http://schemas.openxmlformats.org/officeDocument/2006/relationships/oleObject" Target="../embeddings/oleObject1.bin"/><Relationship Id="rId45" Type="http://schemas.openxmlformats.org/officeDocument/2006/relationships/image" Target="../media/image18.emf"/><Relationship Id="rId46" Type="http://schemas.openxmlformats.org/officeDocument/2006/relationships/image" Target="../media/image19.svg"/></Relationships>
</file>

<file path=ppt/slideMasters/_rels/slideMaster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8.xml"/><Relationship Id="rId2" Type="http://schemas.openxmlformats.org/officeDocument/2006/relationships/slideLayout" Target="../slideLayouts/slideLayout89.xml"/><Relationship Id="rId3" Type="http://schemas.openxmlformats.org/officeDocument/2006/relationships/slideLayout" Target="../slideLayouts/slideLayout90.xml"/><Relationship Id="rId4" Type="http://schemas.openxmlformats.org/officeDocument/2006/relationships/slideLayout" Target="../slideLayouts/slideLayout91.xml"/><Relationship Id="rId5" Type="http://schemas.openxmlformats.org/officeDocument/2006/relationships/slideLayout" Target="../slideLayouts/slideLayout92.xml"/><Relationship Id="rId6" Type="http://schemas.openxmlformats.org/officeDocument/2006/relationships/slideLayout" Target="../slideLayouts/slideLayout93.xml"/><Relationship Id="rId7" Type="http://schemas.openxmlformats.org/officeDocument/2006/relationships/slideLayout" Target="../slideLayouts/slideLayout94.xml"/><Relationship Id="rId8" Type="http://schemas.openxmlformats.org/officeDocument/2006/relationships/slideLayout" Target="../slideLayouts/slideLayout95.xml"/><Relationship Id="rId9" Type="http://schemas.openxmlformats.org/officeDocument/2006/relationships/slideLayout" Target="../slideLayouts/slideLayout96.xml"/><Relationship Id="rId10" Type="http://schemas.openxmlformats.org/officeDocument/2006/relationships/slideLayout" Target="../slideLayouts/slideLayout97.xml"/><Relationship Id="rId11" Type="http://schemas.openxmlformats.org/officeDocument/2006/relationships/slideLayout" Target="../slideLayouts/slideLayout98.xml"/><Relationship Id="rId12" Type="http://schemas.openxmlformats.org/officeDocument/2006/relationships/slideLayout" Target="../slideLayouts/slideLayout99.xml"/><Relationship Id="rId13" Type="http://schemas.openxmlformats.org/officeDocument/2006/relationships/slideLayout" Target="../slideLayouts/slideLayout100.xml"/><Relationship Id="rId14" Type="http://schemas.openxmlformats.org/officeDocument/2006/relationships/slideLayout" Target="../slideLayouts/slideLayout101.xml"/><Relationship Id="rId15" Type="http://schemas.openxmlformats.org/officeDocument/2006/relationships/slideLayout" Target="../slideLayouts/slideLayout102.xml"/><Relationship Id="rId16" Type="http://schemas.openxmlformats.org/officeDocument/2006/relationships/slideLayout" Target="../slideLayouts/slideLayout103.xml"/><Relationship Id="rId17" Type="http://schemas.openxmlformats.org/officeDocument/2006/relationships/slideLayout" Target="../slideLayouts/slideLayout104.xml"/><Relationship Id="rId18" Type="http://schemas.openxmlformats.org/officeDocument/2006/relationships/slideLayout" Target="../slideLayouts/slideLayout105.xml"/><Relationship Id="rId19" Type="http://schemas.openxmlformats.org/officeDocument/2006/relationships/slideLayout" Target="../slideLayouts/slideLayout106.xml"/><Relationship Id="rId20" Type="http://schemas.openxmlformats.org/officeDocument/2006/relationships/slideLayout" Target="../slideLayouts/slideLayout107.xml"/><Relationship Id="rId21" Type="http://schemas.openxmlformats.org/officeDocument/2006/relationships/slideLayout" Target="../slideLayouts/slideLayout108.xml"/><Relationship Id="rId22" Type="http://schemas.openxmlformats.org/officeDocument/2006/relationships/slideLayout" Target="../slideLayouts/slideLayout109.xml"/><Relationship Id="rId23" Type="http://schemas.openxmlformats.org/officeDocument/2006/relationships/slideLayout" Target="../slideLayouts/slideLayout110.xml"/><Relationship Id="rId24" Type="http://schemas.openxmlformats.org/officeDocument/2006/relationships/slideLayout" Target="../slideLayouts/slideLayout111.xml"/><Relationship Id="rId25" Type="http://schemas.openxmlformats.org/officeDocument/2006/relationships/slideLayout" Target="../slideLayouts/slideLayout112.xml"/><Relationship Id="rId26" Type="http://schemas.openxmlformats.org/officeDocument/2006/relationships/slideLayout" Target="../slideLayouts/slideLayout113.xml"/><Relationship Id="rId27" Type="http://schemas.openxmlformats.org/officeDocument/2006/relationships/slideLayout" Target="../slideLayouts/slideLayout114.xml"/><Relationship Id="rId28" Type="http://schemas.openxmlformats.org/officeDocument/2006/relationships/slideLayout" Target="../slideLayouts/slideLayout115.xml"/><Relationship Id="rId29" Type="http://schemas.openxmlformats.org/officeDocument/2006/relationships/slideLayout" Target="../slideLayouts/slideLayout116.xml"/><Relationship Id="rId30" Type="http://schemas.openxmlformats.org/officeDocument/2006/relationships/slideLayout" Target="../slideLayouts/slideLayout117.xml"/><Relationship Id="rId31" Type="http://schemas.openxmlformats.org/officeDocument/2006/relationships/slideLayout" Target="../slideLayouts/slideLayout118.xml"/><Relationship Id="rId32" Type="http://schemas.openxmlformats.org/officeDocument/2006/relationships/slideLayout" Target="../slideLayouts/slideLayout119.xml"/><Relationship Id="rId33" Type="http://schemas.openxmlformats.org/officeDocument/2006/relationships/slideLayout" Target="../slideLayouts/slideLayout120.xml"/><Relationship Id="rId34" Type="http://schemas.openxmlformats.org/officeDocument/2006/relationships/slideLayout" Target="../slideLayouts/slideLayout121.xml"/><Relationship Id="rId35" Type="http://schemas.openxmlformats.org/officeDocument/2006/relationships/slideLayout" Target="../slideLayouts/slideLayout122.xml"/><Relationship Id="rId36" Type="http://schemas.openxmlformats.org/officeDocument/2006/relationships/slideLayout" Target="../slideLayouts/slideLayout123.xml"/><Relationship Id="rId37" Type="http://schemas.openxmlformats.org/officeDocument/2006/relationships/slideLayout" Target="../slideLayouts/slideLayout124.xml"/><Relationship Id="rId38" Type="http://schemas.openxmlformats.org/officeDocument/2006/relationships/slideLayout" Target="../slideLayouts/slideLayout125.xml"/><Relationship Id="rId39" Type="http://schemas.openxmlformats.org/officeDocument/2006/relationships/slideLayout" Target="../slideLayouts/slideLayout126.xml"/><Relationship Id="rId40" Type="http://schemas.openxmlformats.org/officeDocument/2006/relationships/slideLayout" Target="../slideLayouts/slideLayout127.xml"/><Relationship Id="rId41" Type="http://schemas.openxmlformats.org/officeDocument/2006/relationships/slideLayout" Target="../slideLayouts/slideLayout128.xml"/><Relationship Id="rId42" Type="http://schemas.openxmlformats.org/officeDocument/2006/relationships/slideLayout" Target="../slideLayouts/slideLayout129.xml"/><Relationship Id="rId43" Type="http://schemas.openxmlformats.org/officeDocument/2006/relationships/slideLayout" Target="../slideLayouts/slideLayout130.xml"/><Relationship Id="rId44" Type="http://schemas.openxmlformats.org/officeDocument/2006/relationships/slideLayout" Target="../slideLayouts/slideLayout131.xml"/><Relationship Id="rId45" Type="http://schemas.openxmlformats.org/officeDocument/2006/relationships/slideLayout" Target="../slideLayouts/slideLayout132.xml"/><Relationship Id="rId46" Type="http://schemas.openxmlformats.org/officeDocument/2006/relationships/slideLayout" Target="../slideLayouts/slideLayout133.xml"/><Relationship Id="rId47" Type="http://schemas.openxmlformats.org/officeDocument/2006/relationships/slideLayout" Target="../slideLayouts/slideLayout134.xml"/><Relationship Id="rId48" Type="http://schemas.openxmlformats.org/officeDocument/2006/relationships/slideLayout" Target="../slideLayouts/slideLayout135.xml"/><Relationship Id="rId49" Type="http://schemas.openxmlformats.org/officeDocument/2006/relationships/slideLayout" Target="../slideLayouts/slideLayout136.xml"/><Relationship Id="rId50" Type="http://schemas.openxmlformats.org/officeDocument/2006/relationships/slideLayout" Target="../slideLayouts/slideLayout137.xml"/><Relationship Id="rId51" Type="http://schemas.openxmlformats.org/officeDocument/2006/relationships/theme" Target="../theme/theme3.xml"/><Relationship Id="rId52" Type="http://schemas.openxmlformats.org/officeDocument/2006/relationships/tags" Target="../tags/tag2.xml"/><Relationship Id="rId53" Type="http://schemas.openxmlformats.org/officeDocument/2006/relationships/oleObject" Target="../embeddings/oleObject2.bin"/><Relationship Id="rId54" Type="http://schemas.openxmlformats.org/officeDocument/2006/relationships/image" Target="../media/image18.emf"/></Relationships>
</file>

<file path=ppt/slideMasters/_rels/slideMaster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8.xml"/><Relationship Id="rId2" Type="http://schemas.openxmlformats.org/officeDocument/2006/relationships/slideLayout" Target="../slideLayouts/slideLayout139.xml"/><Relationship Id="rId3" Type="http://schemas.openxmlformats.org/officeDocument/2006/relationships/slideLayout" Target="../slideLayouts/slideLayout140.xml"/><Relationship Id="rId4" Type="http://schemas.openxmlformats.org/officeDocument/2006/relationships/slideLayout" Target="../slideLayouts/slideLayout141.xml"/><Relationship Id="rId5" Type="http://schemas.openxmlformats.org/officeDocument/2006/relationships/slideLayout" Target="../slideLayouts/slideLayout142.xml"/><Relationship Id="rId6" Type="http://schemas.openxmlformats.org/officeDocument/2006/relationships/slideLayout" Target="../slideLayouts/slideLayout143.xml"/><Relationship Id="rId7" Type="http://schemas.openxmlformats.org/officeDocument/2006/relationships/slideLayout" Target="../slideLayouts/slideLayout144.xml"/><Relationship Id="rId8" Type="http://schemas.openxmlformats.org/officeDocument/2006/relationships/slideLayout" Target="../slideLayouts/slideLayout145.xml"/><Relationship Id="rId9" Type="http://schemas.openxmlformats.org/officeDocument/2006/relationships/slideLayout" Target="../slideLayouts/slideLayout146.xml"/><Relationship Id="rId10" Type="http://schemas.openxmlformats.org/officeDocument/2006/relationships/slideLayout" Target="../slideLayouts/slideLayout147.xml"/><Relationship Id="rId11" Type="http://schemas.openxmlformats.org/officeDocument/2006/relationships/slideLayout" Target="../slideLayouts/slideLayout148.xml"/><Relationship Id="rId12" Type="http://schemas.openxmlformats.org/officeDocument/2006/relationships/slideLayout" Target="../slideLayouts/slideLayout149.xml"/><Relationship Id="rId13" Type="http://schemas.openxmlformats.org/officeDocument/2006/relationships/slideLayout" Target="../slideLayouts/slideLayout150.xml"/><Relationship Id="rId14" Type="http://schemas.openxmlformats.org/officeDocument/2006/relationships/slideLayout" Target="../slideLayouts/slideLayout151.xml"/><Relationship Id="rId15" Type="http://schemas.openxmlformats.org/officeDocument/2006/relationships/slideLayout" Target="../slideLayouts/slideLayout152.xml"/><Relationship Id="rId16" Type="http://schemas.openxmlformats.org/officeDocument/2006/relationships/slideLayout" Target="../slideLayouts/slideLayout153.xml"/><Relationship Id="rId17" Type="http://schemas.openxmlformats.org/officeDocument/2006/relationships/slideLayout" Target="../slideLayouts/slideLayout154.xml"/><Relationship Id="rId18" Type="http://schemas.openxmlformats.org/officeDocument/2006/relationships/slideLayout" Target="../slideLayouts/slideLayout155.xml"/><Relationship Id="rId19" Type="http://schemas.openxmlformats.org/officeDocument/2006/relationships/slideLayout" Target="../slideLayouts/slideLayout156.xml"/><Relationship Id="rId20" Type="http://schemas.openxmlformats.org/officeDocument/2006/relationships/slideLayout" Target="../slideLayouts/slideLayout157.xml"/><Relationship Id="rId21" Type="http://schemas.openxmlformats.org/officeDocument/2006/relationships/slideLayout" Target="../slideLayouts/slideLayout158.xml"/><Relationship Id="rId22" Type="http://schemas.openxmlformats.org/officeDocument/2006/relationships/slideLayout" Target="../slideLayouts/slideLayout159.xml"/><Relationship Id="rId23" Type="http://schemas.openxmlformats.org/officeDocument/2006/relationships/slideLayout" Target="../slideLayouts/slideLayout160.xml"/><Relationship Id="rId24" Type="http://schemas.openxmlformats.org/officeDocument/2006/relationships/slideLayout" Target="../slideLayouts/slideLayout161.xml"/><Relationship Id="rId25" Type="http://schemas.openxmlformats.org/officeDocument/2006/relationships/slideLayout" Target="../slideLayouts/slideLayout162.xml"/><Relationship Id="rId26" Type="http://schemas.openxmlformats.org/officeDocument/2006/relationships/slideLayout" Target="../slideLayouts/slideLayout163.xml"/><Relationship Id="rId27" Type="http://schemas.openxmlformats.org/officeDocument/2006/relationships/slideLayout" Target="../slideLayouts/slideLayout164.xml"/><Relationship Id="rId28" Type="http://schemas.openxmlformats.org/officeDocument/2006/relationships/slideLayout" Target="../slideLayouts/slideLayout165.xml"/><Relationship Id="rId29" Type="http://schemas.openxmlformats.org/officeDocument/2006/relationships/slideLayout" Target="../slideLayouts/slideLayout166.xml"/><Relationship Id="rId30" Type="http://schemas.openxmlformats.org/officeDocument/2006/relationships/slideLayout" Target="../slideLayouts/slideLayout167.xml"/><Relationship Id="rId31" Type="http://schemas.openxmlformats.org/officeDocument/2006/relationships/slideLayout" Target="../slideLayouts/slideLayout168.xml"/><Relationship Id="rId32" Type="http://schemas.openxmlformats.org/officeDocument/2006/relationships/slideLayout" Target="../slideLayouts/slideLayout169.xml"/><Relationship Id="rId33" Type="http://schemas.openxmlformats.org/officeDocument/2006/relationships/slideLayout" Target="../slideLayouts/slideLayout170.xml"/><Relationship Id="rId34" Type="http://schemas.openxmlformats.org/officeDocument/2006/relationships/slideLayout" Target="../slideLayouts/slideLayout171.xml"/><Relationship Id="rId35" Type="http://schemas.openxmlformats.org/officeDocument/2006/relationships/slideLayout" Target="../slideLayouts/slideLayout172.xml"/><Relationship Id="rId36" Type="http://schemas.openxmlformats.org/officeDocument/2006/relationships/slideLayout" Target="../slideLayouts/slideLayout173.xml"/><Relationship Id="rId37" Type="http://schemas.openxmlformats.org/officeDocument/2006/relationships/slideLayout" Target="../slideLayouts/slideLayout174.xml"/><Relationship Id="rId38" Type="http://schemas.openxmlformats.org/officeDocument/2006/relationships/slideLayout" Target="../slideLayouts/slideLayout175.xml"/><Relationship Id="rId39" Type="http://schemas.openxmlformats.org/officeDocument/2006/relationships/slideLayout" Target="../slideLayouts/slideLayout176.xml"/><Relationship Id="rId40" Type="http://schemas.openxmlformats.org/officeDocument/2006/relationships/slideLayout" Target="../slideLayouts/slideLayout177.xml"/><Relationship Id="rId41" Type="http://schemas.openxmlformats.org/officeDocument/2006/relationships/slideLayout" Target="../slideLayouts/slideLayout178.xml"/><Relationship Id="rId42" Type="http://schemas.openxmlformats.org/officeDocument/2006/relationships/slideLayout" Target="../slideLayouts/slideLayout179.xml"/><Relationship Id="rId43" Type="http://schemas.openxmlformats.org/officeDocument/2006/relationships/slideLayout" Target="../slideLayouts/slideLayout180.xml"/><Relationship Id="rId44" Type="http://schemas.openxmlformats.org/officeDocument/2006/relationships/theme" Target="../theme/theme4.xml"/><Relationship Id="rId45" Type="http://schemas.openxmlformats.org/officeDocument/2006/relationships/image" Target="../media/image19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0399" y="1943739"/>
            <a:ext cx="11189951" cy="368961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GB" noProof="0"/>
              <a:t>Level 1</a:t>
            </a:r>
          </a:p>
          <a:p>
            <a:pPr lvl="1"/>
            <a:r>
              <a:rPr lang="en-GB" noProof="0"/>
              <a:t>Level 2</a:t>
            </a:r>
          </a:p>
          <a:p>
            <a:pPr lvl="2"/>
            <a:r>
              <a:rPr lang="en-GB" noProof="0"/>
              <a:t>Level 3</a:t>
            </a:r>
          </a:p>
          <a:p>
            <a:pPr lvl="3"/>
            <a:r>
              <a:rPr lang="en-GB" noProof="0"/>
              <a:t>Level 4, Subhead</a:t>
            </a:r>
          </a:p>
          <a:p>
            <a:pPr lvl="4"/>
            <a:r>
              <a:rPr lang="en-GB" noProof="0"/>
              <a:t>Level 5, headline</a:t>
            </a:r>
          </a:p>
          <a:p>
            <a:pPr lvl="5"/>
            <a:r>
              <a:rPr lang="en-GB" noProof="0"/>
              <a:t>Level 6, headline</a:t>
            </a:r>
          </a:p>
          <a:p>
            <a:pPr lvl="6"/>
            <a:r>
              <a:rPr lang="en-GB" noProof="0"/>
              <a:t>Level 7, note</a:t>
            </a:r>
          </a:p>
          <a:p>
            <a:pPr lvl="7"/>
            <a:r>
              <a:rPr lang="en-GB" noProof="0"/>
              <a:t>Level 8</a:t>
            </a:r>
          </a:p>
          <a:p>
            <a:pPr lvl="8"/>
            <a:r>
              <a:rPr lang="en-GB" noProof="0"/>
              <a:t>Infographic</a:t>
            </a:r>
          </a:p>
        </p:txBody>
      </p:sp>
      <p:sp>
        <p:nvSpPr>
          <p:cNvPr id="7" name="Title Placeholder 6">
            <a:extLst>
              <a:ext uri="{FF2B5EF4-FFF2-40B4-BE49-F238E27FC236}">
                <a16:creationId xmlns:a16="http://schemas.microsoft.com/office/drawing/2014/main" id="{C9392247-CE23-49BB-A39E-64C7575BE4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0399" y="501649"/>
            <a:ext cx="11189951" cy="93027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endParaRPr lang="en-GB"/>
          </a:p>
        </p:txBody>
      </p:sp>
      <p:sp>
        <p:nvSpPr>
          <p:cNvPr id="88" name="Footer Placeholder 87">
            <a:extLst>
              <a:ext uri="{FF2B5EF4-FFF2-40B4-BE49-F238E27FC236}">
                <a16:creationId xmlns:a16="http://schemas.microsoft.com/office/drawing/2014/main" id="{E21F396F-4C1D-4B71-97C4-1BDE0CB2C01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219200" y="6262746"/>
            <a:ext cx="3285369" cy="185427"/>
          </a:xfrm>
          <a:prstGeom prst="rect">
            <a:avLst/>
          </a:prstGeom>
        </p:spPr>
        <p:txBody>
          <a:bodyPr vert="horz" wrap="none" lIns="0" tIns="0" rIns="0" bIns="0" rtlCol="0" anchor="t"/>
          <a:lstStyle>
            <a:lvl1pPr algn="l">
              <a:defRPr sz="700">
                <a:solidFill>
                  <a:schemeClr val="tx1"/>
                </a:solidFill>
              </a:defRPr>
            </a:lvl1pPr>
          </a:lstStyle>
          <a:p>
            <a:r>
              <a:rPr lang="en-GB"/>
              <a:t>Insert presentation title via Header &amp; Footer</a:t>
            </a:r>
          </a:p>
        </p:txBody>
      </p:sp>
      <p:sp>
        <p:nvSpPr>
          <p:cNvPr id="89" name="Slide Number Placeholder 88">
            <a:extLst>
              <a:ext uri="{FF2B5EF4-FFF2-40B4-BE49-F238E27FC236}">
                <a16:creationId xmlns:a16="http://schemas.microsoft.com/office/drawing/2014/main" id="{A67AAF6D-173F-4FC5-B3DD-15256B6A2F34}"/>
              </a:ext>
            </a:extLst>
          </p:cNvPr>
          <p:cNvSpPr>
            <a:spLocks noGrp="1"/>
          </p:cNvSpPr>
          <p:nvPr userDrawn="1">
            <p:ph type="sldNum" sz="quarter" idx="4"/>
          </p:nvPr>
        </p:nvSpPr>
        <p:spPr>
          <a:xfrm>
            <a:off x="502197" y="6262747"/>
            <a:ext cx="412039" cy="185426"/>
          </a:xfrm>
          <a:prstGeom prst="rect">
            <a:avLst/>
          </a:prstGeom>
        </p:spPr>
        <p:txBody>
          <a:bodyPr vert="horz" wrap="none" lIns="0" tIns="0" rIns="0" bIns="0" rtlCol="0" anchor="t"/>
          <a:lstStyle>
            <a:lvl1pPr algn="l">
              <a:defRPr sz="700">
                <a:solidFill>
                  <a:schemeClr val="tx1"/>
                </a:solidFill>
              </a:defRPr>
            </a:lvl1pPr>
          </a:lstStyle>
          <a:p>
            <a:fld id="{43A204BC-C5BA-4EF4-ABC8-D45123A0C528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2" name="Date Placeholder 1" hidden="1">
            <a:extLst>
              <a:ext uri="{FF2B5EF4-FFF2-40B4-BE49-F238E27FC236}">
                <a16:creationId xmlns:a16="http://schemas.microsoft.com/office/drawing/2014/main" id="{61512BDD-E313-4203-808B-6ECBEE0B5BB4}"/>
              </a:ext>
            </a:extLst>
          </p:cNvPr>
          <p:cNvSpPr>
            <a:spLocks noGrp="1"/>
          </p:cNvSpPr>
          <p:nvPr userDrawn="1">
            <p:ph type="dt" sz="half" idx="2"/>
          </p:nvPr>
        </p:nvSpPr>
        <p:spPr>
          <a:xfrm>
            <a:off x="0" y="6858000"/>
            <a:ext cx="0" cy="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">
                <a:noFill/>
              </a:defRPr>
            </a:lvl1pPr>
          </a:lstStyle>
          <a:p>
            <a:endParaRPr lang="en-GB"/>
          </a:p>
        </p:txBody>
      </p:sp>
      <p:grpSp>
        <p:nvGrpSpPr>
          <p:cNvPr id="114" name="Group 113" hidden="1">
            <a:extLst>
              <a:ext uri="{FF2B5EF4-FFF2-40B4-BE49-F238E27FC236}">
                <a16:creationId xmlns:a16="http://schemas.microsoft.com/office/drawing/2014/main" id="{A709D695-914B-4705-8AC6-A94C2721C5E6}"/>
              </a:ext>
            </a:extLst>
          </p:cNvPr>
          <p:cNvGrpSpPr/>
          <p:nvPr userDrawn="1"/>
        </p:nvGrpSpPr>
        <p:grpSpPr>
          <a:xfrm>
            <a:off x="500062" y="501647"/>
            <a:ext cx="11194852" cy="5862641"/>
            <a:chOff x="500062" y="501647"/>
            <a:chExt cx="11194852" cy="5862641"/>
          </a:xfrm>
        </p:grpSpPr>
        <p:sp>
          <p:nvSpPr>
            <p:cNvPr id="115" name="Rectangle 114">
              <a:extLst>
                <a:ext uri="{FF2B5EF4-FFF2-40B4-BE49-F238E27FC236}">
                  <a16:creationId xmlns:a16="http://schemas.microsoft.com/office/drawing/2014/main" id="{D94117C3-ACEB-4551-92D6-E8776CE33870}"/>
                </a:ext>
              </a:extLst>
            </p:cNvPr>
            <p:cNvSpPr/>
            <p:nvPr/>
          </p:nvSpPr>
          <p:spPr>
            <a:xfrm>
              <a:off x="504628" y="501649"/>
              <a:ext cx="715964" cy="5862639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37600" tIns="237600" rIns="237600" bIns="237600" rtlCol="0" anchor="ctr"/>
            <a:lstStyle/>
            <a:p>
              <a:pPr algn="ctr"/>
              <a:endParaRPr lang="en-US" sz="2000" noProof="0" err="1"/>
            </a:p>
          </p:txBody>
        </p:sp>
        <p:sp>
          <p:nvSpPr>
            <p:cNvPr id="116" name="Rectangle 115">
              <a:extLst>
                <a:ext uri="{FF2B5EF4-FFF2-40B4-BE49-F238E27FC236}">
                  <a16:creationId xmlns:a16="http://schemas.microsoft.com/office/drawing/2014/main" id="{DB4EA52B-9F03-4154-94D6-DCF629E0A517}"/>
                </a:ext>
              </a:extLst>
            </p:cNvPr>
            <p:cNvSpPr/>
            <p:nvPr/>
          </p:nvSpPr>
          <p:spPr>
            <a:xfrm>
              <a:off x="1456839" y="501649"/>
              <a:ext cx="715964" cy="5862639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37600" tIns="237600" rIns="237600" bIns="237600" rtlCol="0" anchor="ctr"/>
            <a:lstStyle/>
            <a:p>
              <a:pPr algn="ctr"/>
              <a:endParaRPr lang="en-US" sz="2000" noProof="0" err="1"/>
            </a:p>
          </p:txBody>
        </p:sp>
        <p:sp>
          <p:nvSpPr>
            <p:cNvPr id="117" name="Rectangle 116">
              <a:extLst>
                <a:ext uri="{FF2B5EF4-FFF2-40B4-BE49-F238E27FC236}">
                  <a16:creationId xmlns:a16="http://schemas.microsoft.com/office/drawing/2014/main" id="{ADABCB14-BA75-4B31-8404-F842D634C5FA}"/>
                </a:ext>
              </a:extLst>
            </p:cNvPr>
            <p:cNvSpPr/>
            <p:nvPr/>
          </p:nvSpPr>
          <p:spPr>
            <a:xfrm>
              <a:off x="8122316" y="501649"/>
              <a:ext cx="715964" cy="5862639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37600" tIns="237600" rIns="237600" bIns="237600" rtlCol="0" anchor="ctr"/>
            <a:lstStyle/>
            <a:p>
              <a:pPr algn="ctr"/>
              <a:endParaRPr lang="en-US" sz="2000" noProof="0" err="1"/>
            </a:p>
          </p:txBody>
        </p:sp>
        <p:sp>
          <p:nvSpPr>
            <p:cNvPr id="118" name="Rectangle 117">
              <a:extLst>
                <a:ext uri="{FF2B5EF4-FFF2-40B4-BE49-F238E27FC236}">
                  <a16:creationId xmlns:a16="http://schemas.microsoft.com/office/drawing/2014/main" id="{222E1F28-617C-42B1-A6FF-BB511F216035}"/>
                </a:ext>
              </a:extLst>
            </p:cNvPr>
            <p:cNvSpPr/>
            <p:nvPr/>
          </p:nvSpPr>
          <p:spPr>
            <a:xfrm>
              <a:off x="9074527" y="501649"/>
              <a:ext cx="715964" cy="5862639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37600" tIns="237600" rIns="237600" bIns="237600" rtlCol="0" anchor="ctr"/>
            <a:lstStyle/>
            <a:p>
              <a:pPr algn="ctr"/>
              <a:endParaRPr lang="en-US" sz="2000" noProof="0" err="1"/>
            </a:p>
          </p:txBody>
        </p:sp>
        <p:sp>
          <p:nvSpPr>
            <p:cNvPr id="119" name="Rectangle 118">
              <a:extLst>
                <a:ext uri="{FF2B5EF4-FFF2-40B4-BE49-F238E27FC236}">
                  <a16:creationId xmlns:a16="http://schemas.microsoft.com/office/drawing/2014/main" id="{E69EDA3C-B72E-4595-A9E9-C52463512844}"/>
                </a:ext>
              </a:extLst>
            </p:cNvPr>
            <p:cNvSpPr/>
            <p:nvPr/>
          </p:nvSpPr>
          <p:spPr>
            <a:xfrm>
              <a:off x="10026738" y="501649"/>
              <a:ext cx="715964" cy="5862639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37600" tIns="237600" rIns="237600" bIns="237600" rtlCol="0" anchor="ctr"/>
            <a:lstStyle/>
            <a:p>
              <a:pPr algn="ctr"/>
              <a:endParaRPr lang="en-US" sz="2000" noProof="0" err="1"/>
            </a:p>
          </p:txBody>
        </p:sp>
        <p:sp>
          <p:nvSpPr>
            <p:cNvPr id="120" name="Rectangle 119">
              <a:extLst>
                <a:ext uri="{FF2B5EF4-FFF2-40B4-BE49-F238E27FC236}">
                  <a16:creationId xmlns:a16="http://schemas.microsoft.com/office/drawing/2014/main" id="{289C1C4C-D89D-4FF0-935C-26D17097F22D}"/>
                </a:ext>
              </a:extLst>
            </p:cNvPr>
            <p:cNvSpPr/>
            <p:nvPr/>
          </p:nvSpPr>
          <p:spPr>
            <a:xfrm>
              <a:off x="10978950" y="501649"/>
              <a:ext cx="715964" cy="5862639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37600" tIns="237600" rIns="237600" bIns="237600" rtlCol="0" anchor="ctr"/>
            <a:lstStyle/>
            <a:p>
              <a:pPr algn="ctr"/>
              <a:endParaRPr lang="en-US" sz="2000" noProof="0" err="1"/>
            </a:p>
          </p:txBody>
        </p:sp>
        <p:sp>
          <p:nvSpPr>
            <p:cNvPr id="121" name="Rectangle 120">
              <a:extLst>
                <a:ext uri="{FF2B5EF4-FFF2-40B4-BE49-F238E27FC236}">
                  <a16:creationId xmlns:a16="http://schemas.microsoft.com/office/drawing/2014/main" id="{A520FBBD-719C-461F-A18E-15DEEF9344D5}"/>
                </a:ext>
              </a:extLst>
            </p:cNvPr>
            <p:cNvSpPr/>
            <p:nvPr/>
          </p:nvSpPr>
          <p:spPr>
            <a:xfrm>
              <a:off x="7170105" y="501649"/>
              <a:ext cx="715964" cy="5862639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37600" tIns="237600" rIns="237600" bIns="237600" rtlCol="0" anchor="ctr"/>
            <a:lstStyle/>
            <a:p>
              <a:pPr algn="ctr"/>
              <a:endParaRPr lang="en-US" sz="2000" noProof="0" err="1"/>
            </a:p>
          </p:txBody>
        </p:sp>
        <p:sp>
          <p:nvSpPr>
            <p:cNvPr id="122" name="Rectangle 121">
              <a:extLst>
                <a:ext uri="{FF2B5EF4-FFF2-40B4-BE49-F238E27FC236}">
                  <a16:creationId xmlns:a16="http://schemas.microsoft.com/office/drawing/2014/main" id="{B8152350-997B-4F9F-AF5B-0640D5A22D60}"/>
                </a:ext>
              </a:extLst>
            </p:cNvPr>
            <p:cNvSpPr/>
            <p:nvPr/>
          </p:nvSpPr>
          <p:spPr>
            <a:xfrm>
              <a:off x="6217894" y="501649"/>
              <a:ext cx="715964" cy="5862639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37600" tIns="237600" rIns="237600" bIns="237600" rtlCol="0" anchor="ctr"/>
            <a:lstStyle/>
            <a:p>
              <a:pPr algn="ctr"/>
              <a:endParaRPr lang="en-US" sz="2000" noProof="0" err="1"/>
            </a:p>
          </p:txBody>
        </p:sp>
        <p:sp>
          <p:nvSpPr>
            <p:cNvPr id="123" name="Rectangle 122">
              <a:extLst>
                <a:ext uri="{FF2B5EF4-FFF2-40B4-BE49-F238E27FC236}">
                  <a16:creationId xmlns:a16="http://schemas.microsoft.com/office/drawing/2014/main" id="{CE7E2C06-3591-4F16-A6C9-26D03AFE7A9F}"/>
                </a:ext>
              </a:extLst>
            </p:cNvPr>
            <p:cNvSpPr/>
            <p:nvPr/>
          </p:nvSpPr>
          <p:spPr>
            <a:xfrm>
              <a:off x="5265683" y="501649"/>
              <a:ext cx="715964" cy="5862639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37600" tIns="237600" rIns="237600" bIns="237600" rtlCol="0" anchor="ctr"/>
            <a:lstStyle/>
            <a:p>
              <a:pPr algn="ctr"/>
              <a:endParaRPr lang="en-US" sz="2000" noProof="0" err="1"/>
            </a:p>
          </p:txBody>
        </p:sp>
        <p:sp>
          <p:nvSpPr>
            <p:cNvPr id="124" name="Rectangle 123">
              <a:extLst>
                <a:ext uri="{FF2B5EF4-FFF2-40B4-BE49-F238E27FC236}">
                  <a16:creationId xmlns:a16="http://schemas.microsoft.com/office/drawing/2014/main" id="{4D92D19D-15E4-4E02-9555-F731FC602CCC}"/>
                </a:ext>
              </a:extLst>
            </p:cNvPr>
            <p:cNvSpPr/>
            <p:nvPr/>
          </p:nvSpPr>
          <p:spPr>
            <a:xfrm>
              <a:off x="4313472" y="501649"/>
              <a:ext cx="715964" cy="5862639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37600" tIns="237600" rIns="237600" bIns="237600" rtlCol="0" anchor="ctr"/>
            <a:lstStyle/>
            <a:p>
              <a:pPr algn="ctr"/>
              <a:endParaRPr lang="en-US" sz="2000" noProof="0" err="1"/>
            </a:p>
          </p:txBody>
        </p:sp>
        <p:sp>
          <p:nvSpPr>
            <p:cNvPr id="125" name="Rectangle 124">
              <a:extLst>
                <a:ext uri="{FF2B5EF4-FFF2-40B4-BE49-F238E27FC236}">
                  <a16:creationId xmlns:a16="http://schemas.microsoft.com/office/drawing/2014/main" id="{8A5793D9-80BF-4104-A4AB-DD353A2513BA}"/>
                </a:ext>
              </a:extLst>
            </p:cNvPr>
            <p:cNvSpPr/>
            <p:nvPr/>
          </p:nvSpPr>
          <p:spPr>
            <a:xfrm>
              <a:off x="3361261" y="501649"/>
              <a:ext cx="715964" cy="5862639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37600" tIns="237600" rIns="237600" bIns="237600" rtlCol="0" anchor="ctr"/>
            <a:lstStyle/>
            <a:p>
              <a:pPr algn="ctr"/>
              <a:endParaRPr lang="en-US" sz="2000" noProof="0" err="1"/>
            </a:p>
          </p:txBody>
        </p:sp>
        <p:sp>
          <p:nvSpPr>
            <p:cNvPr id="126" name="Rectangle 125">
              <a:extLst>
                <a:ext uri="{FF2B5EF4-FFF2-40B4-BE49-F238E27FC236}">
                  <a16:creationId xmlns:a16="http://schemas.microsoft.com/office/drawing/2014/main" id="{9298F0B0-8A2D-4275-9CBC-81577EF8011C}"/>
                </a:ext>
              </a:extLst>
            </p:cNvPr>
            <p:cNvSpPr/>
            <p:nvPr/>
          </p:nvSpPr>
          <p:spPr>
            <a:xfrm>
              <a:off x="2409050" y="501649"/>
              <a:ext cx="715964" cy="5862639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37600" tIns="237600" rIns="237600" bIns="237600" rtlCol="0" anchor="ctr"/>
            <a:lstStyle/>
            <a:p>
              <a:pPr algn="ctr"/>
              <a:endParaRPr lang="en-US" sz="2000" noProof="0" err="1"/>
            </a:p>
          </p:txBody>
        </p:sp>
        <p:sp>
          <p:nvSpPr>
            <p:cNvPr id="127" name="Rectangle 126">
              <a:extLst>
                <a:ext uri="{FF2B5EF4-FFF2-40B4-BE49-F238E27FC236}">
                  <a16:creationId xmlns:a16="http://schemas.microsoft.com/office/drawing/2014/main" id="{C6FF5141-D9A4-40D9-AE0A-9FAA2ECE1656}"/>
                </a:ext>
              </a:extLst>
            </p:cNvPr>
            <p:cNvSpPr/>
            <p:nvPr/>
          </p:nvSpPr>
          <p:spPr>
            <a:xfrm>
              <a:off x="500062" y="1943739"/>
              <a:ext cx="11190287" cy="548640"/>
            </a:xfrm>
            <a:prstGeom prst="rect">
              <a:avLst/>
            </a:prstGeom>
            <a:solidFill>
              <a:schemeClr val="accent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37600" tIns="237600" rIns="237600" bIns="237600" rtlCol="0" anchor="ctr"/>
            <a:lstStyle/>
            <a:p>
              <a:pPr algn="ctr"/>
              <a:endParaRPr lang="en-US" sz="2000" noProof="0" err="1"/>
            </a:p>
          </p:txBody>
        </p:sp>
        <p:sp>
          <p:nvSpPr>
            <p:cNvPr id="128" name="Rectangle 127">
              <a:extLst>
                <a:ext uri="{FF2B5EF4-FFF2-40B4-BE49-F238E27FC236}">
                  <a16:creationId xmlns:a16="http://schemas.microsoft.com/office/drawing/2014/main" id="{F254B338-3EBA-4D36-86E8-9C09EF7C02B8}"/>
                </a:ext>
              </a:extLst>
            </p:cNvPr>
            <p:cNvSpPr/>
            <p:nvPr/>
          </p:nvSpPr>
          <p:spPr>
            <a:xfrm>
              <a:off x="500062" y="2733169"/>
              <a:ext cx="11190287" cy="548640"/>
            </a:xfrm>
            <a:prstGeom prst="rect">
              <a:avLst/>
            </a:prstGeom>
            <a:solidFill>
              <a:schemeClr val="accent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37600" tIns="237600" rIns="237600" bIns="237600" rtlCol="0" anchor="ctr"/>
            <a:lstStyle/>
            <a:p>
              <a:pPr algn="ctr"/>
              <a:endParaRPr lang="en-US" sz="2000" noProof="0" err="1"/>
            </a:p>
          </p:txBody>
        </p:sp>
        <p:sp>
          <p:nvSpPr>
            <p:cNvPr id="129" name="Rectangle 128">
              <a:extLst>
                <a:ext uri="{FF2B5EF4-FFF2-40B4-BE49-F238E27FC236}">
                  <a16:creationId xmlns:a16="http://schemas.microsoft.com/office/drawing/2014/main" id="{FE8AE6C3-0AFF-40F6-88C7-3A7C8A014488}"/>
                </a:ext>
              </a:extLst>
            </p:cNvPr>
            <p:cNvSpPr/>
            <p:nvPr/>
          </p:nvSpPr>
          <p:spPr>
            <a:xfrm>
              <a:off x="500062" y="3522599"/>
              <a:ext cx="11190287" cy="548640"/>
            </a:xfrm>
            <a:prstGeom prst="rect">
              <a:avLst/>
            </a:prstGeom>
            <a:solidFill>
              <a:schemeClr val="accent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37600" tIns="237600" rIns="237600" bIns="237600" rtlCol="0" anchor="ctr"/>
            <a:lstStyle/>
            <a:p>
              <a:pPr algn="ctr"/>
              <a:endParaRPr lang="en-US" sz="2000" noProof="0" err="1"/>
            </a:p>
          </p:txBody>
        </p:sp>
        <p:sp>
          <p:nvSpPr>
            <p:cNvPr id="130" name="Rectangle 129">
              <a:extLst>
                <a:ext uri="{FF2B5EF4-FFF2-40B4-BE49-F238E27FC236}">
                  <a16:creationId xmlns:a16="http://schemas.microsoft.com/office/drawing/2014/main" id="{53E9EF65-B326-497A-9EE0-EFC57318F203}"/>
                </a:ext>
              </a:extLst>
            </p:cNvPr>
            <p:cNvSpPr/>
            <p:nvPr/>
          </p:nvSpPr>
          <p:spPr>
            <a:xfrm>
              <a:off x="500062" y="4309364"/>
              <a:ext cx="11190287" cy="548640"/>
            </a:xfrm>
            <a:prstGeom prst="rect">
              <a:avLst/>
            </a:prstGeom>
            <a:solidFill>
              <a:schemeClr val="accent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37600" tIns="237600" rIns="237600" bIns="237600" rtlCol="0" anchor="ctr"/>
            <a:lstStyle/>
            <a:p>
              <a:pPr algn="ctr"/>
              <a:endParaRPr lang="en-US" sz="2000" noProof="0" err="1"/>
            </a:p>
          </p:txBody>
        </p:sp>
        <p:sp>
          <p:nvSpPr>
            <p:cNvPr id="131" name="Rectangle 130">
              <a:extLst>
                <a:ext uri="{FF2B5EF4-FFF2-40B4-BE49-F238E27FC236}">
                  <a16:creationId xmlns:a16="http://schemas.microsoft.com/office/drawing/2014/main" id="{BA518688-2A30-4B00-97FA-A9EA1D196D35}"/>
                </a:ext>
              </a:extLst>
            </p:cNvPr>
            <p:cNvSpPr/>
            <p:nvPr/>
          </p:nvSpPr>
          <p:spPr>
            <a:xfrm>
              <a:off x="500062" y="5084795"/>
              <a:ext cx="11190287" cy="548640"/>
            </a:xfrm>
            <a:prstGeom prst="rect">
              <a:avLst/>
            </a:prstGeom>
            <a:solidFill>
              <a:schemeClr val="accent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37600" tIns="237600" rIns="237600" bIns="237600" rtlCol="0" anchor="ctr"/>
            <a:lstStyle/>
            <a:p>
              <a:pPr algn="ctr"/>
              <a:endParaRPr lang="en-US" sz="2000" noProof="0" err="1"/>
            </a:p>
          </p:txBody>
        </p:sp>
        <p:sp>
          <p:nvSpPr>
            <p:cNvPr id="132" name="Rectangle 131">
              <a:extLst>
                <a:ext uri="{FF2B5EF4-FFF2-40B4-BE49-F238E27FC236}">
                  <a16:creationId xmlns:a16="http://schemas.microsoft.com/office/drawing/2014/main" id="{1F693842-B64A-4087-9E5F-5199914B2E05}"/>
                </a:ext>
              </a:extLst>
            </p:cNvPr>
            <p:cNvSpPr/>
            <p:nvPr/>
          </p:nvSpPr>
          <p:spPr>
            <a:xfrm>
              <a:off x="500063" y="501647"/>
              <a:ext cx="11190287" cy="930975"/>
            </a:xfrm>
            <a:prstGeom prst="rect">
              <a:avLst/>
            </a:prstGeom>
            <a:solidFill>
              <a:schemeClr val="accent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37600" tIns="237600" rIns="237600" bIns="237600" rtlCol="0" anchor="ctr"/>
            <a:lstStyle/>
            <a:p>
              <a:pPr algn="ctr"/>
              <a:endParaRPr lang="en-US" sz="2000" noProof="0" err="1"/>
            </a:p>
          </p:txBody>
        </p: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3572D74A-7938-1646-84EC-EA01E1E70391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11123612" y="6705600"/>
            <a:ext cx="1069975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DK" sz="100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Classification: Public</a:t>
            </a:r>
          </a:p>
        </p:txBody>
      </p:sp>
    </p:spTree>
    <p:extLst>
      <p:ext uri="{BB962C8B-B14F-4D97-AF65-F5344CB8AC3E}">
        <p14:creationId xmlns:p14="http://schemas.microsoft.com/office/powerpoint/2010/main" val="1809999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6" r:id="rId1"/>
    <p:sldLayoutId id="2147483785" r:id="rId2"/>
    <p:sldLayoutId id="2147483791" r:id="rId3"/>
    <p:sldLayoutId id="2147483787" r:id="rId4"/>
    <p:sldLayoutId id="2147483781" r:id="rId5"/>
    <p:sldLayoutId id="2147483730" r:id="rId6"/>
    <p:sldLayoutId id="2147483782" r:id="rId7"/>
    <p:sldLayoutId id="2147483783" r:id="rId8"/>
    <p:sldLayoutId id="2147483788" r:id="rId9"/>
    <p:sldLayoutId id="2147483790" r:id="rId10"/>
    <p:sldLayoutId id="2147483743" r:id="rId11"/>
    <p:sldLayoutId id="2147483744" r:id="rId12"/>
    <p:sldLayoutId id="2147483754" r:id="rId13"/>
    <p:sldLayoutId id="2147483737" r:id="rId14"/>
    <p:sldLayoutId id="2147483780" r:id="rId15"/>
    <p:sldLayoutId id="2147483757" r:id="rId16"/>
    <p:sldLayoutId id="2147483770" r:id="rId17"/>
    <p:sldLayoutId id="2147483741" r:id="rId18"/>
    <p:sldLayoutId id="2147483778" r:id="rId19"/>
    <p:sldLayoutId id="2147483759" r:id="rId20"/>
    <p:sldLayoutId id="2147483761" r:id="rId21"/>
    <p:sldLayoutId id="2147483760" r:id="rId22"/>
    <p:sldLayoutId id="2147483758" r:id="rId23"/>
    <p:sldLayoutId id="2147483779" r:id="rId24"/>
    <p:sldLayoutId id="2147483771" r:id="rId25"/>
    <p:sldLayoutId id="2147483772" r:id="rId26"/>
    <p:sldLayoutId id="2147483773" r:id="rId27"/>
    <p:sldLayoutId id="2147483777" r:id="rId28"/>
    <p:sldLayoutId id="2147483776" r:id="rId29"/>
    <p:sldLayoutId id="2147483765" r:id="rId30"/>
    <p:sldLayoutId id="2147483739" r:id="rId31"/>
    <p:sldLayoutId id="2147483755" r:id="rId32"/>
    <p:sldLayoutId id="2147483766" r:id="rId33"/>
    <p:sldLayoutId id="2147483762" r:id="rId34"/>
    <p:sldLayoutId id="2147483763" r:id="rId35"/>
    <p:sldLayoutId id="2147483775" r:id="rId36"/>
    <p:sldLayoutId id="2147483774" r:id="rId37"/>
    <p:sldLayoutId id="2147483768" r:id="rId38"/>
    <p:sldLayoutId id="2147483767" r:id="rId39"/>
    <p:sldLayoutId id="2147483734" r:id="rId40"/>
    <p:sldLayoutId id="2147483764" r:id="rId41"/>
    <p:sldLayoutId id="2147483732" r:id="rId42"/>
    <p:sldLayoutId id="2147483769" r:id="rId43"/>
    <p:sldLayoutId id="2147483756" r:id="rId44"/>
    <p:sldLayoutId id="2147483750" r:id="rId45"/>
    <p:sldLayoutId id="2147483751" r:id="rId46"/>
  </p:sldLayoutIdLst>
  <p:hf hdr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28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0000" indent="-18000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Clr>
          <a:schemeClr val="accent1"/>
        </a:buClr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360000" indent="-180000" algn="l" defTabSz="914400" rtl="0" eaLnBrk="1" latinLnBrk="0" hangingPunct="1">
        <a:lnSpc>
          <a:spcPct val="100000"/>
        </a:lnSpc>
        <a:spcBef>
          <a:spcPts val="300"/>
        </a:spcBef>
        <a:spcAft>
          <a:spcPts val="600"/>
        </a:spcAft>
        <a:buClr>
          <a:schemeClr val="accent1"/>
        </a:buClr>
        <a:buFont typeface="Arial" panose="020B0604020202020204" pitchFamily="34" charset="0"/>
        <a:buChar char="•"/>
        <a:defRPr sz="1250" kern="1200">
          <a:solidFill>
            <a:schemeClr val="tx1"/>
          </a:solidFill>
          <a:latin typeface="+mn-lt"/>
          <a:ea typeface="+mn-ea"/>
          <a:cs typeface="+mn-cs"/>
        </a:defRPr>
      </a:lvl2pPr>
      <a:lvl3pPr marL="540000" indent="-180000" algn="l" defTabSz="914400" rtl="0" eaLnBrk="1" latinLnBrk="0" hangingPunct="1">
        <a:lnSpc>
          <a:spcPct val="100000"/>
        </a:lnSpc>
        <a:spcBef>
          <a:spcPts val="300"/>
        </a:spcBef>
        <a:spcAft>
          <a:spcPts val="600"/>
        </a:spcAft>
        <a:buClr>
          <a:schemeClr val="accent1"/>
        </a:buClr>
        <a:buFont typeface="Arial" panose="020B0604020202020204" pitchFamily="34" charset="0"/>
        <a:buChar char="•"/>
        <a:defRPr sz="1100" kern="1200">
          <a:solidFill>
            <a:schemeClr val="tx1"/>
          </a:solidFill>
          <a:latin typeface="+mn-lt"/>
          <a:ea typeface="+mn-ea"/>
          <a:cs typeface="+mn-cs"/>
        </a:defRPr>
      </a:lvl3pPr>
      <a:lvl4pPr marL="0" indent="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​"/>
        <a:defRPr sz="1600" b="1" kern="1200">
          <a:solidFill>
            <a:schemeClr val="accent1"/>
          </a:solidFill>
          <a:latin typeface="+mn-lt"/>
          <a:ea typeface="+mn-ea"/>
          <a:cs typeface="+mn-cs"/>
        </a:defRPr>
      </a:lvl4pPr>
      <a:lvl5pPr marL="0" indent="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​"/>
        <a:tabLst/>
        <a:defRPr sz="1600" i="0" kern="1200">
          <a:solidFill>
            <a:schemeClr val="tx1"/>
          </a:solidFill>
          <a:latin typeface="+mn-lt"/>
          <a:ea typeface="+mn-ea"/>
          <a:cs typeface="+mn-cs"/>
        </a:defRPr>
      </a:lvl5pPr>
      <a:lvl6pPr marL="0" indent="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Clr>
          <a:schemeClr val="accent1"/>
        </a:buClr>
        <a:buFont typeface="Arial" panose="020B0604020202020204" pitchFamily="34" charset="0"/>
        <a:buChar char="​"/>
        <a:defRPr sz="2350" i="1" kern="1200">
          <a:solidFill>
            <a:schemeClr val="tx1"/>
          </a:solidFill>
          <a:latin typeface="Maersk Headline Office" panose="00000500000000000000" pitchFamily="2" charset="0"/>
          <a:ea typeface="+mn-ea"/>
          <a:cs typeface="+mn-cs"/>
        </a:defRPr>
      </a:lvl6pPr>
      <a:lvl7pPr marL="0" indent="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​"/>
        <a:defRPr sz="600" b="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0" indent="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​"/>
        <a:defRPr sz="500" b="0" kern="1200">
          <a:solidFill>
            <a:schemeClr val="tx2"/>
          </a:solidFill>
          <a:latin typeface="+mn-lt"/>
          <a:ea typeface="+mn-ea"/>
          <a:cs typeface="+mn-cs"/>
        </a:defRPr>
      </a:lvl8pPr>
      <a:lvl9pPr marL="0" indent="0" algn="l" defTabSz="9144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Font typeface="Arial" panose="020B0604020202020204" pitchFamily="34" charset="0"/>
        <a:buChar char="​"/>
        <a:defRPr sz="6000" kern="1200" baseline="0">
          <a:solidFill>
            <a:schemeClr val="accent1"/>
          </a:solidFill>
          <a:latin typeface="+mj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2" pos="768" userDrawn="1">
          <p15:clr>
            <a:srgbClr val="F26B43"/>
          </p15:clr>
        </p15:guide>
        <p15:guide id="3" orient="horz" pos="315" userDrawn="1">
          <p15:clr>
            <a:srgbClr val="F26B43"/>
          </p15:clr>
        </p15:guide>
        <p15:guide id="4" orient="horz" pos="3997" userDrawn="1">
          <p15:clr>
            <a:srgbClr val="F26B43"/>
          </p15:clr>
        </p15:guide>
        <p15:guide id="5" pos="917" userDrawn="1">
          <p15:clr>
            <a:srgbClr val="F26B43"/>
          </p15:clr>
        </p15:guide>
        <p15:guide id="6" pos="1368" userDrawn="1">
          <p15:clr>
            <a:srgbClr val="F26B43"/>
          </p15:clr>
        </p15:guide>
        <p15:guide id="7" pos="5116" userDrawn="1">
          <p15:clr>
            <a:srgbClr val="F26B43"/>
          </p15:clr>
        </p15:guide>
        <p15:guide id="8" pos="5567" userDrawn="1">
          <p15:clr>
            <a:srgbClr val="F26B43"/>
          </p15:clr>
        </p15:guide>
        <p15:guide id="9" pos="5716" userDrawn="1">
          <p15:clr>
            <a:srgbClr val="F26B43"/>
          </p15:clr>
        </p15:guide>
        <p15:guide id="10" pos="6167" userDrawn="1">
          <p15:clr>
            <a:srgbClr val="F26B43"/>
          </p15:clr>
        </p15:guide>
        <p15:guide id="11" pos="6316" userDrawn="1">
          <p15:clr>
            <a:srgbClr val="F26B43"/>
          </p15:clr>
        </p15:guide>
        <p15:guide id="12" pos="6767" userDrawn="1">
          <p15:clr>
            <a:srgbClr val="F26B43"/>
          </p15:clr>
        </p15:guide>
        <p15:guide id="13" pos="6915" userDrawn="1">
          <p15:clr>
            <a:srgbClr val="F26B43"/>
          </p15:clr>
        </p15:guide>
        <p15:guide id="15" pos="4516" userDrawn="1">
          <p15:clr>
            <a:srgbClr val="F26B43"/>
          </p15:clr>
        </p15:guide>
        <p15:guide id="16" pos="4967" userDrawn="1">
          <p15:clr>
            <a:srgbClr val="F26B43"/>
          </p15:clr>
        </p15:guide>
        <p15:guide id="17" pos="3916" userDrawn="1">
          <p15:clr>
            <a:srgbClr val="F26B43"/>
          </p15:clr>
        </p15:guide>
        <p15:guide id="18" pos="4367" userDrawn="1">
          <p15:clr>
            <a:srgbClr val="F26B43"/>
          </p15:clr>
        </p15:guide>
        <p15:guide id="19" pos="3316" userDrawn="1">
          <p15:clr>
            <a:srgbClr val="F26B43"/>
          </p15:clr>
        </p15:guide>
        <p15:guide id="20" pos="3767" userDrawn="1">
          <p15:clr>
            <a:srgbClr val="F26B43"/>
          </p15:clr>
        </p15:guide>
        <p15:guide id="21" pos="2717" userDrawn="1">
          <p15:clr>
            <a:srgbClr val="F26B43"/>
          </p15:clr>
        </p15:guide>
        <p15:guide id="22" pos="3168" userDrawn="1">
          <p15:clr>
            <a:srgbClr val="F26B43"/>
          </p15:clr>
        </p15:guide>
        <p15:guide id="23" pos="2117" userDrawn="1">
          <p15:clr>
            <a:srgbClr val="F26B43"/>
          </p15:clr>
        </p15:guide>
        <p15:guide id="24" pos="2568" userDrawn="1">
          <p15:clr>
            <a:srgbClr val="F26B43"/>
          </p15:clr>
        </p15:guide>
        <p15:guide id="25" pos="1517" userDrawn="1">
          <p15:clr>
            <a:srgbClr val="F26B43"/>
          </p15:clr>
        </p15:guide>
        <p15:guide id="26" pos="1968" userDrawn="1">
          <p15:clr>
            <a:srgbClr val="F26B43"/>
          </p15:clr>
        </p15:guide>
        <p15:guide id="28" pos="7363" userDrawn="1">
          <p15:clr>
            <a:srgbClr val="F26B43"/>
          </p15:clr>
        </p15:guide>
        <p15:guide id="29" orient="horz" pos="1224" userDrawn="1">
          <p15:clr>
            <a:srgbClr val="F26B43"/>
          </p15:clr>
        </p15:guide>
        <p15:guide id="30" orient="horz" pos="1570" userDrawn="1">
          <p15:clr>
            <a:srgbClr val="F26B43"/>
          </p15:clr>
        </p15:guide>
        <p15:guide id="31" orient="horz" pos="1721" userDrawn="1">
          <p15:clr>
            <a:srgbClr val="F26B43"/>
          </p15:clr>
        </p15:guide>
        <p15:guide id="32" orient="horz" pos="2067" userDrawn="1">
          <p15:clr>
            <a:srgbClr val="F26B43"/>
          </p15:clr>
        </p15:guide>
        <p15:guide id="33" orient="horz" pos="2218" userDrawn="1">
          <p15:clr>
            <a:srgbClr val="F26B43"/>
          </p15:clr>
        </p15:guide>
        <p15:guide id="34" orient="horz" pos="2564" userDrawn="1">
          <p15:clr>
            <a:srgbClr val="F26B43"/>
          </p15:clr>
        </p15:guide>
        <p15:guide id="35" orient="horz" pos="2714" userDrawn="1">
          <p15:clr>
            <a:srgbClr val="F26B43"/>
          </p15:clr>
        </p15:guide>
        <p15:guide id="36" orient="horz" pos="3060" userDrawn="1">
          <p15:clr>
            <a:srgbClr val="F26B43"/>
          </p15:clr>
        </p15:guide>
        <p15:guide id="37" orient="horz" pos="3203" userDrawn="1">
          <p15:clr>
            <a:srgbClr val="F26B43"/>
          </p15:clr>
        </p15:guide>
        <p15:guide id="38" orient="horz" pos="3548" userDrawn="1">
          <p15:clr>
            <a:srgbClr val="F26B43"/>
          </p15:clr>
        </p15:guide>
        <p15:guide id="39" pos="315" userDrawn="1">
          <p15:clr>
            <a:srgbClr val="F26B43"/>
          </p15:clr>
        </p15:guide>
        <p15:guide id="40" pos="7364" userDrawn="1">
          <p15:clr>
            <a:srgbClr val="F26B43"/>
          </p15:clr>
        </p15:guide>
        <p15:guide id="41" orient="horz" pos="902" userDrawn="1">
          <p15:clr>
            <a:srgbClr val="F26B43"/>
          </p15:clr>
        </p15:guide>
        <p15:guide id="42" orient="horz" pos="2160" userDrawn="1">
          <p15:clr>
            <a:srgbClr val="000000"/>
          </p15:clr>
        </p15:guide>
        <p15:guide id="43" pos="3840" userDrawn="1">
          <p15:clr>
            <a:srgbClr val="000000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87073C37-ABA3-49E3-B22C-4DC0C9C4EDD4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43"/>
            </p:custDataLst>
            <p:extLst>
              <p:ext uri="{D42A27DB-BD31-4B8C-83A1-F6EECF244321}">
                <p14:modId xmlns:p14="http://schemas.microsoft.com/office/powerpoint/2010/main" val="38734105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4" imgW="473" imgH="473" progId="TCLayout.ActiveDocument.1">
                  <p:embed/>
                </p:oleObj>
              </mc:Choice>
              <mc:Fallback>
                <p:oleObj name="think-cell Slide" r:id="rId44" imgW="473" imgH="473" progId="TCLayout.ActiveDocument.1">
                  <p:embed/>
                  <p:pic>
                    <p:nvPicPr>
                      <p:cNvPr id="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87073C37-ABA3-49E3-B22C-4DC0C9C4EDD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71475" y="1943739"/>
            <a:ext cx="11449050" cy="368961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GB" noProof="0"/>
              <a:t>Level 1</a:t>
            </a:r>
          </a:p>
          <a:p>
            <a:pPr lvl="1"/>
            <a:r>
              <a:rPr lang="en-GB" noProof="0"/>
              <a:t>Level 2</a:t>
            </a:r>
          </a:p>
          <a:p>
            <a:pPr lvl="2"/>
            <a:r>
              <a:rPr lang="en-GB" noProof="0"/>
              <a:t>Level 3</a:t>
            </a:r>
          </a:p>
          <a:p>
            <a:pPr lvl="3"/>
            <a:r>
              <a:rPr lang="en-GB" noProof="0"/>
              <a:t>Level 4, Subhead</a:t>
            </a:r>
          </a:p>
          <a:p>
            <a:pPr lvl="4"/>
            <a:r>
              <a:rPr lang="en-GB" noProof="0"/>
              <a:t>Level 5, headline</a:t>
            </a:r>
          </a:p>
          <a:p>
            <a:pPr lvl="5"/>
            <a:r>
              <a:rPr lang="en-GB" noProof="0"/>
              <a:t>Level 6, headline</a:t>
            </a:r>
          </a:p>
          <a:p>
            <a:pPr lvl="6"/>
            <a:r>
              <a:rPr lang="en-GB" noProof="0"/>
              <a:t>Level 7, note</a:t>
            </a:r>
          </a:p>
          <a:p>
            <a:pPr lvl="7"/>
            <a:r>
              <a:rPr lang="en-GB" noProof="0"/>
              <a:t>Level 8</a:t>
            </a:r>
          </a:p>
          <a:p>
            <a:pPr lvl="8"/>
            <a:r>
              <a:rPr lang="en-GB" noProof="0"/>
              <a:t>Infographic</a:t>
            </a:r>
          </a:p>
        </p:txBody>
      </p:sp>
      <p:sp>
        <p:nvSpPr>
          <p:cNvPr id="7" name="Title Placeholder 6">
            <a:extLst>
              <a:ext uri="{FF2B5EF4-FFF2-40B4-BE49-F238E27FC236}">
                <a16:creationId xmlns:a16="http://schemas.microsoft.com/office/drawing/2014/main" id="{C9392247-CE23-49BB-A39E-64C7575BE4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475" y="368300"/>
            <a:ext cx="11449050" cy="93027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endParaRPr lang="en-GB"/>
          </a:p>
        </p:txBody>
      </p:sp>
      <p:sp>
        <p:nvSpPr>
          <p:cNvPr id="2" name="Date Placeholder 1" hidden="1">
            <a:extLst>
              <a:ext uri="{FF2B5EF4-FFF2-40B4-BE49-F238E27FC236}">
                <a16:creationId xmlns:a16="http://schemas.microsoft.com/office/drawing/2014/main" id="{61512BDD-E313-4203-808B-6ECBEE0B5BB4}"/>
              </a:ext>
            </a:extLst>
          </p:cNvPr>
          <p:cNvSpPr>
            <a:spLocks noGrp="1"/>
          </p:cNvSpPr>
          <p:nvPr userDrawn="1">
            <p:ph type="dt" sz="half" idx="2"/>
          </p:nvPr>
        </p:nvSpPr>
        <p:spPr>
          <a:xfrm>
            <a:off x="0" y="6858000"/>
            <a:ext cx="0" cy="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">
                <a:noFill/>
              </a:defRPr>
            </a:lvl1pPr>
          </a:lstStyle>
          <a:p>
            <a:endParaRPr lang="en-GB"/>
          </a:p>
        </p:txBody>
      </p:sp>
      <p:grpSp>
        <p:nvGrpSpPr>
          <p:cNvPr id="114" name="Group 113" hidden="1">
            <a:extLst>
              <a:ext uri="{FF2B5EF4-FFF2-40B4-BE49-F238E27FC236}">
                <a16:creationId xmlns:a16="http://schemas.microsoft.com/office/drawing/2014/main" id="{A709D695-914B-4705-8AC6-A94C2721C5E6}"/>
              </a:ext>
            </a:extLst>
          </p:cNvPr>
          <p:cNvGrpSpPr/>
          <p:nvPr userDrawn="1"/>
        </p:nvGrpSpPr>
        <p:grpSpPr>
          <a:xfrm>
            <a:off x="500062" y="501647"/>
            <a:ext cx="11194852" cy="5862641"/>
            <a:chOff x="500062" y="501647"/>
            <a:chExt cx="11194852" cy="5862641"/>
          </a:xfrm>
        </p:grpSpPr>
        <p:sp>
          <p:nvSpPr>
            <p:cNvPr id="115" name="Rectangle 114">
              <a:extLst>
                <a:ext uri="{FF2B5EF4-FFF2-40B4-BE49-F238E27FC236}">
                  <a16:creationId xmlns:a16="http://schemas.microsoft.com/office/drawing/2014/main" id="{D94117C3-ACEB-4551-92D6-E8776CE33870}"/>
                </a:ext>
              </a:extLst>
            </p:cNvPr>
            <p:cNvSpPr/>
            <p:nvPr/>
          </p:nvSpPr>
          <p:spPr>
            <a:xfrm>
              <a:off x="504628" y="501649"/>
              <a:ext cx="715964" cy="5862639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37600" tIns="237600" rIns="237600" bIns="237600" rtlCol="0" anchor="ctr"/>
            <a:lstStyle/>
            <a:p>
              <a:pPr algn="ctr"/>
              <a:endParaRPr lang="en-US" sz="2000" noProof="0" err="1"/>
            </a:p>
          </p:txBody>
        </p:sp>
        <p:sp>
          <p:nvSpPr>
            <p:cNvPr id="116" name="Rectangle 115">
              <a:extLst>
                <a:ext uri="{FF2B5EF4-FFF2-40B4-BE49-F238E27FC236}">
                  <a16:creationId xmlns:a16="http://schemas.microsoft.com/office/drawing/2014/main" id="{DB4EA52B-9F03-4154-94D6-DCF629E0A517}"/>
                </a:ext>
              </a:extLst>
            </p:cNvPr>
            <p:cNvSpPr/>
            <p:nvPr/>
          </p:nvSpPr>
          <p:spPr>
            <a:xfrm>
              <a:off x="1456839" y="501649"/>
              <a:ext cx="715964" cy="5862639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37600" tIns="237600" rIns="237600" bIns="237600" rtlCol="0" anchor="ctr"/>
            <a:lstStyle/>
            <a:p>
              <a:pPr algn="ctr"/>
              <a:endParaRPr lang="en-US" sz="2000" noProof="0" err="1"/>
            </a:p>
          </p:txBody>
        </p:sp>
        <p:sp>
          <p:nvSpPr>
            <p:cNvPr id="117" name="Rectangle 116">
              <a:extLst>
                <a:ext uri="{FF2B5EF4-FFF2-40B4-BE49-F238E27FC236}">
                  <a16:creationId xmlns:a16="http://schemas.microsoft.com/office/drawing/2014/main" id="{ADABCB14-BA75-4B31-8404-F842D634C5FA}"/>
                </a:ext>
              </a:extLst>
            </p:cNvPr>
            <p:cNvSpPr/>
            <p:nvPr/>
          </p:nvSpPr>
          <p:spPr>
            <a:xfrm>
              <a:off x="8122316" y="501649"/>
              <a:ext cx="715964" cy="5862639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37600" tIns="237600" rIns="237600" bIns="237600" rtlCol="0" anchor="ctr"/>
            <a:lstStyle/>
            <a:p>
              <a:pPr algn="ctr"/>
              <a:endParaRPr lang="en-US" sz="2000" noProof="0" err="1"/>
            </a:p>
          </p:txBody>
        </p:sp>
        <p:sp>
          <p:nvSpPr>
            <p:cNvPr id="118" name="Rectangle 117">
              <a:extLst>
                <a:ext uri="{FF2B5EF4-FFF2-40B4-BE49-F238E27FC236}">
                  <a16:creationId xmlns:a16="http://schemas.microsoft.com/office/drawing/2014/main" id="{222E1F28-617C-42B1-A6FF-BB511F216035}"/>
                </a:ext>
              </a:extLst>
            </p:cNvPr>
            <p:cNvSpPr/>
            <p:nvPr/>
          </p:nvSpPr>
          <p:spPr>
            <a:xfrm>
              <a:off x="9074527" y="501649"/>
              <a:ext cx="715964" cy="5862639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37600" tIns="237600" rIns="237600" bIns="237600" rtlCol="0" anchor="ctr"/>
            <a:lstStyle/>
            <a:p>
              <a:pPr algn="ctr"/>
              <a:endParaRPr lang="en-US" sz="2000" noProof="0" err="1"/>
            </a:p>
          </p:txBody>
        </p:sp>
        <p:sp>
          <p:nvSpPr>
            <p:cNvPr id="119" name="Rectangle 118">
              <a:extLst>
                <a:ext uri="{FF2B5EF4-FFF2-40B4-BE49-F238E27FC236}">
                  <a16:creationId xmlns:a16="http://schemas.microsoft.com/office/drawing/2014/main" id="{E69EDA3C-B72E-4595-A9E9-C52463512844}"/>
                </a:ext>
              </a:extLst>
            </p:cNvPr>
            <p:cNvSpPr/>
            <p:nvPr/>
          </p:nvSpPr>
          <p:spPr>
            <a:xfrm>
              <a:off x="10026738" y="501649"/>
              <a:ext cx="715964" cy="5862639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37600" tIns="237600" rIns="237600" bIns="237600" rtlCol="0" anchor="ctr"/>
            <a:lstStyle/>
            <a:p>
              <a:pPr algn="ctr"/>
              <a:endParaRPr lang="en-US" sz="2000" noProof="0" err="1"/>
            </a:p>
          </p:txBody>
        </p:sp>
        <p:sp>
          <p:nvSpPr>
            <p:cNvPr id="120" name="Rectangle 119">
              <a:extLst>
                <a:ext uri="{FF2B5EF4-FFF2-40B4-BE49-F238E27FC236}">
                  <a16:creationId xmlns:a16="http://schemas.microsoft.com/office/drawing/2014/main" id="{289C1C4C-D89D-4FF0-935C-26D17097F22D}"/>
                </a:ext>
              </a:extLst>
            </p:cNvPr>
            <p:cNvSpPr/>
            <p:nvPr/>
          </p:nvSpPr>
          <p:spPr>
            <a:xfrm>
              <a:off x="10978950" y="501649"/>
              <a:ext cx="715964" cy="5862639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37600" tIns="237600" rIns="237600" bIns="237600" rtlCol="0" anchor="ctr"/>
            <a:lstStyle/>
            <a:p>
              <a:pPr algn="ctr"/>
              <a:endParaRPr lang="en-US" sz="2000" noProof="0" err="1"/>
            </a:p>
          </p:txBody>
        </p:sp>
        <p:sp>
          <p:nvSpPr>
            <p:cNvPr id="121" name="Rectangle 120">
              <a:extLst>
                <a:ext uri="{FF2B5EF4-FFF2-40B4-BE49-F238E27FC236}">
                  <a16:creationId xmlns:a16="http://schemas.microsoft.com/office/drawing/2014/main" id="{A520FBBD-719C-461F-A18E-15DEEF9344D5}"/>
                </a:ext>
              </a:extLst>
            </p:cNvPr>
            <p:cNvSpPr/>
            <p:nvPr/>
          </p:nvSpPr>
          <p:spPr>
            <a:xfrm>
              <a:off x="7170105" y="501649"/>
              <a:ext cx="715964" cy="5862639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37600" tIns="237600" rIns="237600" bIns="237600" rtlCol="0" anchor="ctr"/>
            <a:lstStyle/>
            <a:p>
              <a:pPr algn="ctr"/>
              <a:endParaRPr lang="en-US" sz="2000" noProof="0" err="1"/>
            </a:p>
          </p:txBody>
        </p:sp>
        <p:sp>
          <p:nvSpPr>
            <p:cNvPr id="122" name="Rectangle 121">
              <a:extLst>
                <a:ext uri="{FF2B5EF4-FFF2-40B4-BE49-F238E27FC236}">
                  <a16:creationId xmlns:a16="http://schemas.microsoft.com/office/drawing/2014/main" id="{B8152350-997B-4F9F-AF5B-0640D5A22D60}"/>
                </a:ext>
              </a:extLst>
            </p:cNvPr>
            <p:cNvSpPr/>
            <p:nvPr/>
          </p:nvSpPr>
          <p:spPr>
            <a:xfrm>
              <a:off x="6217894" y="501649"/>
              <a:ext cx="715964" cy="5862639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37600" tIns="237600" rIns="237600" bIns="237600" rtlCol="0" anchor="ctr"/>
            <a:lstStyle/>
            <a:p>
              <a:pPr algn="ctr"/>
              <a:endParaRPr lang="en-US" sz="2000" noProof="0" err="1"/>
            </a:p>
          </p:txBody>
        </p:sp>
        <p:sp>
          <p:nvSpPr>
            <p:cNvPr id="123" name="Rectangle 122">
              <a:extLst>
                <a:ext uri="{FF2B5EF4-FFF2-40B4-BE49-F238E27FC236}">
                  <a16:creationId xmlns:a16="http://schemas.microsoft.com/office/drawing/2014/main" id="{CE7E2C06-3591-4F16-A6C9-26D03AFE7A9F}"/>
                </a:ext>
              </a:extLst>
            </p:cNvPr>
            <p:cNvSpPr/>
            <p:nvPr/>
          </p:nvSpPr>
          <p:spPr>
            <a:xfrm>
              <a:off x="5265683" y="501649"/>
              <a:ext cx="715964" cy="5862639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37600" tIns="237600" rIns="237600" bIns="237600" rtlCol="0" anchor="ctr"/>
            <a:lstStyle/>
            <a:p>
              <a:pPr algn="ctr"/>
              <a:endParaRPr lang="en-US" sz="2000" noProof="0" err="1"/>
            </a:p>
          </p:txBody>
        </p:sp>
        <p:sp>
          <p:nvSpPr>
            <p:cNvPr id="124" name="Rectangle 123">
              <a:extLst>
                <a:ext uri="{FF2B5EF4-FFF2-40B4-BE49-F238E27FC236}">
                  <a16:creationId xmlns:a16="http://schemas.microsoft.com/office/drawing/2014/main" id="{4D92D19D-15E4-4E02-9555-F731FC602CCC}"/>
                </a:ext>
              </a:extLst>
            </p:cNvPr>
            <p:cNvSpPr/>
            <p:nvPr/>
          </p:nvSpPr>
          <p:spPr>
            <a:xfrm>
              <a:off x="4313472" y="501649"/>
              <a:ext cx="715964" cy="5862639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37600" tIns="237600" rIns="237600" bIns="237600" rtlCol="0" anchor="ctr"/>
            <a:lstStyle/>
            <a:p>
              <a:pPr algn="ctr"/>
              <a:endParaRPr lang="en-US" sz="2000" noProof="0" err="1"/>
            </a:p>
          </p:txBody>
        </p:sp>
        <p:sp>
          <p:nvSpPr>
            <p:cNvPr id="125" name="Rectangle 124">
              <a:extLst>
                <a:ext uri="{FF2B5EF4-FFF2-40B4-BE49-F238E27FC236}">
                  <a16:creationId xmlns:a16="http://schemas.microsoft.com/office/drawing/2014/main" id="{8A5793D9-80BF-4104-A4AB-DD353A2513BA}"/>
                </a:ext>
              </a:extLst>
            </p:cNvPr>
            <p:cNvSpPr/>
            <p:nvPr/>
          </p:nvSpPr>
          <p:spPr>
            <a:xfrm>
              <a:off x="3361261" y="501649"/>
              <a:ext cx="715964" cy="5862639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37600" tIns="237600" rIns="237600" bIns="237600" rtlCol="0" anchor="ctr"/>
            <a:lstStyle/>
            <a:p>
              <a:pPr algn="ctr"/>
              <a:endParaRPr lang="en-US" sz="2000" noProof="0" err="1"/>
            </a:p>
          </p:txBody>
        </p:sp>
        <p:sp>
          <p:nvSpPr>
            <p:cNvPr id="126" name="Rectangle 125">
              <a:extLst>
                <a:ext uri="{FF2B5EF4-FFF2-40B4-BE49-F238E27FC236}">
                  <a16:creationId xmlns:a16="http://schemas.microsoft.com/office/drawing/2014/main" id="{9298F0B0-8A2D-4275-9CBC-81577EF8011C}"/>
                </a:ext>
              </a:extLst>
            </p:cNvPr>
            <p:cNvSpPr/>
            <p:nvPr/>
          </p:nvSpPr>
          <p:spPr>
            <a:xfrm>
              <a:off x="2409050" y="501649"/>
              <a:ext cx="715964" cy="5862639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37600" tIns="237600" rIns="237600" bIns="237600" rtlCol="0" anchor="ctr"/>
            <a:lstStyle/>
            <a:p>
              <a:pPr algn="ctr"/>
              <a:endParaRPr lang="en-US" sz="2000" noProof="0" err="1"/>
            </a:p>
          </p:txBody>
        </p:sp>
        <p:sp>
          <p:nvSpPr>
            <p:cNvPr id="127" name="Rectangle 126">
              <a:extLst>
                <a:ext uri="{FF2B5EF4-FFF2-40B4-BE49-F238E27FC236}">
                  <a16:creationId xmlns:a16="http://schemas.microsoft.com/office/drawing/2014/main" id="{C6FF5141-D9A4-40D9-AE0A-9FAA2ECE1656}"/>
                </a:ext>
              </a:extLst>
            </p:cNvPr>
            <p:cNvSpPr/>
            <p:nvPr/>
          </p:nvSpPr>
          <p:spPr>
            <a:xfrm>
              <a:off x="500062" y="1943739"/>
              <a:ext cx="11190287" cy="548640"/>
            </a:xfrm>
            <a:prstGeom prst="rect">
              <a:avLst/>
            </a:prstGeom>
            <a:solidFill>
              <a:schemeClr val="accent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37600" tIns="237600" rIns="237600" bIns="237600" rtlCol="0" anchor="ctr"/>
            <a:lstStyle/>
            <a:p>
              <a:pPr algn="ctr"/>
              <a:endParaRPr lang="en-US" sz="2000" noProof="0" err="1"/>
            </a:p>
          </p:txBody>
        </p:sp>
        <p:sp>
          <p:nvSpPr>
            <p:cNvPr id="128" name="Rectangle 127">
              <a:extLst>
                <a:ext uri="{FF2B5EF4-FFF2-40B4-BE49-F238E27FC236}">
                  <a16:creationId xmlns:a16="http://schemas.microsoft.com/office/drawing/2014/main" id="{F254B338-3EBA-4D36-86E8-9C09EF7C02B8}"/>
                </a:ext>
              </a:extLst>
            </p:cNvPr>
            <p:cNvSpPr/>
            <p:nvPr/>
          </p:nvSpPr>
          <p:spPr>
            <a:xfrm>
              <a:off x="500062" y="2733169"/>
              <a:ext cx="11190287" cy="548640"/>
            </a:xfrm>
            <a:prstGeom prst="rect">
              <a:avLst/>
            </a:prstGeom>
            <a:solidFill>
              <a:schemeClr val="accent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37600" tIns="237600" rIns="237600" bIns="237600" rtlCol="0" anchor="ctr"/>
            <a:lstStyle/>
            <a:p>
              <a:pPr algn="ctr"/>
              <a:endParaRPr lang="en-US" sz="2000" noProof="0" err="1"/>
            </a:p>
          </p:txBody>
        </p:sp>
        <p:sp>
          <p:nvSpPr>
            <p:cNvPr id="129" name="Rectangle 128">
              <a:extLst>
                <a:ext uri="{FF2B5EF4-FFF2-40B4-BE49-F238E27FC236}">
                  <a16:creationId xmlns:a16="http://schemas.microsoft.com/office/drawing/2014/main" id="{FE8AE6C3-0AFF-40F6-88C7-3A7C8A014488}"/>
                </a:ext>
              </a:extLst>
            </p:cNvPr>
            <p:cNvSpPr/>
            <p:nvPr/>
          </p:nvSpPr>
          <p:spPr>
            <a:xfrm>
              <a:off x="500062" y="3522599"/>
              <a:ext cx="11190287" cy="548640"/>
            </a:xfrm>
            <a:prstGeom prst="rect">
              <a:avLst/>
            </a:prstGeom>
            <a:solidFill>
              <a:schemeClr val="accent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37600" tIns="237600" rIns="237600" bIns="237600" rtlCol="0" anchor="ctr"/>
            <a:lstStyle/>
            <a:p>
              <a:pPr algn="ctr"/>
              <a:endParaRPr lang="en-US" sz="2000" noProof="0" err="1"/>
            </a:p>
          </p:txBody>
        </p:sp>
        <p:sp>
          <p:nvSpPr>
            <p:cNvPr id="130" name="Rectangle 129">
              <a:extLst>
                <a:ext uri="{FF2B5EF4-FFF2-40B4-BE49-F238E27FC236}">
                  <a16:creationId xmlns:a16="http://schemas.microsoft.com/office/drawing/2014/main" id="{53E9EF65-B326-497A-9EE0-EFC57318F203}"/>
                </a:ext>
              </a:extLst>
            </p:cNvPr>
            <p:cNvSpPr/>
            <p:nvPr/>
          </p:nvSpPr>
          <p:spPr>
            <a:xfrm>
              <a:off x="500062" y="4309364"/>
              <a:ext cx="11190287" cy="548640"/>
            </a:xfrm>
            <a:prstGeom prst="rect">
              <a:avLst/>
            </a:prstGeom>
            <a:solidFill>
              <a:schemeClr val="accent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37600" tIns="237600" rIns="237600" bIns="237600" rtlCol="0" anchor="ctr"/>
            <a:lstStyle/>
            <a:p>
              <a:pPr algn="ctr"/>
              <a:endParaRPr lang="en-US" sz="2000" noProof="0" err="1"/>
            </a:p>
          </p:txBody>
        </p:sp>
        <p:sp>
          <p:nvSpPr>
            <p:cNvPr id="131" name="Rectangle 130">
              <a:extLst>
                <a:ext uri="{FF2B5EF4-FFF2-40B4-BE49-F238E27FC236}">
                  <a16:creationId xmlns:a16="http://schemas.microsoft.com/office/drawing/2014/main" id="{BA518688-2A30-4B00-97FA-A9EA1D196D35}"/>
                </a:ext>
              </a:extLst>
            </p:cNvPr>
            <p:cNvSpPr/>
            <p:nvPr/>
          </p:nvSpPr>
          <p:spPr>
            <a:xfrm>
              <a:off x="500062" y="5084795"/>
              <a:ext cx="11190287" cy="548640"/>
            </a:xfrm>
            <a:prstGeom prst="rect">
              <a:avLst/>
            </a:prstGeom>
            <a:solidFill>
              <a:schemeClr val="accent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37600" tIns="237600" rIns="237600" bIns="237600" rtlCol="0" anchor="ctr"/>
            <a:lstStyle/>
            <a:p>
              <a:pPr algn="ctr"/>
              <a:endParaRPr lang="en-US" sz="2000" noProof="0" err="1"/>
            </a:p>
          </p:txBody>
        </p:sp>
        <p:sp>
          <p:nvSpPr>
            <p:cNvPr id="132" name="Rectangle 131">
              <a:extLst>
                <a:ext uri="{FF2B5EF4-FFF2-40B4-BE49-F238E27FC236}">
                  <a16:creationId xmlns:a16="http://schemas.microsoft.com/office/drawing/2014/main" id="{1F693842-B64A-4087-9E5F-5199914B2E05}"/>
                </a:ext>
              </a:extLst>
            </p:cNvPr>
            <p:cNvSpPr/>
            <p:nvPr/>
          </p:nvSpPr>
          <p:spPr>
            <a:xfrm>
              <a:off x="500063" y="501647"/>
              <a:ext cx="11190287" cy="930975"/>
            </a:xfrm>
            <a:prstGeom prst="rect">
              <a:avLst/>
            </a:prstGeom>
            <a:solidFill>
              <a:schemeClr val="accent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37600" tIns="237600" rIns="237600" bIns="237600" rtlCol="0" anchor="ctr"/>
            <a:lstStyle/>
            <a:p>
              <a:pPr algn="ctr"/>
              <a:endParaRPr lang="en-US" sz="2000" noProof="0" err="1"/>
            </a:p>
          </p:txBody>
        </p:sp>
      </p:grpSp>
      <p:pic>
        <p:nvPicPr>
          <p:cNvPr id="8" name="Picture 29">
            <a:extLst>
              <a:ext uri="{FF2B5EF4-FFF2-40B4-BE49-F238E27FC236}">
                <a16:creationId xmlns:a16="http://schemas.microsoft.com/office/drawing/2014/main" id="{EB0A6C97-0A67-2608-ED3D-E07850A65ABC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6"/>
              </a:ext>
            </a:extLst>
          </a:blip>
          <a:srcRect/>
          <a:stretch/>
        </p:blipFill>
        <p:spPr>
          <a:xfrm>
            <a:off x="371475" y="6169025"/>
            <a:ext cx="1299398" cy="320399"/>
          </a:xfrm>
          <a:prstGeom prst="rect">
            <a:avLst/>
          </a:prstGeom>
        </p:spPr>
      </p:pic>
      <p:sp>
        <p:nvSpPr>
          <p:cNvPr id="10" name="Slide Number Placeholder 8">
            <a:extLst>
              <a:ext uri="{FF2B5EF4-FFF2-40B4-BE49-F238E27FC236}">
                <a16:creationId xmlns:a16="http://schemas.microsoft.com/office/drawing/2014/main" id="{B2665827-5711-0244-D385-B320662775C3}"/>
              </a:ext>
            </a:extLst>
          </p:cNvPr>
          <p:cNvSpPr txBox="1">
            <a:spLocks/>
          </p:cNvSpPr>
          <p:nvPr userDrawn="1"/>
        </p:nvSpPr>
        <p:spPr>
          <a:xfrm>
            <a:off x="11408486" y="6404482"/>
            <a:ext cx="412039" cy="185426"/>
          </a:xfrm>
          <a:prstGeom prst="rect">
            <a:avLst/>
          </a:prstGeom>
        </p:spPr>
        <p:txBody>
          <a:bodyPr vert="horz" wrap="none" lIns="0" tIns="0" rIns="0" bIns="0" rtlCol="0" anchor="t"/>
          <a:lstStyle>
            <a:defPPr>
              <a:defRPr lang="en-US"/>
            </a:defPPr>
            <a:lvl1pPr marL="0" algn="r" defTabSz="914400" rtl="0" eaLnBrk="1" latinLnBrk="0" hangingPunct="1">
              <a:defRPr sz="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43A204BC-C5BA-4EF4-ABC8-D45123A0C528}" type="slidenum">
              <a:rPr lang="en-GB" smtClean="0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528911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93" r:id="rId1"/>
    <p:sldLayoutId id="2147483794" r:id="rId2"/>
    <p:sldLayoutId id="2147483795" r:id="rId3"/>
    <p:sldLayoutId id="2147483796" r:id="rId4"/>
    <p:sldLayoutId id="2147483797" r:id="rId5"/>
    <p:sldLayoutId id="2147483798" r:id="rId6"/>
    <p:sldLayoutId id="2147483799" r:id="rId7"/>
    <p:sldLayoutId id="2147483800" r:id="rId8"/>
    <p:sldLayoutId id="2147483801" r:id="rId9"/>
    <p:sldLayoutId id="2147483802" r:id="rId10"/>
    <p:sldLayoutId id="2147483803" r:id="rId11"/>
    <p:sldLayoutId id="2147483804" r:id="rId12"/>
    <p:sldLayoutId id="2147483805" r:id="rId13"/>
    <p:sldLayoutId id="2147483806" r:id="rId14"/>
    <p:sldLayoutId id="2147483807" r:id="rId15"/>
    <p:sldLayoutId id="2147483808" r:id="rId16"/>
    <p:sldLayoutId id="2147483809" r:id="rId17"/>
    <p:sldLayoutId id="2147483810" r:id="rId18"/>
    <p:sldLayoutId id="2147483811" r:id="rId19"/>
    <p:sldLayoutId id="2147483812" r:id="rId20"/>
    <p:sldLayoutId id="2147483813" r:id="rId21"/>
    <p:sldLayoutId id="2147483814" r:id="rId22"/>
    <p:sldLayoutId id="2147483815" r:id="rId23"/>
    <p:sldLayoutId id="2147483816" r:id="rId24"/>
    <p:sldLayoutId id="2147483817" r:id="rId25"/>
    <p:sldLayoutId id="2147483818" r:id="rId26"/>
    <p:sldLayoutId id="2147483819" r:id="rId27"/>
    <p:sldLayoutId id="2147483820" r:id="rId28"/>
    <p:sldLayoutId id="2147483821" r:id="rId29"/>
    <p:sldLayoutId id="2147483822" r:id="rId30"/>
    <p:sldLayoutId id="2147483823" r:id="rId31"/>
    <p:sldLayoutId id="2147483824" r:id="rId32"/>
    <p:sldLayoutId id="2147483825" r:id="rId33"/>
    <p:sldLayoutId id="2147483826" r:id="rId34"/>
    <p:sldLayoutId id="2147483827" r:id="rId35"/>
    <p:sldLayoutId id="2147483828" r:id="rId36"/>
    <p:sldLayoutId id="2147483829" r:id="rId37"/>
    <p:sldLayoutId id="2147483830" r:id="rId38"/>
    <p:sldLayoutId id="2147483831" r:id="rId39"/>
    <p:sldLayoutId id="2147483832" r:id="rId40"/>
    <p:sldLayoutId id="2147483833" r:id="rId41"/>
  </p:sldLayoutIdLst>
  <p:hf hdr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28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0000" indent="-18000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Clr>
          <a:schemeClr val="accent1"/>
        </a:buClr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360000" indent="-180000" algn="l" defTabSz="914400" rtl="0" eaLnBrk="1" latinLnBrk="0" hangingPunct="1">
        <a:lnSpc>
          <a:spcPct val="100000"/>
        </a:lnSpc>
        <a:spcBef>
          <a:spcPts val="300"/>
        </a:spcBef>
        <a:spcAft>
          <a:spcPts val="600"/>
        </a:spcAft>
        <a:buClr>
          <a:schemeClr val="accent1"/>
        </a:buClr>
        <a:buFont typeface="Arial" panose="020B0604020202020204" pitchFamily="34" charset="0"/>
        <a:buChar char="•"/>
        <a:defRPr sz="1250" kern="1200">
          <a:solidFill>
            <a:schemeClr val="tx1"/>
          </a:solidFill>
          <a:latin typeface="+mn-lt"/>
          <a:ea typeface="+mn-ea"/>
          <a:cs typeface="+mn-cs"/>
        </a:defRPr>
      </a:lvl2pPr>
      <a:lvl3pPr marL="540000" indent="-180000" algn="l" defTabSz="914400" rtl="0" eaLnBrk="1" latinLnBrk="0" hangingPunct="1">
        <a:lnSpc>
          <a:spcPct val="100000"/>
        </a:lnSpc>
        <a:spcBef>
          <a:spcPts val="300"/>
        </a:spcBef>
        <a:spcAft>
          <a:spcPts val="600"/>
        </a:spcAft>
        <a:buClr>
          <a:schemeClr val="accent1"/>
        </a:buClr>
        <a:buFont typeface="Arial" panose="020B0604020202020204" pitchFamily="34" charset="0"/>
        <a:buChar char="•"/>
        <a:defRPr sz="1100" kern="1200">
          <a:solidFill>
            <a:schemeClr val="tx1"/>
          </a:solidFill>
          <a:latin typeface="+mn-lt"/>
          <a:ea typeface="+mn-ea"/>
          <a:cs typeface="+mn-cs"/>
        </a:defRPr>
      </a:lvl3pPr>
      <a:lvl4pPr marL="0" indent="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​"/>
        <a:defRPr sz="1600" b="1" kern="1200">
          <a:solidFill>
            <a:schemeClr val="accent1"/>
          </a:solidFill>
          <a:latin typeface="+mn-lt"/>
          <a:ea typeface="+mn-ea"/>
          <a:cs typeface="+mn-cs"/>
        </a:defRPr>
      </a:lvl4pPr>
      <a:lvl5pPr marL="0" indent="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​"/>
        <a:tabLst/>
        <a:defRPr sz="1600" i="0" kern="1200">
          <a:solidFill>
            <a:schemeClr val="tx1"/>
          </a:solidFill>
          <a:latin typeface="+mn-lt"/>
          <a:ea typeface="+mn-ea"/>
          <a:cs typeface="+mn-cs"/>
        </a:defRPr>
      </a:lvl5pPr>
      <a:lvl6pPr marL="0" indent="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Clr>
          <a:schemeClr val="accent1"/>
        </a:buClr>
        <a:buFont typeface="Arial" panose="020B0604020202020204" pitchFamily="34" charset="0"/>
        <a:buChar char="​"/>
        <a:defRPr sz="2350" i="0" kern="1200">
          <a:solidFill>
            <a:schemeClr val="tx1"/>
          </a:solidFill>
          <a:latin typeface="+mj-lt"/>
          <a:ea typeface="+mn-ea"/>
          <a:cs typeface="+mn-cs"/>
        </a:defRPr>
      </a:lvl6pPr>
      <a:lvl7pPr marL="0" indent="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​"/>
        <a:defRPr sz="600" b="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0" indent="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​"/>
        <a:defRPr sz="500" b="0" kern="1200">
          <a:solidFill>
            <a:schemeClr val="tx2"/>
          </a:solidFill>
          <a:latin typeface="+mn-lt"/>
          <a:ea typeface="+mn-ea"/>
          <a:cs typeface="+mn-cs"/>
        </a:defRPr>
      </a:lvl8pPr>
      <a:lvl9pPr marL="0" indent="0" algn="l" defTabSz="9144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Font typeface="Arial" panose="020B0604020202020204" pitchFamily="34" charset="0"/>
        <a:buChar char="​"/>
        <a:defRPr sz="6000" kern="1200" baseline="0">
          <a:solidFill>
            <a:schemeClr val="accent1"/>
          </a:solidFill>
          <a:latin typeface="+mj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232">
          <p15:clr>
            <a:srgbClr val="F26B43"/>
          </p15:clr>
        </p15:guide>
        <p15:guide id="4" orient="horz" pos="4088">
          <p15:clr>
            <a:srgbClr val="F26B43"/>
          </p15:clr>
        </p15:guide>
        <p15:guide id="9" pos="6357">
          <p15:clr>
            <a:srgbClr val="F26B43"/>
          </p15:clr>
        </p15:guide>
        <p15:guide id="10" pos="6834">
          <p15:clr>
            <a:srgbClr val="F26B43"/>
          </p15:clr>
        </p15:guide>
        <p15:guide id="11" pos="6970">
          <p15:clr>
            <a:srgbClr val="F26B43"/>
          </p15:clr>
        </p15:guide>
        <p15:guide id="12" pos="7446">
          <p15:clr>
            <a:srgbClr val="F26B43"/>
          </p15:clr>
        </p15:guide>
        <p15:guide id="15" pos="5745">
          <p15:clr>
            <a:srgbClr val="F26B43"/>
          </p15:clr>
        </p15:guide>
        <p15:guide id="16" pos="6221">
          <p15:clr>
            <a:srgbClr val="F26B43"/>
          </p15:clr>
        </p15:guide>
        <p15:guide id="17" pos="5133">
          <p15:clr>
            <a:srgbClr val="F26B43"/>
          </p15:clr>
        </p15:guide>
        <p15:guide id="18" pos="5609">
          <p15:clr>
            <a:srgbClr val="F26B43"/>
          </p15:clr>
        </p15:guide>
        <p15:guide id="19" pos="2071">
          <p15:clr>
            <a:srgbClr val="F26B43"/>
          </p15:clr>
        </p15:guide>
        <p15:guide id="20" pos="2547">
          <p15:clr>
            <a:srgbClr val="F26B43"/>
          </p15:clr>
        </p15:guide>
        <p15:guide id="21" pos="1459">
          <p15:clr>
            <a:srgbClr val="F26B43"/>
          </p15:clr>
        </p15:guide>
        <p15:guide id="22" pos="1935">
          <p15:clr>
            <a:srgbClr val="F26B43"/>
          </p15:clr>
        </p15:guide>
        <p15:guide id="23" pos="846">
          <p15:clr>
            <a:srgbClr val="F26B43"/>
          </p15:clr>
        </p15:guide>
        <p15:guide id="24" pos="1323">
          <p15:clr>
            <a:srgbClr val="F26B43"/>
          </p15:clr>
        </p15:guide>
        <p15:guide id="25" pos="234">
          <p15:clr>
            <a:srgbClr val="F26B43"/>
          </p15:clr>
        </p15:guide>
        <p15:guide id="26" pos="710">
          <p15:clr>
            <a:srgbClr val="F26B43"/>
          </p15:clr>
        </p15:guide>
        <p15:guide id="42" orient="horz" pos="2160">
          <p15:clr>
            <a:srgbClr val="000000"/>
          </p15:clr>
        </p15:guide>
        <p15:guide id="43" pos="3840">
          <p15:clr>
            <a:srgbClr val="000000"/>
          </p15:clr>
        </p15:guide>
        <p15:guide id="44" pos="2683">
          <p15:clr>
            <a:srgbClr val="F26B43"/>
          </p15:clr>
        </p15:guide>
        <p15:guide id="45" pos="4520">
          <p15:clr>
            <a:srgbClr val="F26B43"/>
          </p15:clr>
        </p15:guide>
        <p15:guide id="46" pos="3296">
          <p15:clr>
            <a:srgbClr val="F26B43"/>
          </p15:clr>
        </p15:guide>
        <p15:guide id="47" pos="4384">
          <p15:clr>
            <a:srgbClr val="F26B43"/>
          </p15:clr>
        </p15:guide>
        <p15:guide id="48" pos="3160">
          <p15:clr>
            <a:srgbClr val="F26B43"/>
          </p15:clr>
        </p15:guide>
        <p15:guide id="49" pos="3772">
          <p15:clr>
            <a:srgbClr val="F26B43"/>
          </p15:clr>
        </p15:guide>
        <p15:guide id="50" pos="3908">
          <p15:clr>
            <a:srgbClr val="F26B43"/>
          </p15:clr>
        </p15:guide>
        <p15:guide id="51" orient="horz" pos="3884">
          <p15:clr>
            <a:srgbClr val="F26B43"/>
          </p15:clr>
        </p15:guide>
        <p15:guide id="52" pos="4997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hink-cell data - do not delete" hidden="1">
            <a:extLst>
              <a:ext uri="{FF2B5EF4-FFF2-40B4-BE49-F238E27FC236}">
                <a16:creationId xmlns:a16="http://schemas.microsoft.com/office/drawing/2014/main" id="{35426E29-7FE8-D6DB-6799-EC3200E133F1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52"/>
            </p:custDataLst>
            <p:extLst>
              <p:ext uri="{D42A27DB-BD31-4B8C-83A1-F6EECF244321}">
                <p14:modId xmlns:p14="http://schemas.microsoft.com/office/powerpoint/2010/main" val="62036664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3" imgW="592" imgH="591" progId="TCLayout.ActiveDocument.1">
                  <p:embed/>
                </p:oleObj>
              </mc:Choice>
              <mc:Fallback>
                <p:oleObj name="think-cell Slide" r:id="rId53" imgW="592" imgH="591" progId="TCLayout.ActiveDocument.1">
                  <p:embed/>
                  <p:pic>
                    <p:nvPicPr>
                      <p:cNvPr id="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35426E29-7FE8-D6DB-6799-EC3200E133F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0399" y="1943739"/>
            <a:ext cx="11189951" cy="368961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GB" noProof="0"/>
              <a:t>Level 1</a:t>
            </a:r>
          </a:p>
          <a:p>
            <a:pPr lvl="1"/>
            <a:r>
              <a:rPr lang="en-GB" noProof="0"/>
              <a:t>Level 2</a:t>
            </a:r>
          </a:p>
          <a:p>
            <a:pPr lvl="2"/>
            <a:r>
              <a:rPr lang="en-GB" noProof="0"/>
              <a:t>Level 3</a:t>
            </a:r>
          </a:p>
          <a:p>
            <a:pPr lvl="3"/>
            <a:r>
              <a:rPr lang="en-GB" noProof="0"/>
              <a:t>Level 4, Subhead</a:t>
            </a:r>
          </a:p>
          <a:p>
            <a:pPr lvl="4"/>
            <a:r>
              <a:rPr lang="en-GB" noProof="0"/>
              <a:t>Level 5, headline</a:t>
            </a:r>
          </a:p>
          <a:p>
            <a:pPr lvl="5"/>
            <a:r>
              <a:rPr lang="en-GB" noProof="0"/>
              <a:t>Level 6, headline</a:t>
            </a:r>
          </a:p>
          <a:p>
            <a:pPr lvl="6"/>
            <a:r>
              <a:rPr lang="en-GB" noProof="0"/>
              <a:t>Level 7, note</a:t>
            </a:r>
          </a:p>
          <a:p>
            <a:pPr lvl="7"/>
            <a:r>
              <a:rPr lang="en-GB" noProof="0"/>
              <a:t>Level 8</a:t>
            </a:r>
          </a:p>
          <a:p>
            <a:pPr lvl="8"/>
            <a:r>
              <a:rPr lang="en-GB" noProof="0"/>
              <a:t>Infographic</a:t>
            </a:r>
          </a:p>
        </p:txBody>
      </p:sp>
      <p:sp>
        <p:nvSpPr>
          <p:cNvPr id="7" name="Title Placeholder 6">
            <a:extLst>
              <a:ext uri="{FF2B5EF4-FFF2-40B4-BE49-F238E27FC236}">
                <a16:creationId xmlns:a16="http://schemas.microsoft.com/office/drawing/2014/main" id="{C9392247-CE23-49BB-A39E-64C7575BE4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0399" y="501649"/>
            <a:ext cx="11189951" cy="93027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endParaRPr lang="en-GB"/>
          </a:p>
        </p:txBody>
      </p:sp>
      <p:sp>
        <p:nvSpPr>
          <p:cNvPr id="88" name="Footer Placeholder 87">
            <a:extLst>
              <a:ext uri="{FF2B5EF4-FFF2-40B4-BE49-F238E27FC236}">
                <a16:creationId xmlns:a16="http://schemas.microsoft.com/office/drawing/2014/main" id="{E21F396F-4C1D-4B71-97C4-1BDE0CB2C01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219200" y="6262746"/>
            <a:ext cx="3285369" cy="185427"/>
          </a:xfrm>
          <a:prstGeom prst="rect">
            <a:avLst/>
          </a:prstGeom>
        </p:spPr>
        <p:txBody>
          <a:bodyPr vert="horz" wrap="none" lIns="0" tIns="0" rIns="0" bIns="0" rtlCol="0" anchor="t"/>
          <a:lstStyle>
            <a:lvl1pPr algn="l">
              <a:defRPr sz="700">
                <a:solidFill>
                  <a:schemeClr val="tx1"/>
                </a:solidFill>
              </a:defRPr>
            </a:lvl1pPr>
          </a:lstStyle>
          <a:p>
            <a:r>
              <a:rPr lang="en-GB"/>
              <a:t>Insert presentation title via Header &amp; Footer</a:t>
            </a:r>
          </a:p>
        </p:txBody>
      </p:sp>
      <p:sp>
        <p:nvSpPr>
          <p:cNvPr id="89" name="Slide Number Placeholder 88">
            <a:extLst>
              <a:ext uri="{FF2B5EF4-FFF2-40B4-BE49-F238E27FC236}">
                <a16:creationId xmlns:a16="http://schemas.microsoft.com/office/drawing/2014/main" id="{A67AAF6D-173F-4FC5-B3DD-15256B6A2F34}"/>
              </a:ext>
            </a:extLst>
          </p:cNvPr>
          <p:cNvSpPr>
            <a:spLocks noGrp="1"/>
          </p:cNvSpPr>
          <p:nvPr userDrawn="1">
            <p:ph type="sldNum" sz="quarter" idx="4"/>
          </p:nvPr>
        </p:nvSpPr>
        <p:spPr>
          <a:xfrm>
            <a:off x="502197" y="6262747"/>
            <a:ext cx="412039" cy="185426"/>
          </a:xfrm>
          <a:prstGeom prst="rect">
            <a:avLst/>
          </a:prstGeom>
        </p:spPr>
        <p:txBody>
          <a:bodyPr vert="horz" wrap="none" lIns="0" tIns="0" rIns="0" bIns="0" rtlCol="0" anchor="t"/>
          <a:lstStyle>
            <a:lvl1pPr algn="l">
              <a:defRPr sz="700">
                <a:solidFill>
                  <a:schemeClr val="tx1"/>
                </a:solidFill>
              </a:defRPr>
            </a:lvl1pPr>
          </a:lstStyle>
          <a:p>
            <a:fld id="{43A204BC-C5BA-4EF4-ABC8-D45123A0C528}" type="slidenum">
              <a:rPr lang="en-GB" smtClean="0"/>
              <a:pPr/>
              <a:t>‹#›</a:t>
            </a:fld>
            <a:endParaRPr lang="en-GB"/>
          </a:p>
        </p:txBody>
      </p:sp>
      <p:sp>
        <p:nvSpPr>
          <p:cNvPr id="2" name="Date Placeholder 1" hidden="1">
            <a:extLst>
              <a:ext uri="{FF2B5EF4-FFF2-40B4-BE49-F238E27FC236}">
                <a16:creationId xmlns:a16="http://schemas.microsoft.com/office/drawing/2014/main" id="{61512BDD-E313-4203-808B-6ECBEE0B5BB4}"/>
              </a:ext>
            </a:extLst>
          </p:cNvPr>
          <p:cNvSpPr>
            <a:spLocks noGrp="1"/>
          </p:cNvSpPr>
          <p:nvPr userDrawn="1">
            <p:ph type="dt" sz="half" idx="2"/>
          </p:nvPr>
        </p:nvSpPr>
        <p:spPr>
          <a:xfrm>
            <a:off x="0" y="6858000"/>
            <a:ext cx="0" cy="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">
                <a:noFill/>
              </a:defRPr>
            </a:lvl1pPr>
          </a:lstStyle>
          <a:p>
            <a:endParaRPr lang="en-GB"/>
          </a:p>
        </p:txBody>
      </p:sp>
      <p:grpSp>
        <p:nvGrpSpPr>
          <p:cNvPr id="114" name="Group 113" hidden="1">
            <a:extLst>
              <a:ext uri="{FF2B5EF4-FFF2-40B4-BE49-F238E27FC236}">
                <a16:creationId xmlns:a16="http://schemas.microsoft.com/office/drawing/2014/main" id="{A709D695-914B-4705-8AC6-A94C2721C5E6}"/>
              </a:ext>
            </a:extLst>
          </p:cNvPr>
          <p:cNvGrpSpPr/>
          <p:nvPr userDrawn="1"/>
        </p:nvGrpSpPr>
        <p:grpSpPr>
          <a:xfrm>
            <a:off x="500062" y="501647"/>
            <a:ext cx="11194852" cy="5862641"/>
            <a:chOff x="500062" y="501647"/>
            <a:chExt cx="11194852" cy="5862641"/>
          </a:xfrm>
        </p:grpSpPr>
        <p:sp>
          <p:nvSpPr>
            <p:cNvPr id="115" name="Rectangle 114">
              <a:extLst>
                <a:ext uri="{FF2B5EF4-FFF2-40B4-BE49-F238E27FC236}">
                  <a16:creationId xmlns:a16="http://schemas.microsoft.com/office/drawing/2014/main" id="{D94117C3-ACEB-4551-92D6-E8776CE33870}"/>
                </a:ext>
              </a:extLst>
            </p:cNvPr>
            <p:cNvSpPr/>
            <p:nvPr/>
          </p:nvSpPr>
          <p:spPr>
            <a:xfrm>
              <a:off x="504628" y="501649"/>
              <a:ext cx="715964" cy="5862639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37600" tIns="237600" rIns="237600" bIns="237600" rtlCol="0" anchor="ctr"/>
            <a:lstStyle/>
            <a:p>
              <a:pPr algn="ctr"/>
              <a:endParaRPr lang="en-US" sz="2000" noProof="0" err="1"/>
            </a:p>
          </p:txBody>
        </p:sp>
        <p:sp>
          <p:nvSpPr>
            <p:cNvPr id="116" name="Rectangle 115">
              <a:extLst>
                <a:ext uri="{FF2B5EF4-FFF2-40B4-BE49-F238E27FC236}">
                  <a16:creationId xmlns:a16="http://schemas.microsoft.com/office/drawing/2014/main" id="{DB4EA52B-9F03-4154-94D6-DCF629E0A517}"/>
                </a:ext>
              </a:extLst>
            </p:cNvPr>
            <p:cNvSpPr/>
            <p:nvPr/>
          </p:nvSpPr>
          <p:spPr>
            <a:xfrm>
              <a:off x="1456839" y="501649"/>
              <a:ext cx="715964" cy="5862639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37600" tIns="237600" rIns="237600" bIns="237600" rtlCol="0" anchor="ctr"/>
            <a:lstStyle/>
            <a:p>
              <a:pPr algn="ctr"/>
              <a:endParaRPr lang="en-US" sz="2000" noProof="0" err="1"/>
            </a:p>
          </p:txBody>
        </p:sp>
        <p:sp>
          <p:nvSpPr>
            <p:cNvPr id="117" name="Rectangle 116">
              <a:extLst>
                <a:ext uri="{FF2B5EF4-FFF2-40B4-BE49-F238E27FC236}">
                  <a16:creationId xmlns:a16="http://schemas.microsoft.com/office/drawing/2014/main" id="{ADABCB14-BA75-4B31-8404-F842D634C5FA}"/>
                </a:ext>
              </a:extLst>
            </p:cNvPr>
            <p:cNvSpPr/>
            <p:nvPr/>
          </p:nvSpPr>
          <p:spPr>
            <a:xfrm>
              <a:off x="8122316" y="501649"/>
              <a:ext cx="715964" cy="5862639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37600" tIns="237600" rIns="237600" bIns="237600" rtlCol="0" anchor="ctr"/>
            <a:lstStyle/>
            <a:p>
              <a:pPr algn="ctr"/>
              <a:endParaRPr lang="en-US" sz="2000" noProof="0" err="1"/>
            </a:p>
          </p:txBody>
        </p:sp>
        <p:sp>
          <p:nvSpPr>
            <p:cNvPr id="118" name="Rectangle 117">
              <a:extLst>
                <a:ext uri="{FF2B5EF4-FFF2-40B4-BE49-F238E27FC236}">
                  <a16:creationId xmlns:a16="http://schemas.microsoft.com/office/drawing/2014/main" id="{222E1F28-617C-42B1-A6FF-BB511F216035}"/>
                </a:ext>
              </a:extLst>
            </p:cNvPr>
            <p:cNvSpPr/>
            <p:nvPr/>
          </p:nvSpPr>
          <p:spPr>
            <a:xfrm>
              <a:off x="9074527" y="501649"/>
              <a:ext cx="715964" cy="5862639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37600" tIns="237600" rIns="237600" bIns="237600" rtlCol="0" anchor="ctr"/>
            <a:lstStyle/>
            <a:p>
              <a:pPr algn="ctr"/>
              <a:endParaRPr lang="en-US" sz="2000" noProof="0" err="1"/>
            </a:p>
          </p:txBody>
        </p:sp>
        <p:sp>
          <p:nvSpPr>
            <p:cNvPr id="119" name="Rectangle 118">
              <a:extLst>
                <a:ext uri="{FF2B5EF4-FFF2-40B4-BE49-F238E27FC236}">
                  <a16:creationId xmlns:a16="http://schemas.microsoft.com/office/drawing/2014/main" id="{E69EDA3C-B72E-4595-A9E9-C52463512844}"/>
                </a:ext>
              </a:extLst>
            </p:cNvPr>
            <p:cNvSpPr/>
            <p:nvPr/>
          </p:nvSpPr>
          <p:spPr>
            <a:xfrm>
              <a:off x="10026738" y="501649"/>
              <a:ext cx="715964" cy="5862639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37600" tIns="237600" rIns="237600" bIns="237600" rtlCol="0" anchor="ctr"/>
            <a:lstStyle/>
            <a:p>
              <a:pPr algn="ctr"/>
              <a:endParaRPr lang="en-US" sz="2000" noProof="0" err="1"/>
            </a:p>
          </p:txBody>
        </p:sp>
        <p:sp>
          <p:nvSpPr>
            <p:cNvPr id="120" name="Rectangle 119">
              <a:extLst>
                <a:ext uri="{FF2B5EF4-FFF2-40B4-BE49-F238E27FC236}">
                  <a16:creationId xmlns:a16="http://schemas.microsoft.com/office/drawing/2014/main" id="{289C1C4C-D89D-4FF0-935C-26D17097F22D}"/>
                </a:ext>
              </a:extLst>
            </p:cNvPr>
            <p:cNvSpPr/>
            <p:nvPr/>
          </p:nvSpPr>
          <p:spPr>
            <a:xfrm>
              <a:off x="10978950" y="501649"/>
              <a:ext cx="715964" cy="5862639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37600" tIns="237600" rIns="237600" bIns="237600" rtlCol="0" anchor="ctr"/>
            <a:lstStyle/>
            <a:p>
              <a:pPr algn="ctr"/>
              <a:endParaRPr lang="en-US" sz="2000" noProof="0" err="1"/>
            </a:p>
          </p:txBody>
        </p:sp>
        <p:sp>
          <p:nvSpPr>
            <p:cNvPr id="121" name="Rectangle 120">
              <a:extLst>
                <a:ext uri="{FF2B5EF4-FFF2-40B4-BE49-F238E27FC236}">
                  <a16:creationId xmlns:a16="http://schemas.microsoft.com/office/drawing/2014/main" id="{A520FBBD-719C-461F-A18E-15DEEF9344D5}"/>
                </a:ext>
              </a:extLst>
            </p:cNvPr>
            <p:cNvSpPr/>
            <p:nvPr/>
          </p:nvSpPr>
          <p:spPr>
            <a:xfrm>
              <a:off x="7170105" y="501649"/>
              <a:ext cx="715964" cy="5862639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37600" tIns="237600" rIns="237600" bIns="237600" rtlCol="0" anchor="ctr"/>
            <a:lstStyle/>
            <a:p>
              <a:pPr algn="ctr"/>
              <a:endParaRPr lang="en-US" sz="2000" noProof="0" err="1"/>
            </a:p>
          </p:txBody>
        </p:sp>
        <p:sp>
          <p:nvSpPr>
            <p:cNvPr id="122" name="Rectangle 121">
              <a:extLst>
                <a:ext uri="{FF2B5EF4-FFF2-40B4-BE49-F238E27FC236}">
                  <a16:creationId xmlns:a16="http://schemas.microsoft.com/office/drawing/2014/main" id="{B8152350-997B-4F9F-AF5B-0640D5A22D60}"/>
                </a:ext>
              </a:extLst>
            </p:cNvPr>
            <p:cNvSpPr/>
            <p:nvPr/>
          </p:nvSpPr>
          <p:spPr>
            <a:xfrm>
              <a:off x="6217894" y="501649"/>
              <a:ext cx="715964" cy="5862639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37600" tIns="237600" rIns="237600" bIns="237600" rtlCol="0" anchor="ctr"/>
            <a:lstStyle/>
            <a:p>
              <a:pPr algn="ctr"/>
              <a:endParaRPr lang="en-US" sz="2000" noProof="0" err="1"/>
            </a:p>
          </p:txBody>
        </p:sp>
        <p:sp>
          <p:nvSpPr>
            <p:cNvPr id="123" name="Rectangle 122">
              <a:extLst>
                <a:ext uri="{FF2B5EF4-FFF2-40B4-BE49-F238E27FC236}">
                  <a16:creationId xmlns:a16="http://schemas.microsoft.com/office/drawing/2014/main" id="{CE7E2C06-3591-4F16-A6C9-26D03AFE7A9F}"/>
                </a:ext>
              </a:extLst>
            </p:cNvPr>
            <p:cNvSpPr/>
            <p:nvPr/>
          </p:nvSpPr>
          <p:spPr>
            <a:xfrm>
              <a:off x="5265683" y="501649"/>
              <a:ext cx="715964" cy="5862639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37600" tIns="237600" rIns="237600" bIns="237600" rtlCol="0" anchor="ctr"/>
            <a:lstStyle/>
            <a:p>
              <a:pPr algn="ctr"/>
              <a:endParaRPr lang="en-US" sz="2000" noProof="0" err="1"/>
            </a:p>
          </p:txBody>
        </p:sp>
        <p:sp>
          <p:nvSpPr>
            <p:cNvPr id="124" name="Rectangle 123">
              <a:extLst>
                <a:ext uri="{FF2B5EF4-FFF2-40B4-BE49-F238E27FC236}">
                  <a16:creationId xmlns:a16="http://schemas.microsoft.com/office/drawing/2014/main" id="{4D92D19D-15E4-4E02-9555-F731FC602CCC}"/>
                </a:ext>
              </a:extLst>
            </p:cNvPr>
            <p:cNvSpPr/>
            <p:nvPr/>
          </p:nvSpPr>
          <p:spPr>
            <a:xfrm>
              <a:off x="4313472" y="501649"/>
              <a:ext cx="715964" cy="5862639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37600" tIns="237600" rIns="237600" bIns="237600" rtlCol="0" anchor="ctr"/>
            <a:lstStyle/>
            <a:p>
              <a:pPr algn="ctr"/>
              <a:endParaRPr lang="en-US" sz="2000" noProof="0" err="1"/>
            </a:p>
          </p:txBody>
        </p:sp>
        <p:sp>
          <p:nvSpPr>
            <p:cNvPr id="125" name="Rectangle 124">
              <a:extLst>
                <a:ext uri="{FF2B5EF4-FFF2-40B4-BE49-F238E27FC236}">
                  <a16:creationId xmlns:a16="http://schemas.microsoft.com/office/drawing/2014/main" id="{8A5793D9-80BF-4104-A4AB-DD353A2513BA}"/>
                </a:ext>
              </a:extLst>
            </p:cNvPr>
            <p:cNvSpPr/>
            <p:nvPr/>
          </p:nvSpPr>
          <p:spPr>
            <a:xfrm>
              <a:off x="3361261" y="501649"/>
              <a:ext cx="715964" cy="5862639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37600" tIns="237600" rIns="237600" bIns="237600" rtlCol="0" anchor="ctr"/>
            <a:lstStyle/>
            <a:p>
              <a:pPr algn="ctr"/>
              <a:endParaRPr lang="en-US" sz="2000" noProof="0" err="1"/>
            </a:p>
          </p:txBody>
        </p:sp>
        <p:sp>
          <p:nvSpPr>
            <p:cNvPr id="126" name="Rectangle 125">
              <a:extLst>
                <a:ext uri="{FF2B5EF4-FFF2-40B4-BE49-F238E27FC236}">
                  <a16:creationId xmlns:a16="http://schemas.microsoft.com/office/drawing/2014/main" id="{9298F0B0-8A2D-4275-9CBC-81577EF8011C}"/>
                </a:ext>
              </a:extLst>
            </p:cNvPr>
            <p:cNvSpPr/>
            <p:nvPr/>
          </p:nvSpPr>
          <p:spPr>
            <a:xfrm>
              <a:off x="2409050" y="501649"/>
              <a:ext cx="715964" cy="5862639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37600" tIns="237600" rIns="237600" bIns="237600" rtlCol="0" anchor="ctr"/>
            <a:lstStyle/>
            <a:p>
              <a:pPr algn="ctr"/>
              <a:endParaRPr lang="en-US" sz="2000" noProof="0" err="1"/>
            </a:p>
          </p:txBody>
        </p:sp>
        <p:sp>
          <p:nvSpPr>
            <p:cNvPr id="127" name="Rectangle 126">
              <a:extLst>
                <a:ext uri="{FF2B5EF4-FFF2-40B4-BE49-F238E27FC236}">
                  <a16:creationId xmlns:a16="http://schemas.microsoft.com/office/drawing/2014/main" id="{C6FF5141-D9A4-40D9-AE0A-9FAA2ECE1656}"/>
                </a:ext>
              </a:extLst>
            </p:cNvPr>
            <p:cNvSpPr/>
            <p:nvPr/>
          </p:nvSpPr>
          <p:spPr>
            <a:xfrm>
              <a:off x="500062" y="1943739"/>
              <a:ext cx="11190287" cy="548640"/>
            </a:xfrm>
            <a:prstGeom prst="rect">
              <a:avLst/>
            </a:prstGeom>
            <a:solidFill>
              <a:schemeClr val="accent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37600" tIns="237600" rIns="237600" bIns="237600" rtlCol="0" anchor="ctr"/>
            <a:lstStyle/>
            <a:p>
              <a:pPr algn="ctr"/>
              <a:endParaRPr lang="en-US" sz="2000" noProof="0" err="1"/>
            </a:p>
          </p:txBody>
        </p:sp>
        <p:sp>
          <p:nvSpPr>
            <p:cNvPr id="128" name="Rectangle 127">
              <a:extLst>
                <a:ext uri="{FF2B5EF4-FFF2-40B4-BE49-F238E27FC236}">
                  <a16:creationId xmlns:a16="http://schemas.microsoft.com/office/drawing/2014/main" id="{F254B338-3EBA-4D36-86E8-9C09EF7C02B8}"/>
                </a:ext>
              </a:extLst>
            </p:cNvPr>
            <p:cNvSpPr/>
            <p:nvPr/>
          </p:nvSpPr>
          <p:spPr>
            <a:xfrm>
              <a:off x="500062" y="2733169"/>
              <a:ext cx="11190287" cy="548640"/>
            </a:xfrm>
            <a:prstGeom prst="rect">
              <a:avLst/>
            </a:prstGeom>
            <a:solidFill>
              <a:schemeClr val="accent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37600" tIns="237600" rIns="237600" bIns="237600" rtlCol="0" anchor="ctr"/>
            <a:lstStyle/>
            <a:p>
              <a:pPr algn="ctr"/>
              <a:endParaRPr lang="en-US" sz="2000" noProof="0" err="1"/>
            </a:p>
          </p:txBody>
        </p:sp>
        <p:sp>
          <p:nvSpPr>
            <p:cNvPr id="129" name="Rectangle 128">
              <a:extLst>
                <a:ext uri="{FF2B5EF4-FFF2-40B4-BE49-F238E27FC236}">
                  <a16:creationId xmlns:a16="http://schemas.microsoft.com/office/drawing/2014/main" id="{FE8AE6C3-0AFF-40F6-88C7-3A7C8A014488}"/>
                </a:ext>
              </a:extLst>
            </p:cNvPr>
            <p:cNvSpPr/>
            <p:nvPr/>
          </p:nvSpPr>
          <p:spPr>
            <a:xfrm>
              <a:off x="500062" y="3522599"/>
              <a:ext cx="11190287" cy="548640"/>
            </a:xfrm>
            <a:prstGeom prst="rect">
              <a:avLst/>
            </a:prstGeom>
            <a:solidFill>
              <a:schemeClr val="accent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37600" tIns="237600" rIns="237600" bIns="237600" rtlCol="0" anchor="ctr"/>
            <a:lstStyle/>
            <a:p>
              <a:pPr algn="ctr"/>
              <a:endParaRPr lang="en-US" sz="2000" noProof="0" err="1"/>
            </a:p>
          </p:txBody>
        </p:sp>
        <p:sp>
          <p:nvSpPr>
            <p:cNvPr id="130" name="Rectangle 129">
              <a:extLst>
                <a:ext uri="{FF2B5EF4-FFF2-40B4-BE49-F238E27FC236}">
                  <a16:creationId xmlns:a16="http://schemas.microsoft.com/office/drawing/2014/main" id="{53E9EF65-B326-497A-9EE0-EFC57318F203}"/>
                </a:ext>
              </a:extLst>
            </p:cNvPr>
            <p:cNvSpPr/>
            <p:nvPr/>
          </p:nvSpPr>
          <p:spPr>
            <a:xfrm>
              <a:off x="500062" y="4309364"/>
              <a:ext cx="11190287" cy="548640"/>
            </a:xfrm>
            <a:prstGeom prst="rect">
              <a:avLst/>
            </a:prstGeom>
            <a:solidFill>
              <a:schemeClr val="accent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37600" tIns="237600" rIns="237600" bIns="237600" rtlCol="0" anchor="ctr"/>
            <a:lstStyle/>
            <a:p>
              <a:pPr algn="ctr"/>
              <a:endParaRPr lang="en-US" sz="2000" noProof="0" err="1"/>
            </a:p>
          </p:txBody>
        </p:sp>
        <p:sp>
          <p:nvSpPr>
            <p:cNvPr id="131" name="Rectangle 130">
              <a:extLst>
                <a:ext uri="{FF2B5EF4-FFF2-40B4-BE49-F238E27FC236}">
                  <a16:creationId xmlns:a16="http://schemas.microsoft.com/office/drawing/2014/main" id="{BA518688-2A30-4B00-97FA-A9EA1D196D35}"/>
                </a:ext>
              </a:extLst>
            </p:cNvPr>
            <p:cNvSpPr/>
            <p:nvPr/>
          </p:nvSpPr>
          <p:spPr>
            <a:xfrm>
              <a:off x="500062" y="5084795"/>
              <a:ext cx="11190287" cy="548640"/>
            </a:xfrm>
            <a:prstGeom prst="rect">
              <a:avLst/>
            </a:prstGeom>
            <a:solidFill>
              <a:schemeClr val="accent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37600" tIns="237600" rIns="237600" bIns="237600" rtlCol="0" anchor="ctr"/>
            <a:lstStyle/>
            <a:p>
              <a:pPr algn="ctr"/>
              <a:endParaRPr lang="en-US" sz="2000" noProof="0" err="1"/>
            </a:p>
          </p:txBody>
        </p:sp>
        <p:sp>
          <p:nvSpPr>
            <p:cNvPr id="132" name="Rectangle 131">
              <a:extLst>
                <a:ext uri="{FF2B5EF4-FFF2-40B4-BE49-F238E27FC236}">
                  <a16:creationId xmlns:a16="http://schemas.microsoft.com/office/drawing/2014/main" id="{1F693842-B64A-4087-9E5F-5199914B2E05}"/>
                </a:ext>
              </a:extLst>
            </p:cNvPr>
            <p:cNvSpPr/>
            <p:nvPr/>
          </p:nvSpPr>
          <p:spPr>
            <a:xfrm>
              <a:off x="500063" y="501647"/>
              <a:ext cx="11190287" cy="930975"/>
            </a:xfrm>
            <a:prstGeom prst="rect">
              <a:avLst/>
            </a:prstGeom>
            <a:solidFill>
              <a:schemeClr val="accent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37600" tIns="237600" rIns="237600" bIns="237600" rtlCol="0" anchor="ctr"/>
            <a:lstStyle/>
            <a:p>
              <a:pPr algn="ctr"/>
              <a:endParaRPr lang="en-US" sz="2000" noProof="0" err="1"/>
            </a:p>
          </p:txBody>
        </p: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3572D74A-7938-1646-84EC-EA01E1E70391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11123612" y="6705600"/>
            <a:ext cx="1069975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DK" sz="100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Classification: Public</a:t>
            </a:r>
          </a:p>
        </p:txBody>
      </p:sp>
    </p:spTree>
    <p:extLst>
      <p:ext uri="{BB962C8B-B14F-4D97-AF65-F5344CB8AC3E}">
        <p14:creationId xmlns:p14="http://schemas.microsoft.com/office/powerpoint/2010/main" val="40047621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40" r:id="rId1"/>
    <p:sldLayoutId id="2147483841" r:id="rId2"/>
    <p:sldLayoutId id="2147483842" r:id="rId3"/>
    <p:sldLayoutId id="2147483843" r:id="rId4"/>
    <p:sldLayoutId id="2147483844" r:id="rId5"/>
    <p:sldLayoutId id="2147483845" r:id="rId6"/>
    <p:sldLayoutId id="2147483846" r:id="rId7"/>
    <p:sldLayoutId id="2147483847" r:id="rId8"/>
    <p:sldLayoutId id="2147483848" r:id="rId9"/>
    <p:sldLayoutId id="2147483849" r:id="rId10"/>
    <p:sldLayoutId id="2147483850" r:id="rId11"/>
    <p:sldLayoutId id="2147483851" r:id="rId12"/>
    <p:sldLayoutId id="2147483852" r:id="rId13"/>
    <p:sldLayoutId id="2147483853" r:id="rId14"/>
    <p:sldLayoutId id="2147483854" r:id="rId15"/>
    <p:sldLayoutId id="2147483855" r:id="rId16"/>
    <p:sldLayoutId id="2147483856" r:id="rId17"/>
    <p:sldLayoutId id="2147483857" r:id="rId18"/>
    <p:sldLayoutId id="2147483858" r:id="rId19"/>
    <p:sldLayoutId id="2147483859" r:id="rId20"/>
    <p:sldLayoutId id="2147483860" r:id="rId21"/>
    <p:sldLayoutId id="2147483861" r:id="rId22"/>
    <p:sldLayoutId id="2147483862" r:id="rId23"/>
    <p:sldLayoutId id="2147483863" r:id="rId24"/>
    <p:sldLayoutId id="2147483864" r:id="rId25"/>
    <p:sldLayoutId id="2147483865" r:id="rId26"/>
    <p:sldLayoutId id="2147483866" r:id="rId27"/>
    <p:sldLayoutId id="2147483867" r:id="rId28"/>
    <p:sldLayoutId id="2147483868" r:id="rId29"/>
    <p:sldLayoutId id="2147483869" r:id="rId30"/>
    <p:sldLayoutId id="2147483870" r:id="rId31"/>
    <p:sldLayoutId id="2147483871" r:id="rId32"/>
    <p:sldLayoutId id="2147483872" r:id="rId33"/>
    <p:sldLayoutId id="2147483873" r:id="rId34"/>
    <p:sldLayoutId id="2147483874" r:id="rId35"/>
    <p:sldLayoutId id="2147483875" r:id="rId36"/>
    <p:sldLayoutId id="2147483876" r:id="rId37"/>
    <p:sldLayoutId id="2147483877" r:id="rId38"/>
    <p:sldLayoutId id="2147483878" r:id="rId39"/>
    <p:sldLayoutId id="2147483879" r:id="rId40"/>
    <p:sldLayoutId id="2147483880" r:id="rId41"/>
    <p:sldLayoutId id="2147483881" r:id="rId42"/>
    <p:sldLayoutId id="2147483882" r:id="rId43"/>
    <p:sldLayoutId id="2147483883" r:id="rId44"/>
    <p:sldLayoutId id="2147483884" r:id="rId45"/>
    <p:sldLayoutId id="2147483885" r:id="rId46"/>
    <p:sldLayoutId id="2147483886" r:id="rId47"/>
    <p:sldLayoutId id="2147483887" r:id="rId48"/>
    <p:sldLayoutId id="2147483888" r:id="rId49"/>
    <p:sldLayoutId id="2147483889" r:id="rId50"/>
  </p:sldLayoutIdLst>
  <p:hf hdr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28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0000" indent="-18000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Clr>
          <a:schemeClr val="accent1"/>
        </a:buClr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360000" indent="-180000" algn="l" defTabSz="914400" rtl="0" eaLnBrk="1" latinLnBrk="0" hangingPunct="1">
        <a:lnSpc>
          <a:spcPct val="100000"/>
        </a:lnSpc>
        <a:spcBef>
          <a:spcPts val="300"/>
        </a:spcBef>
        <a:spcAft>
          <a:spcPts val="600"/>
        </a:spcAft>
        <a:buClr>
          <a:schemeClr val="accent1"/>
        </a:buClr>
        <a:buFont typeface="Arial" panose="020B0604020202020204" pitchFamily="34" charset="0"/>
        <a:buChar char="•"/>
        <a:defRPr sz="1250" kern="1200">
          <a:solidFill>
            <a:schemeClr val="tx1"/>
          </a:solidFill>
          <a:latin typeface="+mn-lt"/>
          <a:ea typeface="+mn-ea"/>
          <a:cs typeface="+mn-cs"/>
        </a:defRPr>
      </a:lvl2pPr>
      <a:lvl3pPr marL="540000" indent="-180000" algn="l" defTabSz="914400" rtl="0" eaLnBrk="1" latinLnBrk="0" hangingPunct="1">
        <a:lnSpc>
          <a:spcPct val="100000"/>
        </a:lnSpc>
        <a:spcBef>
          <a:spcPts val="300"/>
        </a:spcBef>
        <a:spcAft>
          <a:spcPts val="600"/>
        </a:spcAft>
        <a:buClr>
          <a:schemeClr val="accent1"/>
        </a:buClr>
        <a:buFont typeface="Arial" panose="020B0604020202020204" pitchFamily="34" charset="0"/>
        <a:buChar char="•"/>
        <a:defRPr sz="1100" kern="1200">
          <a:solidFill>
            <a:schemeClr val="tx1"/>
          </a:solidFill>
          <a:latin typeface="+mn-lt"/>
          <a:ea typeface="+mn-ea"/>
          <a:cs typeface="+mn-cs"/>
        </a:defRPr>
      </a:lvl3pPr>
      <a:lvl4pPr marL="0" indent="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​"/>
        <a:defRPr sz="1600" b="1" kern="1200">
          <a:solidFill>
            <a:schemeClr val="accent1"/>
          </a:solidFill>
          <a:latin typeface="+mn-lt"/>
          <a:ea typeface="+mn-ea"/>
          <a:cs typeface="+mn-cs"/>
        </a:defRPr>
      </a:lvl4pPr>
      <a:lvl5pPr marL="0" indent="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​"/>
        <a:tabLst/>
        <a:defRPr sz="1600" i="0" kern="1200">
          <a:solidFill>
            <a:schemeClr val="tx1"/>
          </a:solidFill>
          <a:latin typeface="+mn-lt"/>
          <a:ea typeface="+mn-ea"/>
          <a:cs typeface="+mn-cs"/>
        </a:defRPr>
      </a:lvl5pPr>
      <a:lvl6pPr marL="0" indent="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Clr>
          <a:schemeClr val="accent1"/>
        </a:buClr>
        <a:buFont typeface="Arial" panose="020B0604020202020204" pitchFamily="34" charset="0"/>
        <a:buChar char="​"/>
        <a:defRPr sz="2350" i="1" kern="1200">
          <a:solidFill>
            <a:schemeClr val="tx1"/>
          </a:solidFill>
          <a:latin typeface="Maersk Headline Office" panose="00000500000000000000" pitchFamily="2" charset="0"/>
          <a:ea typeface="+mn-ea"/>
          <a:cs typeface="+mn-cs"/>
        </a:defRPr>
      </a:lvl6pPr>
      <a:lvl7pPr marL="0" indent="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​"/>
        <a:defRPr sz="600" b="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0" indent="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​"/>
        <a:defRPr sz="500" b="0" kern="1200">
          <a:solidFill>
            <a:schemeClr val="tx2"/>
          </a:solidFill>
          <a:latin typeface="+mn-lt"/>
          <a:ea typeface="+mn-ea"/>
          <a:cs typeface="+mn-cs"/>
        </a:defRPr>
      </a:lvl8pPr>
      <a:lvl9pPr marL="0" indent="0" algn="l" defTabSz="9144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Font typeface="Arial" panose="020B0604020202020204" pitchFamily="34" charset="0"/>
        <a:buChar char="​"/>
        <a:defRPr sz="6000" kern="1200" baseline="0">
          <a:solidFill>
            <a:schemeClr val="accent1"/>
          </a:solidFill>
          <a:latin typeface="+mj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2" pos="768">
          <p15:clr>
            <a:srgbClr val="F26B43"/>
          </p15:clr>
        </p15:guide>
        <p15:guide id="3" orient="horz" pos="315">
          <p15:clr>
            <a:srgbClr val="F26B43"/>
          </p15:clr>
        </p15:guide>
        <p15:guide id="4" orient="horz" pos="3997">
          <p15:clr>
            <a:srgbClr val="F26B43"/>
          </p15:clr>
        </p15:guide>
        <p15:guide id="5" pos="917">
          <p15:clr>
            <a:srgbClr val="F26B43"/>
          </p15:clr>
        </p15:guide>
        <p15:guide id="6" pos="1368">
          <p15:clr>
            <a:srgbClr val="F26B43"/>
          </p15:clr>
        </p15:guide>
        <p15:guide id="7" pos="5116">
          <p15:clr>
            <a:srgbClr val="F26B43"/>
          </p15:clr>
        </p15:guide>
        <p15:guide id="8" pos="5567">
          <p15:clr>
            <a:srgbClr val="F26B43"/>
          </p15:clr>
        </p15:guide>
        <p15:guide id="9" pos="5716">
          <p15:clr>
            <a:srgbClr val="F26B43"/>
          </p15:clr>
        </p15:guide>
        <p15:guide id="10" pos="6167">
          <p15:clr>
            <a:srgbClr val="F26B43"/>
          </p15:clr>
        </p15:guide>
        <p15:guide id="11" pos="6316">
          <p15:clr>
            <a:srgbClr val="F26B43"/>
          </p15:clr>
        </p15:guide>
        <p15:guide id="12" pos="6767">
          <p15:clr>
            <a:srgbClr val="F26B43"/>
          </p15:clr>
        </p15:guide>
        <p15:guide id="13" pos="6915">
          <p15:clr>
            <a:srgbClr val="F26B43"/>
          </p15:clr>
        </p15:guide>
        <p15:guide id="15" pos="4516">
          <p15:clr>
            <a:srgbClr val="F26B43"/>
          </p15:clr>
        </p15:guide>
        <p15:guide id="16" pos="4967">
          <p15:clr>
            <a:srgbClr val="F26B43"/>
          </p15:clr>
        </p15:guide>
        <p15:guide id="17" pos="3916">
          <p15:clr>
            <a:srgbClr val="F26B43"/>
          </p15:clr>
        </p15:guide>
        <p15:guide id="18" pos="4367">
          <p15:clr>
            <a:srgbClr val="F26B43"/>
          </p15:clr>
        </p15:guide>
        <p15:guide id="19" pos="3316">
          <p15:clr>
            <a:srgbClr val="F26B43"/>
          </p15:clr>
        </p15:guide>
        <p15:guide id="20" pos="3767">
          <p15:clr>
            <a:srgbClr val="F26B43"/>
          </p15:clr>
        </p15:guide>
        <p15:guide id="21" pos="2717">
          <p15:clr>
            <a:srgbClr val="F26B43"/>
          </p15:clr>
        </p15:guide>
        <p15:guide id="22" pos="3168">
          <p15:clr>
            <a:srgbClr val="F26B43"/>
          </p15:clr>
        </p15:guide>
        <p15:guide id="23" pos="2117">
          <p15:clr>
            <a:srgbClr val="F26B43"/>
          </p15:clr>
        </p15:guide>
        <p15:guide id="24" pos="2568">
          <p15:clr>
            <a:srgbClr val="F26B43"/>
          </p15:clr>
        </p15:guide>
        <p15:guide id="25" pos="1517">
          <p15:clr>
            <a:srgbClr val="F26B43"/>
          </p15:clr>
        </p15:guide>
        <p15:guide id="26" pos="1968">
          <p15:clr>
            <a:srgbClr val="F26B43"/>
          </p15:clr>
        </p15:guide>
        <p15:guide id="28" pos="7363">
          <p15:clr>
            <a:srgbClr val="F26B43"/>
          </p15:clr>
        </p15:guide>
        <p15:guide id="29" orient="horz" pos="1224">
          <p15:clr>
            <a:srgbClr val="F26B43"/>
          </p15:clr>
        </p15:guide>
        <p15:guide id="30" orient="horz" pos="1570">
          <p15:clr>
            <a:srgbClr val="F26B43"/>
          </p15:clr>
        </p15:guide>
        <p15:guide id="31" orient="horz" pos="1721">
          <p15:clr>
            <a:srgbClr val="F26B43"/>
          </p15:clr>
        </p15:guide>
        <p15:guide id="32" orient="horz" pos="2067">
          <p15:clr>
            <a:srgbClr val="F26B43"/>
          </p15:clr>
        </p15:guide>
        <p15:guide id="33" orient="horz" pos="2218">
          <p15:clr>
            <a:srgbClr val="F26B43"/>
          </p15:clr>
        </p15:guide>
        <p15:guide id="34" orient="horz" pos="2564">
          <p15:clr>
            <a:srgbClr val="F26B43"/>
          </p15:clr>
        </p15:guide>
        <p15:guide id="35" orient="horz" pos="2714">
          <p15:clr>
            <a:srgbClr val="F26B43"/>
          </p15:clr>
        </p15:guide>
        <p15:guide id="36" orient="horz" pos="3060">
          <p15:clr>
            <a:srgbClr val="F26B43"/>
          </p15:clr>
        </p15:guide>
        <p15:guide id="37" orient="horz" pos="3203">
          <p15:clr>
            <a:srgbClr val="F26B43"/>
          </p15:clr>
        </p15:guide>
        <p15:guide id="38" orient="horz" pos="3548">
          <p15:clr>
            <a:srgbClr val="F26B43"/>
          </p15:clr>
        </p15:guide>
        <p15:guide id="39" pos="315">
          <p15:clr>
            <a:srgbClr val="F26B43"/>
          </p15:clr>
        </p15:guide>
        <p15:guide id="40" pos="7364">
          <p15:clr>
            <a:srgbClr val="F26B43"/>
          </p15:clr>
        </p15:guide>
        <p15:guide id="41" orient="horz" pos="902">
          <p15:clr>
            <a:srgbClr val="F26B43"/>
          </p15:clr>
        </p15:guide>
        <p15:guide id="42" orient="horz" pos="2160">
          <p15:clr>
            <a:srgbClr val="000000"/>
          </p15:clr>
        </p15:guide>
        <p15:guide id="43" pos="3840">
          <p15:clr>
            <a:srgbClr val="000000"/>
          </p15:clr>
        </p15:guide>
      </p15:sldGuideLst>
    </p:ext>
  </p:extLst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71475" y="1943739"/>
            <a:ext cx="11449050" cy="368961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GB" noProof="0"/>
              <a:t>Level 1</a:t>
            </a:r>
          </a:p>
          <a:p>
            <a:pPr lvl="1"/>
            <a:r>
              <a:rPr lang="en-GB" noProof="0"/>
              <a:t>Level 2</a:t>
            </a:r>
          </a:p>
          <a:p>
            <a:pPr lvl="2"/>
            <a:r>
              <a:rPr lang="en-GB" noProof="0"/>
              <a:t>Level 3</a:t>
            </a:r>
          </a:p>
          <a:p>
            <a:pPr lvl="3"/>
            <a:r>
              <a:rPr lang="en-GB" noProof="0"/>
              <a:t>Level 4, Subhead</a:t>
            </a:r>
          </a:p>
          <a:p>
            <a:pPr lvl="4"/>
            <a:r>
              <a:rPr lang="en-GB" noProof="0"/>
              <a:t>Level 5, headline</a:t>
            </a:r>
          </a:p>
          <a:p>
            <a:pPr lvl="5"/>
            <a:r>
              <a:rPr lang="en-GB" noProof="0"/>
              <a:t>Level 6, headline</a:t>
            </a:r>
          </a:p>
          <a:p>
            <a:pPr lvl="6"/>
            <a:r>
              <a:rPr lang="en-GB" noProof="0"/>
              <a:t>Level 7, note</a:t>
            </a:r>
          </a:p>
          <a:p>
            <a:pPr lvl="7"/>
            <a:r>
              <a:rPr lang="en-GB" noProof="0"/>
              <a:t>Level 8</a:t>
            </a:r>
          </a:p>
          <a:p>
            <a:pPr lvl="8"/>
            <a:r>
              <a:rPr lang="en-GB" noProof="0"/>
              <a:t>Infographic</a:t>
            </a:r>
          </a:p>
        </p:txBody>
      </p:sp>
      <p:sp>
        <p:nvSpPr>
          <p:cNvPr id="7" name="Title Placeholder 6">
            <a:extLst>
              <a:ext uri="{FF2B5EF4-FFF2-40B4-BE49-F238E27FC236}">
                <a16:creationId xmlns:a16="http://schemas.microsoft.com/office/drawing/2014/main" id="{C9392247-CE23-49BB-A39E-64C7575BE4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1475" y="368300"/>
            <a:ext cx="11449050" cy="93027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endParaRPr lang="en-GB"/>
          </a:p>
        </p:txBody>
      </p:sp>
      <p:sp>
        <p:nvSpPr>
          <p:cNvPr id="2" name="Date Placeholder 1" hidden="1">
            <a:extLst>
              <a:ext uri="{FF2B5EF4-FFF2-40B4-BE49-F238E27FC236}">
                <a16:creationId xmlns:a16="http://schemas.microsoft.com/office/drawing/2014/main" id="{61512BDD-E313-4203-808B-6ECBEE0B5BB4}"/>
              </a:ext>
            </a:extLst>
          </p:cNvPr>
          <p:cNvSpPr>
            <a:spLocks noGrp="1"/>
          </p:cNvSpPr>
          <p:nvPr userDrawn="1">
            <p:ph type="dt" sz="half" idx="2"/>
          </p:nvPr>
        </p:nvSpPr>
        <p:spPr>
          <a:xfrm>
            <a:off x="0" y="6858000"/>
            <a:ext cx="0" cy="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">
                <a:noFill/>
              </a:defRPr>
            </a:lvl1pPr>
          </a:lstStyle>
          <a:p>
            <a:endParaRPr lang="en-GB"/>
          </a:p>
        </p:txBody>
      </p:sp>
      <p:grpSp>
        <p:nvGrpSpPr>
          <p:cNvPr id="114" name="Group 113" hidden="1">
            <a:extLst>
              <a:ext uri="{FF2B5EF4-FFF2-40B4-BE49-F238E27FC236}">
                <a16:creationId xmlns:a16="http://schemas.microsoft.com/office/drawing/2014/main" id="{A709D695-914B-4705-8AC6-A94C2721C5E6}"/>
              </a:ext>
            </a:extLst>
          </p:cNvPr>
          <p:cNvGrpSpPr/>
          <p:nvPr userDrawn="1"/>
        </p:nvGrpSpPr>
        <p:grpSpPr>
          <a:xfrm>
            <a:off x="500062" y="501647"/>
            <a:ext cx="11194852" cy="5862641"/>
            <a:chOff x="500062" y="501647"/>
            <a:chExt cx="11194852" cy="5862641"/>
          </a:xfrm>
        </p:grpSpPr>
        <p:sp>
          <p:nvSpPr>
            <p:cNvPr id="115" name="Rectangle 114">
              <a:extLst>
                <a:ext uri="{FF2B5EF4-FFF2-40B4-BE49-F238E27FC236}">
                  <a16:creationId xmlns:a16="http://schemas.microsoft.com/office/drawing/2014/main" id="{D94117C3-ACEB-4551-92D6-E8776CE33870}"/>
                </a:ext>
              </a:extLst>
            </p:cNvPr>
            <p:cNvSpPr/>
            <p:nvPr/>
          </p:nvSpPr>
          <p:spPr>
            <a:xfrm>
              <a:off x="504628" y="501649"/>
              <a:ext cx="715964" cy="5862639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37600" tIns="237600" rIns="237600" bIns="237600" rtlCol="0" anchor="ctr"/>
            <a:lstStyle/>
            <a:p>
              <a:pPr algn="ctr"/>
              <a:endParaRPr lang="en-US" sz="2000" noProof="0" err="1"/>
            </a:p>
          </p:txBody>
        </p:sp>
        <p:sp>
          <p:nvSpPr>
            <p:cNvPr id="116" name="Rectangle 115">
              <a:extLst>
                <a:ext uri="{FF2B5EF4-FFF2-40B4-BE49-F238E27FC236}">
                  <a16:creationId xmlns:a16="http://schemas.microsoft.com/office/drawing/2014/main" id="{DB4EA52B-9F03-4154-94D6-DCF629E0A517}"/>
                </a:ext>
              </a:extLst>
            </p:cNvPr>
            <p:cNvSpPr/>
            <p:nvPr/>
          </p:nvSpPr>
          <p:spPr>
            <a:xfrm>
              <a:off x="1456839" y="501649"/>
              <a:ext cx="715964" cy="5862639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37600" tIns="237600" rIns="237600" bIns="237600" rtlCol="0" anchor="ctr"/>
            <a:lstStyle/>
            <a:p>
              <a:pPr algn="ctr"/>
              <a:endParaRPr lang="en-US" sz="2000" noProof="0" err="1"/>
            </a:p>
          </p:txBody>
        </p:sp>
        <p:sp>
          <p:nvSpPr>
            <p:cNvPr id="117" name="Rectangle 116">
              <a:extLst>
                <a:ext uri="{FF2B5EF4-FFF2-40B4-BE49-F238E27FC236}">
                  <a16:creationId xmlns:a16="http://schemas.microsoft.com/office/drawing/2014/main" id="{ADABCB14-BA75-4B31-8404-F842D634C5FA}"/>
                </a:ext>
              </a:extLst>
            </p:cNvPr>
            <p:cNvSpPr/>
            <p:nvPr/>
          </p:nvSpPr>
          <p:spPr>
            <a:xfrm>
              <a:off x="8122316" y="501649"/>
              <a:ext cx="715964" cy="5862639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37600" tIns="237600" rIns="237600" bIns="237600" rtlCol="0" anchor="ctr"/>
            <a:lstStyle/>
            <a:p>
              <a:pPr algn="ctr"/>
              <a:endParaRPr lang="en-US" sz="2000" noProof="0" err="1"/>
            </a:p>
          </p:txBody>
        </p:sp>
        <p:sp>
          <p:nvSpPr>
            <p:cNvPr id="118" name="Rectangle 117">
              <a:extLst>
                <a:ext uri="{FF2B5EF4-FFF2-40B4-BE49-F238E27FC236}">
                  <a16:creationId xmlns:a16="http://schemas.microsoft.com/office/drawing/2014/main" id="{222E1F28-617C-42B1-A6FF-BB511F216035}"/>
                </a:ext>
              </a:extLst>
            </p:cNvPr>
            <p:cNvSpPr/>
            <p:nvPr/>
          </p:nvSpPr>
          <p:spPr>
            <a:xfrm>
              <a:off x="9074527" y="501649"/>
              <a:ext cx="715964" cy="5862639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37600" tIns="237600" rIns="237600" bIns="237600" rtlCol="0" anchor="ctr"/>
            <a:lstStyle/>
            <a:p>
              <a:pPr algn="ctr"/>
              <a:endParaRPr lang="en-US" sz="2000" noProof="0" err="1"/>
            </a:p>
          </p:txBody>
        </p:sp>
        <p:sp>
          <p:nvSpPr>
            <p:cNvPr id="119" name="Rectangle 118">
              <a:extLst>
                <a:ext uri="{FF2B5EF4-FFF2-40B4-BE49-F238E27FC236}">
                  <a16:creationId xmlns:a16="http://schemas.microsoft.com/office/drawing/2014/main" id="{E69EDA3C-B72E-4595-A9E9-C52463512844}"/>
                </a:ext>
              </a:extLst>
            </p:cNvPr>
            <p:cNvSpPr/>
            <p:nvPr/>
          </p:nvSpPr>
          <p:spPr>
            <a:xfrm>
              <a:off x="10026738" y="501649"/>
              <a:ext cx="715964" cy="5862639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37600" tIns="237600" rIns="237600" bIns="237600" rtlCol="0" anchor="ctr"/>
            <a:lstStyle/>
            <a:p>
              <a:pPr algn="ctr"/>
              <a:endParaRPr lang="en-US" sz="2000" noProof="0" err="1"/>
            </a:p>
          </p:txBody>
        </p:sp>
        <p:sp>
          <p:nvSpPr>
            <p:cNvPr id="120" name="Rectangle 119">
              <a:extLst>
                <a:ext uri="{FF2B5EF4-FFF2-40B4-BE49-F238E27FC236}">
                  <a16:creationId xmlns:a16="http://schemas.microsoft.com/office/drawing/2014/main" id="{289C1C4C-D89D-4FF0-935C-26D17097F22D}"/>
                </a:ext>
              </a:extLst>
            </p:cNvPr>
            <p:cNvSpPr/>
            <p:nvPr/>
          </p:nvSpPr>
          <p:spPr>
            <a:xfrm>
              <a:off x="10978950" y="501649"/>
              <a:ext cx="715964" cy="5862639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37600" tIns="237600" rIns="237600" bIns="237600" rtlCol="0" anchor="ctr"/>
            <a:lstStyle/>
            <a:p>
              <a:pPr algn="ctr"/>
              <a:endParaRPr lang="en-US" sz="2000" noProof="0" err="1"/>
            </a:p>
          </p:txBody>
        </p:sp>
        <p:sp>
          <p:nvSpPr>
            <p:cNvPr id="121" name="Rectangle 120">
              <a:extLst>
                <a:ext uri="{FF2B5EF4-FFF2-40B4-BE49-F238E27FC236}">
                  <a16:creationId xmlns:a16="http://schemas.microsoft.com/office/drawing/2014/main" id="{A520FBBD-719C-461F-A18E-15DEEF9344D5}"/>
                </a:ext>
              </a:extLst>
            </p:cNvPr>
            <p:cNvSpPr/>
            <p:nvPr/>
          </p:nvSpPr>
          <p:spPr>
            <a:xfrm>
              <a:off x="7170105" y="501649"/>
              <a:ext cx="715964" cy="5862639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37600" tIns="237600" rIns="237600" bIns="237600" rtlCol="0" anchor="ctr"/>
            <a:lstStyle/>
            <a:p>
              <a:pPr algn="ctr"/>
              <a:endParaRPr lang="en-US" sz="2000" noProof="0" err="1"/>
            </a:p>
          </p:txBody>
        </p:sp>
        <p:sp>
          <p:nvSpPr>
            <p:cNvPr id="122" name="Rectangle 121">
              <a:extLst>
                <a:ext uri="{FF2B5EF4-FFF2-40B4-BE49-F238E27FC236}">
                  <a16:creationId xmlns:a16="http://schemas.microsoft.com/office/drawing/2014/main" id="{B8152350-997B-4F9F-AF5B-0640D5A22D60}"/>
                </a:ext>
              </a:extLst>
            </p:cNvPr>
            <p:cNvSpPr/>
            <p:nvPr/>
          </p:nvSpPr>
          <p:spPr>
            <a:xfrm>
              <a:off x="6217894" y="501649"/>
              <a:ext cx="715964" cy="5862639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37600" tIns="237600" rIns="237600" bIns="237600" rtlCol="0" anchor="ctr"/>
            <a:lstStyle/>
            <a:p>
              <a:pPr algn="ctr"/>
              <a:endParaRPr lang="en-US" sz="2000" noProof="0" err="1"/>
            </a:p>
          </p:txBody>
        </p:sp>
        <p:sp>
          <p:nvSpPr>
            <p:cNvPr id="123" name="Rectangle 122">
              <a:extLst>
                <a:ext uri="{FF2B5EF4-FFF2-40B4-BE49-F238E27FC236}">
                  <a16:creationId xmlns:a16="http://schemas.microsoft.com/office/drawing/2014/main" id="{CE7E2C06-3591-4F16-A6C9-26D03AFE7A9F}"/>
                </a:ext>
              </a:extLst>
            </p:cNvPr>
            <p:cNvSpPr/>
            <p:nvPr/>
          </p:nvSpPr>
          <p:spPr>
            <a:xfrm>
              <a:off x="5265683" y="501649"/>
              <a:ext cx="715964" cy="5862639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37600" tIns="237600" rIns="237600" bIns="237600" rtlCol="0" anchor="ctr"/>
            <a:lstStyle/>
            <a:p>
              <a:pPr algn="ctr"/>
              <a:endParaRPr lang="en-US" sz="2000" noProof="0" err="1"/>
            </a:p>
          </p:txBody>
        </p:sp>
        <p:sp>
          <p:nvSpPr>
            <p:cNvPr id="124" name="Rectangle 123">
              <a:extLst>
                <a:ext uri="{FF2B5EF4-FFF2-40B4-BE49-F238E27FC236}">
                  <a16:creationId xmlns:a16="http://schemas.microsoft.com/office/drawing/2014/main" id="{4D92D19D-15E4-4E02-9555-F731FC602CCC}"/>
                </a:ext>
              </a:extLst>
            </p:cNvPr>
            <p:cNvSpPr/>
            <p:nvPr/>
          </p:nvSpPr>
          <p:spPr>
            <a:xfrm>
              <a:off x="4313472" y="501649"/>
              <a:ext cx="715964" cy="5862639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37600" tIns="237600" rIns="237600" bIns="237600" rtlCol="0" anchor="ctr"/>
            <a:lstStyle/>
            <a:p>
              <a:pPr algn="ctr"/>
              <a:endParaRPr lang="en-US" sz="2000" noProof="0" err="1"/>
            </a:p>
          </p:txBody>
        </p:sp>
        <p:sp>
          <p:nvSpPr>
            <p:cNvPr id="125" name="Rectangle 124">
              <a:extLst>
                <a:ext uri="{FF2B5EF4-FFF2-40B4-BE49-F238E27FC236}">
                  <a16:creationId xmlns:a16="http://schemas.microsoft.com/office/drawing/2014/main" id="{8A5793D9-80BF-4104-A4AB-DD353A2513BA}"/>
                </a:ext>
              </a:extLst>
            </p:cNvPr>
            <p:cNvSpPr/>
            <p:nvPr/>
          </p:nvSpPr>
          <p:spPr>
            <a:xfrm>
              <a:off x="3361261" y="501649"/>
              <a:ext cx="715964" cy="5862639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37600" tIns="237600" rIns="237600" bIns="237600" rtlCol="0" anchor="ctr"/>
            <a:lstStyle/>
            <a:p>
              <a:pPr algn="ctr"/>
              <a:endParaRPr lang="en-US" sz="2000" noProof="0" err="1"/>
            </a:p>
          </p:txBody>
        </p:sp>
        <p:sp>
          <p:nvSpPr>
            <p:cNvPr id="126" name="Rectangle 125">
              <a:extLst>
                <a:ext uri="{FF2B5EF4-FFF2-40B4-BE49-F238E27FC236}">
                  <a16:creationId xmlns:a16="http://schemas.microsoft.com/office/drawing/2014/main" id="{9298F0B0-8A2D-4275-9CBC-81577EF8011C}"/>
                </a:ext>
              </a:extLst>
            </p:cNvPr>
            <p:cNvSpPr/>
            <p:nvPr/>
          </p:nvSpPr>
          <p:spPr>
            <a:xfrm>
              <a:off x="2409050" y="501649"/>
              <a:ext cx="715964" cy="5862639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37600" tIns="237600" rIns="237600" bIns="237600" rtlCol="0" anchor="ctr"/>
            <a:lstStyle/>
            <a:p>
              <a:pPr algn="ctr"/>
              <a:endParaRPr lang="en-US" sz="2000" noProof="0" err="1"/>
            </a:p>
          </p:txBody>
        </p:sp>
        <p:sp>
          <p:nvSpPr>
            <p:cNvPr id="127" name="Rectangle 126">
              <a:extLst>
                <a:ext uri="{FF2B5EF4-FFF2-40B4-BE49-F238E27FC236}">
                  <a16:creationId xmlns:a16="http://schemas.microsoft.com/office/drawing/2014/main" id="{C6FF5141-D9A4-40D9-AE0A-9FAA2ECE1656}"/>
                </a:ext>
              </a:extLst>
            </p:cNvPr>
            <p:cNvSpPr/>
            <p:nvPr/>
          </p:nvSpPr>
          <p:spPr>
            <a:xfrm>
              <a:off x="500062" y="1943739"/>
              <a:ext cx="11190287" cy="548640"/>
            </a:xfrm>
            <a:prstGeom prst="rect">
              <a:avLst/>
            </a:prstGeom>
            <a:solidFill>
              <a:schemeClr val="accent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37600" tIns="237600" rIns="237600" bIns="237600" rtlCol="0" anchor="ctr"/>
            <a:lstStyle/>
            <a:p>
              <a:pPr algn="ctr"/>
              <a:endParaRPr lang="en-US" sz="2000" noProof="0" err="1"/>
            </a:p>
          </p:txBody>
        </p:sp>
        <p:sp>
          <p:nvSpPr>
            <p:cNvPr id="128" name="Rectangle 127">
              <a:extLst>
                <a:ext uri="{FF2B5EF4-FFF2-40B4-BE49-F238E27FC236}">
                  <a16:creationId xmlns:a16="http://schemas.microsoft.com/office/drawing/2014/main" id="{F254B338-3EBA-4D36-86E8-9C09EF7C02B8}"/>
                </a:ext>
              </a:extLst>
            </p:cNvPr>
            <p:cNvSpPr/>
            <p:nvPr/>
          </p:nvSpPr>
          <p:spPr>
            <a:xfrm>
              <a:off x="500062" y="2733169"/>
              <a:ext cx="11190287" cy="548640"/>
            </a:xfrm>
            <a:prstGeom prst="rect">
              <a:avLst/>
            </a:prstGeom>
            <a:solidFill>
              <a:schemeClr val="accent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37600" tIns="237600" rIns="237600" bIns="237600" rtlCol="0" anchor="ctr"/>
            <a:lstStyle/>
            <a:p>
              <a:pPr algn="ctr"/>
              <a:endParaRPr lang="en-US" sz="2000" noProof="0" err="1"/>
            </a:p>
          </p:txBody>
        </p:sp>
        <p:sp>
          <p:nvSpPr>
            <p:cNvPr id="129" name="Rectangle 128">
              <a:extLst>
                <a:ext uri="{FF2B5EF4-FFF2-40B4-BE49-F238E27FC236}">
                  <a16:creationId xmlns:a16="http://schemas.microsoft.com/office/drawing/2014/main" id="{FE8AE6C3-0AFF-40F6-88C7-3A7C8A014488}"/>
                </a:ext>
              </a:extLst>
            </p:cNvPr>
            <p:cNvSpPr/>
            <p:nvPr/>
          </p:nvSpPr>
          <p:spPr>
            <a:xfrm>
              <a:off x="500062" y="3522599"/>
              <a:ext cx="11190287" cy="548640"/>
            </a:xfrm>
            <a:prstGeom prst="rect">
              <a:avLst/>
            </a:prstGeom>
            <a:solidFill>
              <a:schemeClr val="accent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37600" tIns="237600" rIns="237600" bIns="237600" rtlCol="0" anchor="ctr"/>
            <a:lstStyle/>
            <a:p>
              <a:pPr algn="ctr"/>
              <a:endParaRPr lang="en-US" sz="2000" noProof="0" err="1"/>
            </a:p>
          </p:txBody>
        </p:sp>
        <p:sp>
          <p:nvSpPr>
            <p:cNvPr id="130" name="Rectangle 129">
              <a:extLst>
                <a:ext uri="{FF2B5EF4-FFF2-40B4-BE49-F238E27FC236}">
                  <a16:creationId xmlns:a16="http://schemas.microsoft.com/office/drawing/2014/main" id="{53E9EF65-B326-497A-9EE0-EFC57318F203}"/>
                </a:ext>
              </a:extLst>
            </p:cNvPr>
            <p:cNvSpPr/>
            <p:nvPr/>
          </p:nvSpPr>
          <p:spPr>
            <a:xfrm>
              <a:off x="500062" y="4309364"/>
              <a:ext cx="11190287" cy="548640"/>
            </a:xfrm>
            <a:prstGeom prst="rect">
              <a:avLst/>
            </a:prstGeom>
            <a:solidFill>
              <a:schemeClr val="accent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37600" tIns="237600" rIns="237600" bIns="237600" rtlCol="0" anchor="ctr"/>
            <a:lstStyle/>
            <a:p>
              <a:pPr algn="ctr"/>
              <a:endParaRPr lang="en-US" sz="2000" noProof="0" err="1"/>
            </a:p>
          </p:txBody>
        </p:sp>
        <p:sp>
          <p:nvSpPr>
            <p:cNvPr id="131" name="Rectangle 130">
              <a:extLst>
                <a:ext uri="{FF2B5EF4-FFF2-40B4-BE49-F238E27FC236}">
                  <a16:creationId xmlns:a16="http://schemas.microsoft.com/office/drawing/2014/main" id="{BA518688-2A30-4B00-97FA-A9EA1D196D35}"/>
                </a:ext>
              </a:extLst>
            </p:cNvPr>
            <p:cNvSpPr/>
            <p:nvPr/>
          </p:nvSpPr>
          <p:spPr>
            <a:xfrm>
              <a:off x="500062" y="5084795"/>
              <a:ext cx="11190287" cy="548640"/>
            </a:xfrm>
            <a:prstGeom prst="rect">
              <a:avLst/>
            </a:prstGeom>
            <a:solidFill>
              <a:schemeClr val="accent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37600" tIns="237600" rIns="237600" bIns="237600" rtlCol="0" anchor="ctr"/>
            <a:lstStyle/>
            <a:p>
              <a:pPr algn="ctr"/>
              <a:endParaRPr lang="en-US" sz="2000" noProof="0" err="1"/>
            </a:p>
          </p:txBody>
        </p:sp>
        <p:sp>
          <p:nvSpPr>
            <p:cNvPr id="132" name="Rectangle 131">
              <a:extLst>
                <a:ext uri="{FF2B5EF4-FFF2-40B4-BE49-F238E27FC236}">
                  <a16:creationId xmlns:a16="http://schemas.microsoft.com/office/drawing/2014/main" id="{1F693842-B64A-4087-9E5F-5199914B2E05}"/>
                </a:ext>
              </a:extLst>
            </p:cNvPr>
            <p:cNvSpPr/>
            <p:nvPr/>
          </p:nvSpPr>
          <p:spPr>
            <a:xfrm>
              <a:off x="500063" y="501647"/>
              <a:ext cx="11190287" cy="930975"/>
            </a:xfrm>
            <a:prstGeom prst="rect">
              <a:avLst/>
            </a:prstGeom>
            <a:solidFill>
              <a:schemeClr val="accent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237600" tIns="237600" rIns="237600" bIns="237600" rtlCol="0" anchor="ctr"/>
            <a:lstStyle/>
            <a:p>
              <a:pPr algn="ctr"/>
              <a:endParaRPr lang="en-US" sz="2000" noProof="0" err="1"/>
            </a:p>
          </p:txBody>
        </p:sp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3572D74A-7938-1646-84EC-EA01E1E70391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11123612" y="6705600"/>
            <a:ext cx="1069975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DK" sz="100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Classification: Public</a:t>
            </a:r>
          </a:p>
        </p:txBody>
      </p:sp>
      <p:pic>
        <p:nvPicPr>
          <p:cNvPr id="8" name="Picture 29">
            <a:extLst>
              <a:ext uri="{FF2B5EF4-FFF2-40B4-BE49-F238E27FC236}">
                <a16:creationId xmlns:a16="http://schemas.microsoft.com/office/drawing/2014/main" id="{EB0A6C97-0A67-2608-ED3D-E07850A65ABC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5"/>
              </a:ext>
            </a:extLst>
          </a:blip>
          <a:srcRect/>
          <a:stretch/>
        </p:blipFill>
        <p:spPr>
          <a:xfrm>
            <a:off x="371475" y="6169025"/>
            <a:ext cx="1299398" cy="320399"/>
          </a:xfrm>
          <a:prstGeom prst="rect">
            <a:avLst/>
          </a:prstGeom>
        </p:spPr>
      </p:pic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7A8F0F46-7FF3-BBD4-8357-38BA31F63FE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540625" y="6405563"/>
            <a:ext cx="3308349" cy="180974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r">
              <a:defRPr lang="en-GB" sz="7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n-US"/>
              <a:t>Daily Management Playbook</a:t>
            </a:r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540254F1-1F68-8659-F035-C9DFEE26FEA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10950" y="6403974"/>
            <a:ext cx="409575" cy="193676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r">
              <a:defRPr lang="en-GB" sz="700" kern="120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E609CB8F-9537-1E4B-B955-6CC1563861C9}" type="slidenum">
              <a:rPr lang="en-VN" smtClean="0"/>
              <a:pPr/>
              <a:t>‹#›</a:t>
            </a:fld>
            <a:endParaRPr lang="en-VN"/>
          </a:p>
        </p:txBody>
      </p:sp>
    </p:spTree>
    <p:extLst>
      <p:ext uri="{BB962C8B-B14F-4D97-AF65-F5344CB8AC3E}">
        <p14:creationId xmlns:p14="http://schemas.microsoft.com/office/powerpoint/2010/main" val="6252740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91" r:id="rId1"/>
    <p:sldLayoutId id="2147483892" r:id="rId2"/>
    <p:sldLayoutId id="2147483893" r:id="rId3"/>
    <p:sldLayoutId id="2147483894" r:id="rId4"/>
    <p:sldLayoutId id="2147483895" r:id="rId5"/>
    <p:sldLayoutId id="2147483896" r:id="rId6"/>
    <p:sldLayoutId id="2147483897" r:id="rId7"/>
    <p:sldLayoutId id="2147483898" r:id="rId8"/>
    <p:sldLayoutId id="2147483899" r:id="rId9"/>
    <p:sldLayoutId id="2147483900" r:id="rId10"/>
    <p:sldLayoutId id="2147483901" r:id="rId11"/>
    <p:sldLayoutId id="2147483902" r:id="rId12"/>
    <p:sldLayoutId id="2147483903" r:id="rId13"/>
    <p:sldLayoutId id="2147483904" r:id="rId14"/>
    <p:sldLayoutId id="2147483905" r:id="rId15"/>
    <p:sldLayoutId id="2147483906" r:id="rId16"/>
    <p:sldLayoutId id="2147483907" r:id="rId17"/>
    <p:sldLayoutId id="2147483908" r:id="rId18"/>
    <p:sldLayoutId id="2147483909" r:id="rId19"/>
    <p:sldLayoutId id="2147483910" r:id="rId20"/>
    <p:sldLayoutId id="2147483911" r:id="rId21"/>
    <p:sldLayoutId id="2147483912" r:id="rId22"/>
    <p:sldLayoutId id="2147483913" r:id="rId23"/>
    <p:sldLayoutId id="2147483914" r:id="rId24"/>
    <p:sldLayoutId id="2147483915" r:id="rId25"/>
    <p:sldLayoutId id="2147483916" r:id="rId26"/>
    <p:sldLayoutId id="2147483917" r:id="rId27"/>
    <p:sldLayoutId id="2147483918" r:id="rId28"/>
    <p:sldLayoutId id="2147483919" r:id="rId29"/>
    <p:sldLayoutId id="2147483920" r:id="rId30"/>
    <p:sldLayoutId id="2147483921" r:id="rId31"/>
    <p:sldLayoutId id="2147483922" r:id="rId32"/>
    <p:sldLayoutId id="2147483923" r:id="rId33"/>
    <p:sldLayoutId id="2147483924" r:id="rId34"/>
    <p:sldLayoutId id="2147483925" r:id="rId35"/>
    <p:sldLayoutId id="2147483926" r:id="rId36"/>
    <p:sldLayoutId id="2147483927" r:id="rId37"/>
    <p:sldLayoutId id="2147483928" r:id="rId38"/>
    <p:sldLayoutId id="2147483929" r:id="rId39"/>
    <p:sldLayoutId id="2147483930" r:id="rId40"/>
    <p:sldLayoutId id="2147483931" r:id="rId41"/>
    <p:sldLayoutId id="2147483932" r:id="rId42"/>
    <p:sldLayoutId id="2147483933" r:id="rId43"/>
  </p:sldLayoutIdLst>
  <p:hf hd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28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0000" indent="-18000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Clr>
          <a:schemeClr val="accent1"/>
        </a:buClr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360000" indent="-180000" algn="l" defTabSz="914400" rtl="0" eaLnBrk="1" latinLnBrk="0" hangingPunct="1">
        <a:lnSpc>
          <a:spcPct val="100000"/>
        </a:lnSpc>
        <a:spcBef>
          <a:spcPts val="300"/>
        </a:spcBef>
        <a:spcAft>
          <a:spcPts val="600"/>
        </a:spcAft>
        <a:buClr>
          <a:schemeClr val="accent1"/>
        </a:buClr>
        <a:buFont typeface="Arial" panose="020B0604020202020204" pitchFamily="34" charset="0"/>
        <a:buChar char="•"/>
        <a:defRPr sz="1250" kern="1200">
          <a:solidFill>
            <a:schemeClr val="tx1"/>
          </a:solidFill>
          <a:latin typeface="+mn-lt"/>
          <a:ea typeface="+mn-ea"/>
          <a:cs typeface="+mn-cs"/>
        </a:defRPr>
      </a:lvl2pPr>
      <a:lvl3pPr marL="540000" indent="-180000" algn="l" defTabSz="914400" rtl="0" eaLnBrk="1" latinLnBrk="0" hangingPunct="1">
        <a:lnSpc>
          <a:spcPct val="100000"/>
        </a:lnSpc>
        <a:spcBef>
          <a:spcPts val="300"/>
        </a:spcBef>
        <a:spcAft>
          <a:spcPts val="600"/>
        </a:spcAft>
        <a:buClr>
          <a:schemeClr val="accent1"/>
        </a:buClr>
        <a:buFont typeface="Arial" panose="020B0604020202020204" pitchFamily="34" charset="0"/>
        <a:buChar char="•"/>
        <a:defRPr sz="1100" kern="1200">
          <a:solidFill>
            <a:schemeClr val="tx1"/>
          </a:solidFill>
          <a:latin typeface="+mn-lt"/>
          <a:ea typeface="+mn-ea"/>
          <a:cs typeface="+mn-cs"/>
        </a:defRPr>
      </a:lvl3pPr>
      <a:lvl4pPr marL="0" indent="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​"/>
        <a:defRPr sz="1600" b="1" kern="1200">
          <a:solidFill>
            <a:schemeClr val="accent1"/>
          </a:solidFill>
          <a:latin typeface="+mn-lt"/>
          <a:ea typeface="+mn-ea"/>
          <a:cs typeface="+mn-cs"/>
        </a:defRPr>
      </a:lvl4pPr>
      <a:lvl5pPr marL="0" indent="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​"/>
        <a:tabLst/>
        <a:defRPr sz="1600" i="0" kern="1200">
          <a:solidFill>
            <a:schemeClr val="tx1"/>
          </a:solidFill>
          <a:latin typeface="+mn-lt"/>
          <a:ea typeface="+mn-ea"/>
          <a:cs typeface="+mn-cs"/>
        </a:defRPr>
      </a:lvl5pPr>
      <a:lvl6pPr marL="0" indent="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Clr>
          <a:schemeClr val="accent1"/>
        </a:buClr>
        <a:buFont typeface="Arial" panose="020B0604020202020204" pitchFamily="34" charset="0"/>
        <a:buChar char="​"/>
        <a:defRPr sz="2350" i="0" kern="1200">
          <a:solidFill>
            <a:schemeClr val="tx1"/>
          </a:solidFill>
          <a:latin typeface="+mj-lt"/>
          <a:ea typeface="+mn-ea"/>
          <a:cs typeface="+mn-cs"/>
        </a:defRPr>
      </a:lvl6pPr>
      <a:lvl7pPr marL="0" indent="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​"/>
        <a:defRPr sz="600" b="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0" indent="0" algn="l" defTabSz="914400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​"/>
        <a:defRPr sz="500" b="0" kern="1200">
          <a:solidFill>
            <a:schemeClr val="tx2"/>
          </a:solidFill>
          <a:latin typeface="+mn-lt"/>
          <a:ea typeface="+mn-ea"/>
          <a:cs typeface="+mn-cs"/>
        </a:defRPr>
      </a:lvl8pPr>
      <a:lvl9pPr marL="0" indent="0" algn="l" defTabSz="914400" rtl="0" eaLnBrk="1" latinLnBrk="0" hangingPunct="1">
        <a:lnSpc>
          <a:spcPct val="100000"/>
        </a:lnSpc>
        <a:spcBef>
          <a:spcPts val="0"/>
        </a:spcBef>
        <a:spcAft>
          <a:spcPts val="0"/>
        </a:spcAft>
        <a:buFont typeface="Arial" panose="020B0604020202020204" pitchFamily="34" charset="0"/>
        <a:buChar char="​"/>
        <a:defRPr sz="6000" kern="1200" baseline="0">
          <a:solidFill>
            <a:schemeClr val="accent1"/>
          </a:solidFill>
          <a:latin typeface="+mj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232">
          <p15:clr>
            <a:srgbClr val="F26B43"/>
          </p15:clr>
        </p15:guide>
        <p15:guide id="4" orient="horz" pos="4088">
          <p15:clr>
            <a:srgbClr val="F26B43"/>
          </p15:clr>
        </p15:guide>
        <p15:guide id="9" pos="6357">
          <p15:clr>
            <a:srgbClr val="F26B43"/>
          </p15:clr>
        </p15:guide>
        <p15:guide id="10" pos="6834">
          <p15:clr>
            <a:srgbClr val="F26B43"/>
          </p15:clr>
        </p15:guide>
        <p15:guide id="11" pos="6970">
          <p15:clr>
            <a:srgbClr val="F26B43"/>
          </p15:clr>
        </p15:guide>
        <p15:guide id="12" pos="7446">
          <p15:clr>
            <a:srgbClr val="F26B43"/>
          </p15:clr>
        </p15:guide>
        <p15:guide id="15" pos="5745">
          <p15:clr>
            <a:srgbClr val="F26B43"/>
          </p15:clr>
        </p15:guide>
        <p15:guide id="16" pos="6221">
          <p15:clr>
            <a:srgbClr val="F26B43"/>
          </p15:clr>
        </p15:guide>
        <p15:guide id="17" pos="5133">
          <p15:clr>
            <a:srgbClr val="F26B43"/>
          </p15:clr>
        </p15:guide>
        <p15:guide id="18" pos="5609">
          <p15:clr>
            <a:srgbClr val="F26B43"/>
          </p15:clr>
        </p15:guide>
        <p15:guide id="19" pos="2071">
          <p15:clr>
            <a:srgbClr val="F26B43"/>
          </p15:clr>
        </p15:guide>
        <p15:guide id="20" pos="2547">
          <p15:clr>
            <a:srgbClr val="F26B43"/>
          </p15:clr>
        </p15:guide>
        <p15:guide id="21" pos="1459">
          <p15:clr>
            <a:srgbClr val="F26B43"/>
          </p15:clr>
        </p15:guide>
        <p15:guide id="22" pos="1935">
          <p15:clr>
            <a:srgbClr val="F26B43"/>
          </p15:clr>
        </p15:guide>
        <p15:guide id="23" pos="846">
          <p15:clr>
            <a:srgbClr val="F26B43"/>
          </p15:clr>
        </p15:guide>
        <p15:guide id="24" pos="1323">
          <p15:clr>
            <a:srgbClr val="F26B43"/>
          </p15:clr>
        </p15:guide>
        <p15:guide id="25" pos="234">
          <p15:clr>
            <a:srgbClr val="F26B43"/>
          </p15:clr>
        </p15:guide>
        <p15:guide id="26" pos="710">
          <p15:clr>
            <a:srgbClr val="F26B43"/>
          </p15:clr>
        </p15:guide>
        <p15:guide id="42" orient="horz" pos="2160">
          <p15:clr>
            <a:srgbClr val="000000"/>
          </p15:clr>
        </p15:guide>
        <p15:guide id="43" pos="3840">
          <p15:clr>
            <a:srgbClr val="000000"/>
          </p15:clr>
        </p15:guide>
        <p15:guide id="44" pos="2683">
          <p15:clr>
            <a:srgbClr val="F26B43"/>
          </p15:clr>
        </p15:guide>
        <p15:guide id="45" pos="4520">
          <p15:clr>
            <a:srgbClr val="F26B43"/>
          </p15:clr>
        </p15:guide>
        <p15:guide id="46" pos="3296">
          <p15:clr>
            <a:srgbClr val="F26B43"/>
          </p15:clr>
        </p15:guide>
        <p15:guide id="47" pos="4384">
          <p15:clr>
            <a:srgbClr val="F26B43"/>
          </p15:clr>
        </p15:guide>
        <p15:guide id="48" pos="3160">
          <p15:clr>
            <a:srgbClr val="F26B43"/>
          </p15:clr>
        </p15:guide>
        <p15:guide id="49" pos="3772">
          <p15:clr>
            <a:srgbClr val="F26B43"/>
          </p15:clr>
        </p15:guide>
        <p15:guide id="50" pos="3908">
          <p15:clr>
            <a:srgbClr val="F26B43"/>
          </p15:clr>
        </p15:guide>
        <p15:guide id="51" orient="horz" pos="3884">
          <p15:clr>
            <a:srgbClr val="F26B43"/>
          </p15:clr>
        </p15:guide>
        <p15:guide id="52" pos="4997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2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0CE54E-5BA5-0B3B-159D-B2A72B1025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0296" y="88721"/>
            <a:ext cx="7806059" cy="563418"/>
          </a:xfrm>
        </p:spPr>
        <p:txBody>
          <a:bodyPr/>
          <a:lstStyle/>
          <a:p>
            <a:r>
              <a:rPr sz="2000" b="1"/>
              <a:t>Problem Statement — Bosch × Maersk: ETA 2D Door-Delivery Accuracy</a:t>
            </a:r>
            <a:endParaRPr lang="en-DK" sz="2000">
              <a:solidFill>
                <a:schemeClr val="accent1"/>
              </a:solidFill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045F6EF-95FC-272A-89C1-A787BE1203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53BB892-59E0-E373-6B6B-E0D7CEC61B72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/>
        <p:txBody>
          <a:bodyPr/>
          <a:lstStyle/>
          <a:p>
            <a:r>
              <a:rPr lang="en-GB"/>
              <a:t>Insert presentation title via Header &amp; Footer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3092F8C-E5D1-BB2A-C905-F0EF505F21A2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43A204BC-C5BA-4EF4-ABC8-D45123A0C528}" type="slidenum">
              <a:rPr lang="en-GB" smtClean="0"/>
              <a:pPr/>
              <a:t>1</a:t>
            </a:fld>
            <a:endParaRPr lang="en-GB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2D7509F-F8C1-8F41-DFE0-1F0DFA23987D}"/>
              </a:ext>
            </a:extLst>
          </p:cNvPr>
          <p:cNvSpPr txBox="1"/>
          <p:nvPr/>
        </p:nvSpPr>
        <p:spPr>
          <a:xfrm>
            <a:off x="402960" y="596389"/>
            <a:ext cx="6123708" cy="648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00"/>
              </a:lnSpc>
              <a:spcBef>
                <a:spcPts val="975"/>
              </a:spcBef>
              <a:spcAft>
                <a:spcPts val="225"/>
              </a:spcAft>
              <a:buNone/>
            </a:pPr>
            <a:r>
              <a:rPr lang="en-GB" sz="1200" b="1" i="0" dirty="0">
                <a:solidFill>
                  <a:srgbClr val="424242"/>
                </a:solidFill>
                <a:effectLst/>
                <a:latin typeface="+mj-lt"/>
              </a:rPr>
              <a:t>1. Headline / Title of the Problem</a:t>
            </a:r>
          </a:p>
          <a:p>
            <a:pPr algn="l">
              <a:spcBef>
                <a:spcPts val="600"/>
              </a:spcBef>
              <a:spcAft>
                <a:spcPts val="300"/>
              </a:spcAft>
              <a:buNone/>
            </a:pPr>
            <a:r>
              <a:rPr lang="en-GB" sz="1000" b="0" i="1" dirty="0">
                <a:solidFill>
                  <a:srgbClr val="424242"/>
                </a:solidFill>
                <a:effectLst/>
                <a:latin typeface="+mj-lt"/>
              </a:rPr>
              <a:t>SUPER short, clear title that summarizes the issue. – </a:t>
            </a:r>
            <a:r>
              <a:rPr lang="en-GB" sz="1200" b="1" i="1" dirty="0">
                <a:solidFill>
                  <a:srgbClr val="424242"/>
                </a:solidFill>
                <a:effectLst/>
                <a:latin typeface="+mj-lt"/>
              </a:rPr>
              <a:t>SHORT AND WITH BIG LETTERS</a:t>
            </a:r>
            <a:endParaRPr lang="en-GB" sz="1000" b="1" i="0" dirty="0">
              <a:solidFill>
                <a:srgbClr val="424242"/>
              </a:solidFill>
              <a:effectLst/>
              <a:latin typeface="+mj-lt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A620172-4850-8AF2-5D9E-EA34B4CD3278}"/>
              </a:ext>
            </a:extLst>
          </p:cNvPr>
          <p:cNvSpPr txBox="1"/>
          <p:nvPr/>
        </p:nvSpPr>
        <p:spPr>
          <a:xfrm>
            <a:off x="402960" y="2208107"/>
            <a:ext cx="4582083" cy="7873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00"/>
              </a:lnSpc>
              <a:spcBef>
                <a:spcPts val="975"/>
              </a:spcBef>
              <a:spcAft>
                <a:spcPts val="225"/>
              </a:spcAft>
              <a:buNone/>
            </a:pPr>
            <a:r>
              <a:rPr lang="en-GB" sz="1200" b="1" i="0" dirty="0">
                <a:solidFill>
                  <a:srgbClr val="424242"/>
                </a:solidFill>
                <a:effectLst/>
                <a:latin typeface="+mj-lt"/>
              </a:rPr>
              <a:t>2. Why is this Business Critical?</a:t>
            </a:r>
          </a:p>
          <a:p>
            <a:pPr algn="l">
              <a:spcBef>
                <a:spcPts val="600"/>
              </a:spcBef>
              <a:spcAft>
                <a:spcPts val="300"/>
              </a:spcAft>
              <a:buNone/>
            </a:pPr>
            <a:r>
              <a:rPr lang="en-GB" sz="1000" b="0" i="1" dirty="0">
                <a:solidFill>
                  <a:srgbClr val="424242"/>
                </a:solidFill>
                <a:effectLst/>
                <a:latin typeface="+mj-lt"/>
              </a:rPr>
              <a:t>Explain in 2–3 sentences why solving this problem matters to the business (impact on cost, safety, customer, efficiency, etc.).</a:t>
            </a:r>
            <a:endParaRPr lang="en-GB" sz="1000" b="0" i="0" dirty="0">
              <a:solidFill>
                <a:srgbClr val="424242"/>
              </a:solidFill>
              <a:effectLst/>
              <a:latin typeface="+mj-lt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E732F87-78E5-DCE7-A1E5-A199D636030E}"/>
              </a:ext>
            </a:extLst>
          </p:cNvPr>
          <p:cNvSpPr txBox="1"/>
          <p:nvPr/>
        </p:nvSpPr>
        <p:spPr>
          <a:xfrm>
            <a:off x="312410" y="4056633"/>
            <a:ext cx="4421503" cy="7873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00"/>
              </a:lnSpc>
              <a:spcBef>
                <a:spcPts val="975"/>
              </a:spcBef>
              <a:spcAft>
                <a:spcPts val="225"/>
              </a:spcAft>
              <a:buNone/>
            </a:pPr>
            <a:r>
              <a:rPr lang="en-GB" sz="1200" b="1" i="0">
                <a:solidFill>
                  <a:srgbClr val="424242"/>
                </a:solidFill>
                <a:effectLst/>
                <a:latin typeface="+mj-lt"/>
              </a:rPr>
              <a:t>3. Background / Context</a:t>
            </a:r>
          </a:p>
          <a:p>
            <a:pPr algn="l">
              <a:spcBef>
                <a:spcPts val="600"/>
              </a:spcBef>
              <a:spcAft>
                <a:spcPts val="300"/>
              </a:spcAft>
              <a:buNone/>
            </a:pPr>
            <a:r>
              <a:rPr lang="en-GB" sz="1000" b="0" i="1">
                <a:solidFill>
                  <a:srgbClr val="424242"/>
                </a:solidFill>
                <a:effectLst/>
                <a:latin typeface="+mj-lt"/>
              </a:rPr>
              <a:t>Provide a brief description of the situation, including relevant history or events leading up to the problem.</a:t>
            </a:r>
            <a:endParaRPr lang="en-GB" sz="1000" b="0" i="0">
              <a:solidFill>
                <a:srgbClr val="424242"/>
              </a:solidFill>
              <a:effectLst/>
              <a:latin typeface="+mj-lt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6A6B347-D047-A194-A25C-EAF09587F9A2}"/>
              </a:ext>
            </a:extLst>
          </p:cNvPr>
          <p:cNvSpPr txBox="1"/>
          <p:nvPr/>
        </p:nvSpPr>
        <p:spPr>
          <a:xfrm>
            <a:off x="5853425" y="645602"/>
            <a:ext cx="3411177" cy="17645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00"/>
              </a:lnSpc>
              <a:spcBef>
                <a:spcPts val="975"/>
              </a:spcBef>
              <a:spcAft>
                <a:spcPts val="225"/>
              </a:spcAft>
              <a:buNone/>
            </a:pPr>
            <a:r>
              <a:rPr lang="en-GB" sz="1200" b="1" i="0" dirty="0">
                <a:solidFill>
                  <a:srgbClr val="424242"/>
                </a:solidFill>
                <a:effectLst/>
                <a:latin typeface="+mj-lt"/>
              </a:rPr>
              <a:t>4. Problem Definition</a:t>
            </a:r>
          </a:p>
          <a:p>
            <a:pPr algn="l">
              <a:spcBef>
                <a:spcPts val="300"/>
              </a:spcBef>
              <a:spcAft>
                <a:spcPts val="600"/>
              </a:spcAft>
            </a:pPr>
            <a:r>
              <a:rPr lang="en-GB" sz="1200" b="1" i="0" dirty="0">
                <a:solidFill>
                  <a:srgbClr val="424242"/>
                </a:solidFill>
                <a:effectLst/>
                <a:latin typeface="+mj-lt"/>
              </a:rPr>
              <a:t>Actual (Where are we now?)</a:t>
            </a:r>
          </a:p>
          <a:p>
            <a:pPr algn="l">
              <a:spcBef>
                <a:spcPts val="300"/>
              </a:spcBef>
              <a:spcAft>
                <a:spcPts val="600"/>
              </a:spcAft>
            </a:pPr>
            <a:br>
              <a:rPr lang="en-GB" sz="1200" b="0" i="0" dirty="0">
                <a:solidFill>
                  <a:srgbClr val="424242"/>
                </a:solidFill>
                <a:effectLst/>
                <a:latin typeface="+mj-lt"/>
              </a:rPr>
            </a:br>
            <a:r>
              <a:rPr lang="en-GB" sz="1200" b="1" i="0" dirty="0">
                <a:solidFill>
                  <a:srgbClr val="424242"/>
                </a:solidFill>
                <a:effectLst/>
                <a:latin typeface="+mj-lt"/>
              </a:rPr>
              <a:t>Target (Where should we be?)</a:t>
            </a:r>
          </a:p>
          <a:p>
            <a:pPr algn="l">
              <a:spcBef>
                <a:spcPts val="300"/>
              </a:spcBef>
              <a:spcAft>
                <a:spcPts val="600"/>
              </a:spcAft>
            </a:pPr>
            <a:br>
              <a:rPr lang="en-GB" sz="1200" b="0" i="0" dirty="0">
                <a:solidFill>
                  <a:srgbClr val="424242"/>
                </a:solidFill>
                <a:effectLst/>
                <a:latin typeface="+mj-lt"/>
              </a:rPr>
            </a:br>
            <a:r>
              <a:rPr lang="en-GB" sz="1200" b="1" i="0" dirty="0">
                <a:solidFill>
                  <a:srgbClr val="424242"/>
                </a:solidFill>
                <a:effectLst/>
                <a:latin typeface="+mj-lt"/>
              </a:rPr>
              <a:t>Gap (What is the difference?)</a:t>
            </a:r>
            <a:br>
              <a:rPr lang="en-GB" sz="1200" b="0" i="0" dirty="0">
                <a:solidFill>
                  <a:srgbClr val="424242"/>
                </a:solidFill>
                <a:effectLst/>
                <a:latin typeface="+mj-lt"/>
              </a:rPr>
            </a:br>
            <a:endParaRPr lang="en-GB" sz="1200" b="0" i="0" dirty="0">
              <a:solidFill>
                <a:srgbClr val="424242"/>
              </a:solidFill>
              <a:effectLst/>
              <a:latin typeface="+mj-lt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CCB656E-0176-A673-E241-9A91B60A891B}"/>
              </a:ext>
            </a:extLst>
          </p:cNvPr>
          <p:cNvSpPr txBox="1"/>
          <p:nvPr/>
        </p:nvSpPr>
        <p:spPr>
          <a:xfrm>
            <a:off x="9484261" y="645602"/>
            <a:ext cx="2615041" cy="11336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00"/>
              </a:lnSpc>
              <a:spcBef>
                <a:spcPts val="975"/>
              </a:spcBef>
              <a:spcAft>
                <a:spcPts val="225"/>
              </a:spcAft>
              <a:buNone/>
            </a:pPr>
            <a:r>
              <a:rPr lang="en-GB" sz="1200" b="1" i="1">
                <a:solidFill>
                  <a:srgbClr val="424242"/>
                </a:solidFill>
                <a:latin typeface="+mj-lt"/>
              </a:rPr>
              <a:t>5. Data Availability</a:t>
            </a:r>
          </a:p>
          <a:p>
            <a:pPr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GB" sz="1200" b="1" i="1" u="sng">
                <a:solidFill>
                  <a:srgbClr val="424242"/>
                </a:solidFill>
                <a:latin typeface="+mj-lt"/>
              </a:rPr>
              <a:t> Yes – we have relevant data</a:t>
            </a:r>
          </a:p>
          <a:p>
            <a:pPr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GB" sz="1200" b="0" i="1" u="none">
                <a:solidFill>
                  <a:srgbClr val="424242"/>
                </a:solidFill>
                <a:latin typeface="+mj-lt"/>
              </a:rPr>
              <a:t> Partially – some data available</a:t>
            </a:r>
          </a:p>
          <a:p>
            <a:pPr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GB" sz="1200" i="1" b="0" u="none">
                <a:solidFill>
                  <a:srgbClr val="424242"/>
                </a:solidFill>
                <a:latin typeface="+mj-lt"/>
              </a:rPr>
              <a:t> No – no data yet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05D4522-E1C9-E89C-CA44-CCED176930C6}"/>
              </a:ext>
            </a:extLst>
          </p:cNvPr>
          <p:cNvSpPr txBox="1"/>
          <p:nvPr/>
        </p:nvSpPr>
        <p:spPr>
          <a:xfrm>
            <a:off x="9545807" y="2357006"/>
            <a:ext cx="2926469" cy="11336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00"/>
              </a:lnSpc>
              <a:spcBef>
                <a:spcPts val="975"/>
              </a:spcBef>
              <a:spcAft>
                <a:spcPts val="225"/>
              </a:spcAft>
              <a:buNone/>
            </a:pPr>
            <a:r>
              <a:rPr lang="en-GB" sz="1200" b="1" i="0">
                <a:solidFill>
                  <a:srgbClr val="424242"/>
                </a:solidFill>
                <a:effectLst/>
                <a:latin typeface="+mj-lt"/>
              </a:rPr>
              <a:t>6. Team Span of Control</a:t>
            </a:r>
          </a:p>
          <a:p>
            <a:pPr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GB" sz="1200" b="0" i="0" u="none">
                <a:solidFill>
                  <a:srgbClr val="424242"/>
                </a:solidFill>
                <a:effectLst/>
                <a:latin typeface="+mj-lt"/>
              </a:rPr>
              <a:t> Fully within team control</a:t>
            </a:r>
          </a:p>
          <a:p>
            <a:pPr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GB" sz="1200" b="1" i="0" u="sng">
                <a:solidFill>
                  <a:srgbClr val="424242"/>
                </a:solidFill>
                <a:effectLst/>
                <a:latin typeface="+mj-lt"/>
              </a:rPr>
              <a:t> Partially within team control</a:t>
            </a:r>
          </a:p>
          <a:p>
            <a:pPr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GB" sz="1200" b="0" i="0" u="none">
                <a:solidFill>
                  <a:srgbClr val="424242"/>
                </a:solidFill>
                <a:effectLst/>
                <a:latin typeface="+mj-lt"/>
              </a:rPr>
              <a:t> Outside team control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F856E75-6AB5-84E1-62AA-A69453DF3AA6}"/>
              </a:ext>
            </a:extLst>
          </p:cNvPr>
          <p:cNvSpPr txBox="1"/>
          <p:nvPr/>
        </p:nvSpPr>
        <p:spPr>
          <a:xfrm>
            <a:off x="9566742" y="4138938"/>
            <a:ext cx="2884601" cy="19569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00"/>
              </a:lnSpc>
              <a:spcBef>
                <a:spcPts val="975"/>
              </a:spcBef>
              <a:spcAft>
                <a:spcPts val="225"/>
              </a:spcAft>
              <a:buNone/>
            </a:pPr>
            <a:r>
              <a:rPr lang="en-GB" sz="1200" b="1" i="0">
                <a:solidFill>
                  <a:srgbClr val="424242"/>
                </a:solidFill>
                <a:effectLst/>
                <a:latin typeface="+mj-lt"/>
              </a:rPr>
              <a:t>7. Complexity of the Problem</a:t>
            </a:r>
          </a:p>
          <a:p>
            <a:pPr algn="l">
              <a:spcBef>
                <a:spcPts val="600"/>
              </a:spcBef>
              <a:spcAft>
                <a:spcPts val="300"/>
              </a:spcAft>
              <a:buNone/>
            </a:pPr>
            <a:r>
              <a:rPr lang="en-GB" sz="1200" b="0" i="0" u="none">
                <a:solidFill>
                  <a:srgbClr val="424242"/>
                </a:solidFill>
                <a:effectLst/>
                <a:latin typeface="+mj-lt"/>
              </a:rPr>
              <a:t>Rate from 1 (simple) to 5 (complex):</a:t>
            </a:r>
          </a:p>
          <a:p>
            <a:pPr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GB" sz="1200" b="0" i="0" u="none">
                <a:solidFill>
                  <a:srgbClr val="424242"/>
                </a:solidFill>
                <a:effectLst/>
                <a:latin typeface="+mj-lt"/>
              </a:rPr>
              <a:t> 1 – Very simple</a:t>
            </a:r>
          </a:p>
          <a:p>
            <a:pPr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GB" sz="1200" b="0" i="0" u="none">
                <a:solidFill>
                  <a:srgbClr val="424242"/>
                </a:solidFill>
                <a:effectLst/>
                <a:latin typeface="+mj-lt"/>
              </a:rPr>
              <a:t> 2 – Somewhat simple</a:t>
            </a:r>
          </a:p>
          <a:p>
            <a:pPr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GB" sz="1200" b="0" i="0" u="none">
                <a:solidFill>
                  <a:srgbClr val="424242"/>
                </a:solidFill>
                <a:effectLst/>
                <a:latin typeface="+mj-lt"/>
              </a:rPr>
              <a:t> 3 – Moderate</a:t>
            </a:r>
          </a:p>
          <a:p>
            <a:pPr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GB" sz="1200" b="1" i="0" u="sng">
                <a:solidFill>
                  <a:srgbClr val="424242"/>
                </a:solidFill>
                <a:effectLst/>
                <a:latin typeface="+mj-lt"/>
              </a:rPr>
              <a:t> 4 – Complex</a:t>
            </a:r>
          </a:p>
          <a:p>
            <a:pPr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GB" sz="1200" b="0" i="0" u="none">
                <a:solidFill>
                  <a:srgbClr val="424242"/>
                </a:solidFill>
                <a:effectLst/>
                <a:latin typeface="+mj-lt"/>
              </a:rPr>
              <a:t> 5 – Very complex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14D0E46-9D27-4D62-6B4F-0F613C78F007}"/>
              </a:ext>
            </a:extLst>
          </p:cNvPr>
          <p:cNvSpPr txBox="1"/>
          <p:nvPr/>
        </p:nvSpPr>
        <p:spPr>
          <a:xfrm>
            <a:off x="5465728" y="6212283"/>
            <a:ext cx="2384981" cy="803006"/>
          </a:xfrm>
          <a:prstGeom prst="rect">
            <a:avLst/>
          </a:prstGeom>
          <a:noFill/>
        </p:spPr>
        <p:txBody>
          <a:bodyPr wrap="square" lIns="237600" tIns="237600" rIns="237600" bIns="237600" rtlCol="0" anchor="t">
            <a:spAutoFit/>
          </a:bodyPr>
          <a:lstStyle/>
          <a:p>
            <a:pPr algn="ctr"/>
            <a:r>
              <a:rPr lang="en-GB" sz="1000" dirty="0">
                <a:solidFill>
                  <a:schemeClr val="accent3"/>
                </a:solidFill>
              </a:rPr>
              <a:t>For 5, 6 and 7 just underline depending on status</a:t>
            </a:r>
            <a:endParaRPr lang="en-DK" sz="1000" dirty="0">
              <a:solidFill>
                <a:schemeClr val="accent3"/>
              </a:solidFill>
            </a:endParaRPr>
          </a:p>
        </p:txBody>
      </p:sp>
      <p:sp>
        <p:nvSpPr>
          <p:cNvPr id="25" name="Arrow: Right 24">
            <a:extLst>
              <a:ext uri="{FF2B5EF4-FFF2-40B4-BE49-F238E27FC236}">
                <a16:creationId xmlns:a16="http://schemas.microsoft.com/office/drawing/2014/main" id="{C0E10B21-ABEC-0B98-E3A6-95951E3C7ED8}"/>
              </a:ext>
            </a:extLst>
          </p:cNvPr>
          <p:cNvSpPr/>
          <p:nvPr/>
        </p:nvSpPr>
        <p:spPr>
          <a:xfrm rot="16200000">
            <a:off x="6468240" y="6097152"/>
            <a:ext cx="292638" cy="247204"/>
          </a:xfrm>
          <a:prstGeom prst="rightArrow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37600" tIns="237600" rIns="237600" bIns="237600" rtlCol="0" anchor="ctr"/>
          <a:lstStyle/>
          <a:p>
            <a:pPr algn="ctr"/>
            <a:endParaRPr lang="en-DK" sz="2000" noProof="0" err="1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5D283C47-04A5-498C-B36C-ADF703B640C7}"/>
              </a:ext>
            </a:extLst>
          </p:cNvPr>
          <p:cNvSpPr/>
          <p:nvPr/>
        </p:nvSpPr>
        <p:spPr>
          <a:xfrm>
            <a:off x="484632" y="1273102"/>
            <a:ext cx="5149134" cy="935005"/>
          </a:xfrm>
          <a:prstGeom prst="rect">
            <a:avLst/>
          </a:prstGeom>
          <a:solidFill>
            <a:schemeClr val="accent1">
              <a:alpha val="0"/>
            </a:schemeClr>
          </a:solidFill>
          <a:ln w="158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237600" tIns="237600" rIns="237600" bIns="237600" rtlCol="0" anchor="ctr"/>
          <a:lstStyle/>
          <a:p>
            <a:pPr algn="ctr"/>
            <a:r>
              <a:rPr sz="1400" b="1" i="0">
                <a:solidFill>
                  <a:srgbClr val="00243D"/>
                </a:solidFill>
              </a:rPr>
              <a:t>ETA 2D door-delivery accuracy collapsed from 36% to 13% — Bosch target of 90% is structurally out of reach</a:t>
            </a:r>
            <a:endParaRPr lang="en-DK" sz="2000" noProof="0" err="1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133E835B-2AD0-8860-5894-86EA06FCDB77}"/>
              </a:ext>
            </a:extLst>
          </p:cNvPr>
          <p:cNvSpPr/>
          <p:nvPr/>
        </p:nvSpPr>
        <p:spPr>
          <a:xfrm>
            <a:off x="402960" y="3054097"/>
            <a:ext cx="5149134" cy="1028863"/>
          </a:xfrm>
          <a:prstGeom prst="rect">
            <a:avLst/>
          </a:prstGeom>
          <a:solidFill>
            <a:schemeClr val="accent1">
              <a:alpha val="0"/>
            </a:schemeClr>
          </a:solidFill>
          <a:ln w="158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237600" tIns="237600" rIns="237600" bIns="237600" rtlCol="0" anchor="ctr"/>
          <a:lstStyle/>
          <a:p>
            <a:pPr algn="ctr"/>
            <a:r>
              <a:rPr sz="1100" b="0" i="0">
                <a:solidFill>
                  <a:srgbClr val="00243D"/>
                </a:solidFill>
              </a:rPr>
              <a:t>Bosch's contractual ETA 2D KPI requires ±48h door-delivery accuracy at 90%. We're at 13.1% (CW17) — and falling. 192 of 221 measured shipments missed the window. Beyond contractual exposure, the gap erodes Bosch's planning confidence: their inbound logistics + production scheduling depend on this signal. CN→DE alone drives 40% of failures with avg +9.9 days late.</a:t>
            </a:r>
            <a:endParaRPr lang="en-DK" sz="2000" noProof="0" err="1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B4AA9E25-0253-4826-28BE-6C6CB8038C6D}"/>
              </a:ext>
            </a:extLst>
          </p:cNvPr>
          <p:cNvSpPr/>
          <p:nvPr/>
        </p:nvSpPr>
        <p:spPr>
          <a:xfrm>
            <a:off x="402960" y="4870356"/>
            <a:ext cx="5149134" cy="1179057"/>
          </a:xfrm>
          <a:prstGeom prst="rect">
            <a:avLst/>
          </a:prstGeom>
          <a:solidFill>
            <a:schemeClr val="accent1">
              <a:alpha val="0"/>
            </a:schemeClr>
          </a:solidFill>
          <a:ln w="158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237600" tIns="237600" rIns="237600" bIns="237600" rtlCol="0" anchor="ctr"/>
          <a:lstStyle/>
          <a:p>
            <a:pPr algn="ctr"/>
            <a:r>
              <a:rPr sz="1000" b="0" i="0">
                <a:solidFill>
                  <a:srgbClr val="00243D"/>
                </a:solidFill>
              </a:rPr>
              <a:t>ETA 2D = S31_Accepted / S31_Measured. The S31 ETA is captured early in the shipment lifecycle and never refreshed after port arrival (ATA). Last-mile in DE averages 12–16 days — physically uncontainable in a ±48h window. CW12 RCA identified 4 root causes + 8 preventive actions (P1–P4); 6 months later the trend has worsened by 17pp. No measurable improvement from the CW12 action plan.</a:t>
            </a:r>
            <a:endParaRPr lang="en-DK" sz="1000" noProof="0" err="1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9145AB03-A77D-16D3-6699-84E80221D166}"/>
              </a:ext>
            </a:extLst>
          </p:cNvPr>
          <p:cNvSpPr/>
          <p:nvPr/>
        </p:nvSpPr>
        <p:spPr>
          <a:xfrm>
            <a:off x="7956353" y="701836"/>
            <a:ext cx="1527906" cy="389010"/>
          </a:xfrm>
          <a:prstGeom prst="rect">
            <a:avLst/>
          </a:prstGeom>
          <a:solidFill>
            <a:schemeClr val="accent1">
              <a:alpha val="0"/>
            </a:schemeClr>
          </a:solidFill>
          <a:ln w="158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237600" tIns="237600" rIns="237600" bIns="237600" rtlCol="0" anchor="ctr"/>
          <a:lstStyle/>
          <a:p>
            <a:pPr algn="ctr"/>
            <a:r>
              <a:rPr sz="900" b="1" i="0">
                <a:solidFill>
                  <a:srgbClr val="00243D"/>
                </a:solidFill>
              </a:rPr>
              <a:t>13.1% accuracy</a:t>
            </a:r>
            <a:endParaRPr lang="en-DK" sz="900" noProof="0" err="1"/>
          </a:p>
          <a:p>
            <a:pPr algn="ctr"/>
            <a:r>
              <a:rPr sz="900" b="1" i="0">
                <a:solidFill>
                  <a:srgbClr val="00243D"/>
                </a:solidFill>
              </a:rPr>
              <a:t>29 / 221 within ±48h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872AA76C-B3D0-3C06-13F0-D1610B4FCCB8}"/>
              </a:ext>
            </a:extLst>
          </p:cNvPr>
          <p:cNvSpPr/>
          <p:nvPr/>
        </p:nvSpPr>
        <p:spPr>
          <a:xfrm>
            <a:off x="7956357" y="1321758"/>
            <a:ext cx="1527904" cy="389010"/>
          </a:xfrm>
          <a:prstGeom prst="rect">
            <a:avLst/>
          </a:prstGeom>
          <a:solidFill>
            <a:schemeClr val="accent1">
              <a:alpha val="0"/>
            </a:schemeClr>
          </a:solidFill>
          <a:ln w="158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237600" tIns="237600" rIns="237600" bIns="237600" rtlCol="0" anchor="ctr"/>
          <a:lstStyle/>
          <a:p>
            <a:pPr algn="ctr"/>
            <a:r>
              <a:rPr sz="900" b="1" i="0">
                <a:solidFill>
                  <a:srgbClr val="00243D"/>
                </a:solidFill>
              </a:rPr>
              <a:t>≥ 90% accuracy</a:t>
            </a:r>
            <a:endParaRPr lang="en-DK" sz="900" noProof="0" err="1"/>
          </a:p>
          <a:p>
            <a:pPr algn="ctr"/>
            <a:r>
              <a:rPr sz="900" b="1" i="0">
                <a:solidFill>
                  <a:srgbClr val="00243D"/>
                </a:solidFill>
              </a:rPr>
              <a:t>or renegotiated window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8773CC33-FBBF-8338-03DB-25B446FE4B86}"/>
              </a:ext>
            </a:extLst>
          </p:cNvPr>
          <p:cNvSpPr/>
          <p:nvPr/>
        </p:nvSpPr>
        <p:spPr>
          <a:xfrm>
            <a:off x="7956355" y="1891980"/>
            <a:ext cx="1527904" cy="389010"/>
          </a:xfrm>
          <a:prstGeom prst="rect">
            <a:avLst/>
          </a:prstGeom>
          <a:solidFill>
            <a:schemeClr val="accent1">
              <a:alpha val="0"/>
            </a:schemeClr>
          </a:solidFill>
          <a:ln w="158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237600" tIns="237600" rIns="237600" bIns="237600" rtlCol="0" anchor="ctr"/>
          <a:lstStyle/>
          <a:p>
            <a:pPr algn="ctr"/>
            <a:r>
              <a:rPr sz="900" b="1" i="0">
                <a:solidFill>
                  <a:srgbClr val="00243D"/>
                </a:solidFill>
              </a:rPr>
              <a:t>−77 pp / +170 ships</a:t>
            </a:r>
            <a:endParaRPr lang="en-DK" sz="900" noProof="0" err="1"/>
          </a:p>
          <a:p>
            <a:pPr algn="ctr"/>
            <a:r>
              <a:rPr sz="900" b="1" i="0">
                <a:solidFill>
                  <a:srgbClr val="00243D"/>
                </a:solidFill>
              </a:rPr>
              <a:t>structural ETA fix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E596353E-892D-948F-139E-F20A84D45D2E}"/>
              </a:ext>
            </a:extLst>
          </p:cNvPr>
          <p:cNvSpPr txBox="1"/>
          <p:nvPr/>
        </p:nvSpPr>
        <p:spPr>
          <a:xfrm>
            <a:off x="8643210" y="85270"/>
            <a:ext cx="3411177" cy="328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2100"/>
              </a:lnSpc>
              <a:spcBef>
                <a:spcPts val="975"/>
              </a:spcBef>
              <a:spcAft>
                <a:spcPts val="225"/>
              </a:spcAft>
              <a:buNone/>
            </a:pPr>
            <a:r>
              <a:rPr sz="1000" i="1"/>
              <a:t>Owner: Harsh Puri  |  Bosch–Maersk Account</a:t>
            </a:r>
            <a:endParaRPr lang="en-GB" sz="1200" i="1">
              <a:solidFill>
                <a:srgbClr val="424242"/>
              </a:solidFill>
              <a:latin typeface="+mj-lt"/>
            </a:endParaRPr>
          </a:p>
        </p:txBody>
      </p:sp>
      <p:pic>
        <p:nvPicPr>
          <p:cNvPr id="37" name="Picture 36">
            <a:extLst>
              <a:ext uri="{FF2B5EF4-FFF2-40B4-BE49-F238E27FC236}">
                <a16:creationId xmlns:a16="http://schemas.microsoft.com/office/drawing/2014/main" id="{1C3E6DF4-90E2-37CB-B1AE-167FEB2880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3425" y="3054097"/>
            <a:ext cx="1522269" cy="2930119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51C87CA2-BB39-D1C6-CD70-9ED50029B46A}"/>
              </a:ext>
            </a:extLst>
          </p:cNvPr>
          <p:cNvSpPr/>
          <p:nvPr/>
        </p:nvSpPr>
        <p:spPr>
          <a:xfrm>
            <a:off x="7863203" y="460291"/>
            <a:ext cx="1682603" cy="1949898"/>
          </a:xfrm>
          <a:prstGeom prst="rect">
            <a:avLst/>
          </a:prstGeom>
          <a:solidFill>
            <a:schemeClr val="accent1">
              <a:alpha val="0"/>
            </a:schemeClr>
          </a:solidFill>
          <a:ln w="22225">
            <a:solidFill>
              <a:srgbClr val="00B0F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37600" tIns="237600" rIns="237600" bIns="237600" rtlCol="0" anchor="ctr"/>
          <a:lstStyle/>
          <a:p>
            <a:pPr algn="ctr"/>
            <a:endParaRPr lang="en-DK" sz="2000" noProof="0" dirty="0" err="1"/>
          </a:p>
        </p:txBody>
      </p:sp>
    </p:spTree>
    <p:extLst>
      <p:ext uri="{BB962C8B-B14F-4D97-AF65-F5344CB8AC3E}">
        <p14:creationId xmlns:p14="http://schemas.microsoft.com/office/powerpoint/2010/main" val="39079020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228600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 i="0">
                <a:solidFill>
                  <a:srgbClr val="00243D"/>
                </a:solidFill>
              </a:rPr>
              <a:t>Appendix A1 — Status snapshot &amp; weekly trend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713232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 i="1">
                <a:solidFill>
                  <a:srgbClr val="6B655E"/>
                </a:solidFill>
              </a:rPr>
              <a:t>Source: SC4 Shipments sheet (Maersk SC4_2026_CWxx.xlsx). Filter: S31 measured, undelivered shipments excluded.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1188720"/>
            <a:ext cx="2762173" cy="1417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5E4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" y="1188720"/>
            <a:ext cx="2762173" cy="54864"/>
          </a:xfrm>
          <a:prstGeom prst="rect">
            <a:avLst/>
          </a:prstGeom>
          <a:solidFill>
            <a:srgbClr val="B03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307592"/>
            <a:ext cx="2762173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B03A2E"/>
                </a:solidFill>
                <a:latin typeface="Geist Mono"/>
              </a:rPr>
              <a:t>13.1%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1938528"/>
            <a:ext cx="2762173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0243D"/>
                </a:solidFill>
              </a:rPr>
              <a:t>CW17 ETA 2D Accuracy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" y="2221991"/>
            <a:ext cx="261586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6B655E"/>
                </a:solidFill>
              </a:rPr>
              <a:t>29 of 221 within ±48h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65093" y="1188720"/>
            <a:ext cx="2762173" cy="1417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5E4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265093" y="1188720"/>
            <a:ext cx="2762173" cy="54864"/>
          </a:xfrm>
          <a:prstGeom prst="rect">
            <a:avLst/>
          </a:prstGeom>
          <a:solidFill>
            <a:srgbClr val="D98B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65093" y="1307592"/>
            <a:ext cx="2762173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D98B3D"/>
                </a:solidFill>
                <a:latin typeface="Geist Mono"/>
              </a:rPr>
              <a:t>−23.4 pp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65093" y="1938528"/>
            <a:ext cx="2762173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0243D"/>
                </a:solidFill>
              </a:rPr>
              <a:t>Decline since CW09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38245" y="2221991"/>
            <a:ext cx="261586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6B655E"/>
                </a:solidFill>
              </a:rPr>
              <a:t>From 36.5% → 13.1% over 8 weeks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64426" y="1188720"/>
            <a:ext cx="2762173" cy="1417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5E4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64426" y="1188720"/>
            <a:ext cx="2762173" cy="54864"/>
          </a:xfrm>
          <a:prstGeom prst="rect">
            <a:avLst/>
          </a:prstGeom>
          <a:solidFill>
            <a:srgbClr val="42B0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64426" y="1307592"/>
            <a:ext cx="2762173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00243D"/>
                </a:solidFill>
                <a:latin typeface="Geist Mono"/>
              </a:rPr>
              <a:t>170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64426" y="1938528"/>
            <a:ext cx="2762173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0243D"/>
                </a:solidFill>
              </a:rPr>
              <a:t>Failures to fix for 90%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37578" y="2221991"/>
            <a:ext cx="261586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6B655E"/>
                </a:solidFill>
              </a:rPr>
              <a:t>Top-10 lanes cover 86% of failures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063759" y="1188720"/>
            <a:ext cx="2762173" cy="1417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E5E4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063759" y="1188720"/>
            <a:ext cx="2762173" cy="54864"/>
          </a:xfrm>
          <a:prstGeom prst="rect">
            <a:avLst/>
          </a:prstGeom>
          <a:solidFill>
            <a:srgbClr val="0024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063759" y="1307592"/>
            <a:ext cx="2762173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00243D"/>
                </a:solidFill>
                <a:latin typeface="Geist Mono"/>
              </a:rPr>
              <a:t>±336h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63759" y="1938528"/>
            <a:ext cx="2762173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00243D"/>
                </a:solidFill>
              </a:rPr>
              <a:t>Window needed for 83.5%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36911" y="2221991"/>
            <a:ext cx="261586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0">
                <a:solidFill>
                  <a:srgbClr val="6B655E"/>
                </a:solidFill>
              </a:rPr>
              <a:t>ETAs need fundamental recalibration</a:t>
            </a:r>
          </a:p>
        </p:txBody>
      </p:sp>
      <p:graphicFrame>
        <p:nvGraphicFramePr>
          <p:cNvPr id="24" name="Chart 23"/>
          <p:cNvGraphicFramePr>
            <a:graphicFrameLocks noGrp="1"/>
          </p:cNvGraphicFramePr>
          <p:nvPr/>
        </p:nvGraphicFramePr>
        <p:xfrm>
          <a:off x="365760" y="2834640"/>
          <a:ext cx="7315200" cy="33832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25" name="Table 24"/>
          <p:cNvGraphicFramePr>
            <a:graphicFrameLocks noGrp="1"/>
          </p:cNvGraphicFramePr>
          <p:nvPr/>
        </p:nvGraphicFramePr>
        <p:xfrm>
          <a:off x="7863840" y="2834640"/>
          <a:ext cx="3931920" cy="3383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82980"/>
                <a:gridCol w="982980"/>
                <a:gridCol w="982980"/>
                <a:gridCol w="982980"/>
              </a:tblGrid>
              <a:tr h="37592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Week</a:t>
                      </a:r>
                    </a:p>
                  </a:txBody>
                  <a:tcPr marL="73152" marR="73152" marT="36576" marB="36576">
                    <a:solidFill>
                      <a:srgbClr val="0024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Measured</a:t>
                      </a:r>
                    </a:p>
                  </a:txBody>
                  <a:tcPr marL="73152" marR="73152" marT="36576" marB="36576">
                    <a:solidFill>
                      <a:srgbClr val="0024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Accepted</a:t>
                      </a:r>
                    </a:p>
                  </a:txBody>
                  <a:tcPr marL="73152" marR="73152" marT="36576" marB="36576">
                    <a:solidFill>
                      <a:srgbClr val="0024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Acc%</a:t>
                      </a:r>
                    </a:p>
                  </a:txBody>
                  <a:tcPr marL="73152" marR="73152" marT="36576" marB="36576">
                    <a:solidFill>
                      <a:srgbClr val="00243D"/>
                    </a:solidFill>
                  </a:tcPr>
                </a:tc>
              </a:tr>
              <a:tr h="375920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00243D"/>
                          </a:solidFill>
                        </a:rPr>
                        <a:t>CW09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00243D"/>
                          </a:solidFill>
                          <a:latin typeface="Geist Mono"/>
                        </a:rPr>
                        <a:t>271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00243D"/>
                          </a:solidFill>
                          <a:latin typeface="Geist Mono"/>
                        </a:rPr>
                        <a:t>99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00243D"/>
                          </a:solidFill>
                          <a:latin typeface="Geist Mono"/>
                        </a:rPr>
                        <a:t>36.5%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  <a:tr h="375920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00243D"/>
                          </a:solidFill>
                        </a:rPr>
                        <a:t>CW10</a:t>
                      </a:r>
                    </a:p>
                  </a:txBody>
                  <a:tcPr marL="73152" marR="73152" marT="27432" marB="27432">
                    <a:solidFill>
                      <a:srgbClr val="FBF7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00243D"/>
                          </a:solidFill>
                          <a:latin typeface="Geist Mono"/>
                        </a:rPr>
                        <a:t>278</a:t>
                      </a:r>
                    </a:p>
                  </a:txBody>
                  <a:tcPr marL="73152" marR="73152" marT="27432" marB="27432">
                    <a:solidFill>
                      <a:srgbClr val="FBF7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00243D"/>
                          </a:solidFill>
                          <a:latin typeface="Geist Mono"/>
                        </a:rPr>
                        <a:t>78</a:t>
                      </a:r>
                    </a:p>
                  </a:txBody>
                  <a:tcPr marL="73152" marR="73152" marT="27432" marB="27432">
                    <a:solidFill>
                      <a:srgbClr val="FBF7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00243D"/>
                          </a:solidFill>
                          <a:latin typeface="Geist Mono"/>
                        </a:rPr>
                        <a:t>28.1%</a:t>
                      </a:r>
                    </a:p>
                  </a:txBody>
                  <a:tcPr marL="73152" marR="73152" marT="27432" marB="27432">
                    <a:solidFill>
                      <a:srgbClr val="FBF7F1"/>
                    </a:solidFill>
                  </a:tcPr>
                </a:tc>
              </a:tr>
              <a:tr h="375920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00243D"/>
                          </a:solidFill>
                        </a:rPr>
                        <a:t>CW11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00243D"/>
                          </a:solidFill>
                          <a:latin typeface="Geist Mono"/>
                        </a:rPr>
                        <a:t>217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00243D"/>
                          </a:solidFill>
                          <a:latin typeface="Geist Mono"/>
                        </a:rPr>
                        <a:t>72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00243D"/>
                          </a:solidFill>
                          <a:latin typeface="Geist Mono"/>
                        </a:rPr>
                        <a:t>33.2%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  <a:tr h="375920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00243D"/>
                          </a:solidFill>
                        </a:rPr>
                        <a:t>CW12</a:t>
                      </a:r>
                    </a:p>
                  </a:txBody>
                  <a:tcPr marL="73152" marR="73152" marT="27432" marB="27432">
                    <a:solidFill>
                      <a:srgbClr val="FBF7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00243D"/>
                          </a:solidFill>
                          <a:latin typeface="Geist Mono"/>
                        </a:rPr>
                        <a:t>285</a:t>
                      </a:r>
                    </a:p>
                  </a:txBody>
                  <a:tcPr marL="73152" marR="73152" marT="27432" marB="27432">
                    <a:solidFill>
                      <a:srgbClr val="FBF7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00243D"/>
                          </a:solidFill>
                          <a:latin typeface="Geist Mono"/>
                        </a:rPr>
                        <a:t>86</a:t>
                      </a:r>
                    </a:p>
                  </a:txBody>
                  <a:tcPr marL="73152" marR="73152" marT="27432" marB="27432">
                    <a:solidFill>
                      <a:srgbClr val="FBF7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00243D"/>
                          </a:solidFill>
                          <a:latin typeface="Geist Mono"/>
                        </a:rPr>
                        <a:t>30.2%</a:t>
                      </a:r>
                    </a:p>
                  </a:txBody>
                  <a:tcPr marL="73152" marR="73152" marT="27432" marB="27432">
                    <a:solidFill>
                      <a:srgbClr val="FBF7F1"/>
                    </a:solidFill>
                  </a:tcPr>
                </a:tc>
              </a:tr>
              <a:tr h="375920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00243D"/>
                          </a:solidFill>
                        </a:rPr>
                        <a:t>CW13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00243D"/>
                          </a:solidFill>
                          <a:latin typeface="Geist Mono"/>
                        </a:rPr>
                        <a:t>216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00243D"/>
                          </a:solidFill>
                          <a:latin typeface="Geist Mono"/>
                        </a:rPr>
                        <a:t>52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00243D"/>
                          </a:solidFill>
                          <a:latin typeface="Geist Mono"/>
                        </a:rPr>
                        <a:t>24.1%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  <a:tr h="375920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00243D"/>
                          </a:solidFill>
                        </a:rPr>
                        <a:t>CW15</a:t>
                      </a:r>
                    </a:p>
                  </a:txBody>
                  <a:tcPr marL="73152" marR="73152" marT="27432" marB="27432">
                    <a:solidFill>
                      <a:srgbClr val="FBF7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00243D"/>
                          </a:solidFill>
                          <a:latin typeface="Geist Mono"/>
                        </a:rPr>
                        <a:t>115</a:t>
                      </a:r>
                    </a:p>
                  </a:txBody>
                  <a:tcPr marL="73152" marR="73152" marT="27432" marB="27432">
                    <a:solidFill>
                      <a:srgbClr val="FBF7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00243D"/>
                          </a:solidFill>
                          <a:latin typeface="Geist Mono"/>
                        </a:rPr>
                        <a:t>19</a:t>
                      </a:r>
                    </a:p>
                  </a:txBody>
                  <a:tcPr marL="73152" marR="73152" marT="27432" marB="27432">
                    <a:solidFill>
                      <a:srgbClr val="FBF7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00243D"/>
                          </a:solidFill>
                          <a:latin typeface="Geist Mono"/>
                        </a:rPr>
                        <a:t>16.5%</a:t>
                      </a:r>
                    </a:p>
                  </a:txBody>
                  <a:tcPr marL="73152" marR="73152" marT="27432" marB="27432">
                    <a:solidFill>
                      <a:srgbClr val="FBF7F1"/>
                    </a:solidFill>
                  </a:tcPr>
                </a:tc>
              </a:tr>
              <a:tr h="375920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00243D"/>
                          </a:solidFill>
                        </a:rPr>
                        <a:t>CW16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00243D"/>
                          </a:solidFill>
                          <a:latin typeface="Geist Mono"/>
                        </a:rPr>
                        <a:t>197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00243D"/>
                          </a:solidFill>
                          <a:latin typeface="Geist Mono"/>
                        </a:rPr>
                        <a:t>18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00243D"/>
                          </a:solidFill>
                          <a:latin typeface="Geist Mono"/>
                        </a:rPr>
                        <a:t>9.1%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  <a:tr h="375920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00243D"/>
                          </a:solidFill>
                        </a:rPr>
                        <a:t>CW17</a:t>
                      </a:r>
                    </a:p>
                  </a:txBody>
                  <a:tcPr marL="73152" marR="73152" marT="27432" marB="27432">
                    <a:solidFill>
                      <a:srgbClr val="FBF7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00243D"/>
                          </a:solidFill>
                          <a:latin typeface="Geist Mono"/>
                        </a:rPr>
                        <a:t>221</a:t>
                      </a:r>
                    </a:p>
                  </a:txBody>
                  <a:tcPr marL="73152" marR="73152" marT="27432" marB="27432">
                    <a:solidFill>
                      <a:srgbClr val="FBF7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00243D"/>
                          </a:solidFill>
                          <a:latin typeface="Geist Mono"/>
                        </a:rPr>
                        <a:t>29</a:t>
                      </a:r>
                    </a:p>
                  </a:txBody>
                  <a:tcPr marL="73152" marR="73152" marT="27432" marB="27432">
                    <a:solidFill>
                      <a:srgbClr val="FBF7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00243D"/>
                          </a:solidFill>
                          <a:latin typeface="Geist Mono"/>
                        </a:rPr>
                        <a:t>13.1%</a:t>
                      </a:r>
                    </a:p>
                  </a:txBody>
                  <a:tcPr marL="73152" marR="73152" marT="27432" marB="27432">
                    <a:solidFill>
                      <a:srgbClr val="FBF7F1"/>
                    </a:solidFill>
                  </a:tcPr>
                </a:tc>
              </a:tr>
            </a:tbl>
          </a:graphicData>
        </a:graphic>
      </p:graphicFrame>
      <p:sp>
        <p:nvSpPr>
          <p:cNvPr id="26" name="TextBox 25"/>
          <p:cNvSpPr txBox="1"/>
          <p:nvPr/>
        </p:nvSpPr>
        <p:spPr>
          <a:xfrm>
            <a:off x="365760" y="6446520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1">
                <a:solidFill>
                  <a:srgbClr val="6B655E"/>
                </a:solidFill>
              </a:rPr>
              <a:t>Source: SC4 Shipments CW09–CW17 — RCA filter (eta_2d_deep_dive.py logic). Latest complete week: CW17.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228600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 i="0">
                <a:solidFill>
                  <a:srgbClr val="00243D"/>
                </a:solidFill>
              </a:rPr>
              <a:t>Appendix A2 — Failure hot-spots: top-10 lanes (CW17)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713232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 i="1">
                <a:solidFill>
                  <a:srgbClr val="6B655E"/>
                </a:solidFill>
              </a:rPr>
              <a:t>192 failed shipments in CW17 — top 10 lanes cover 76% of them.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65760" y="1188720"/>
          <a:ext cx="11430000" cy="402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70000"/>
                <a:gridCol w="1270000"/>
                <a:gridCol w="1270000"/>
                <a:gridCol w="1270000"/>
                <a:gridCol w="1270000"/>
                <a:gridCol w="1270000"/>
                <a:gridCol w="1270000"/>
                <a:gridCol w="1270000"/>
                <a:gridCol w="1270000"/>
              </a:tblGrid>
              <a:tr h="33528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#</a:t>
                      </a:r>
                    </a:p>
                  </a:txBody>
                  <a:tcPr marL="73152" marR="73152" marT="36576" marB="36576">
                    <a:solidFill>
                      <a:srgbClr val="0024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Lane</a:t>
                      </a:r>
                    </a:p>
                  </a:txBody>
                  <a:tcPr marL="73152" marR="73152" marT="36576" marB="36576">
                    <a:solidFill>
                      <a:srgbClr val="0024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Total</a:t>
                      </a:r>
                    </a:p>
                  </a:txBody>
                  <a:tcPr marL="73152" marR="73152" marT="36576" marB="36576">
                    <a:solidFill>
                      <a:srgbClr val="0024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Acc</a:t>
                      </a:r>
                    </a:p>
                  </a:txBody>
                  <a:tcPr marL="73152" marR="73152" marT="36576" marB="36576">
                    <a:solidFill>
                      <a:srgbClr val="0024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Failed</a:t>
                      </a:r>
                    </a:p>
                  </a:txBody>
                  <a:tcPr marL="73152" marR="73152" marT="36576" marB="36576">
                    <a:solidFill>
                      <a:srgbClr val="0024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Lane Acc</a:t>
                      </a:r>
                    </a:p>
                  </a:txBody>
                  <a:tcPr marL="73152" marR="73152" marT="36576" marB="36576">
                    <a:solidFill>
                      <a:srgbClr val="0024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Cum Fixed</a:t>
                      </a:r>
                    </a:p>
                  </a:txBody>
                  <a:tcPr marL="73152" marR="73152" marT="36576" marB="36576">
                    <a:solidFill>
                      <a:srgbClr val="0024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New Overall Acc</a:t>
                      </a:r>
                    </a:p>
                  </a:txBody>
                  <a:tcPr marL="73152" marR="73152" marT="36576" marB="36576">
                    <a:solidFill>
                      <a:srgbClr val="0024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Avg Dev</a:t>
                      </a:r>
                    </a:p>
                  </a:txBody>
                  <a:tcPr marL="73152" marR="73152" marT="36576" marB="36576">
                    <a:solidFill>
                      <a:srgbClr val="00243D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0243D"/>
                          </a:solidFill>
                          <a:latin typeface="Geist Mono"/>
                        </a:rPr>
                        <a:t>1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0243D"/>
                          </a:solidFill>
                        </a:rPr>
                        <a:t>CN → DE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0243D"/>
                          </a:solidFill>
                          <a:latin typeface="Geist Mono"/>
                        </a:rPr>
                        <a:t>80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0243D"/>
                          </a:solidFill>
                          <a:latin typeface="Geist Mono"/>
                        </a:rPr>
                        <a:t>4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0243D"/>
                          </a:solidFill>
                          <a:latin typeface="Geist Mono"/>
                        </a:rPr>
                        <a:t>76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0243D"/>
                          </a:solidFill>
                          <a:latin typeface="Geist Mono"/>
                        </a:rPr>
                        <a:t>5.0%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0243D"/>
                          </a:solidFill>
                          <a:latin typeface="Geist Mono"/>
                        </a:rPr>
                        <a:t>76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0243D"/>
                          </a:solidFill>
                          <a:latin typeface="Geist Mono"/>
                        </a:rPr>
                        <a:t>47.5%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0243D"/>
                          </a:solidFill>
                          <a:latin typeface="Geist Mono"/>
                        </a:rPr>
                        <a:t>+9.9d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0243D"/>
                          </a:solidFill>
                          <a:latin typeface="Geist Mono"/>
                        </a:rPr>
                        <a:t>2</a:t>
                      </a:r>
                    </a:p>
                  </a:txBody>
                  <a:tcPr marL="73152" marR="73152" marT="27432" marB="27432">
                    <a:solidFill>
                      <a:srgbClr val="FBF7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0243D"/>
                          </a:solidFill>
                        </a:rPr>
                        <a:t>CN → HU</a:t>
                      </a:r>
                    </a:p>
                  </a:txBody>
                  <a:tcPr marL="73152" marR="73152" marT="27432" marB="27432">
                    <a:solidFill>
                      <a:srgbClr val="FBF7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0243D"/>
                          </a:solidFill>
                          <a:latin typeface="Geist Mono"/>
                        </a:rPr>
                        <a:t>10</a:t>
                      </a:r>
                    </a:p>
                  </a:txBody>
                  <a:tcPr marL="73152" marR="73152" marT="27432" marB="27432">
                    <a:solidFill>
                      <a:srgbClr val="FBF7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0243D"/>
                          </a:solidFill>
                          <a:latin typeface="Geist Mono"/>
                        </a:rPr>
                        <a:t>0</a:t>
                      </a:r>
                    </a:p>
                  </a:txBody>
                  <a:tcPr marL="73152" marR="73152" marT="27432" marB="27432">
                    <a:solidFill>
                      <a:srgbClr val="FBF7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0243D"/>
                          </a:solidFill>
                          <a:latin typeface="Geist Mono"/>
                        </a:rPr>
                        <a:t>10</a:t>
                      </a:r>
                    </a:p>
                  </a:txBody>
                  <a:tcPr marL="73152" marR="73152" marT="27432" marB="27432">
                    <a:solidFill>
                      <a:srgbClr val="FBF7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0243D"/>
                          </a:solidFill>
                          <a:latin typeface="Geist Mono"/>
                        </a:rPr>
                        <a:t>0.0%</a:t>
                      </a:r>
                    </a:p>
                  </a:txBody>
                  <a:tcPr marL="73152" marR="73152" marT="27432" marB="27432">
                    <a:solidFill>
                      <a:srgbClr val="FBF7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0243D"/>
                          </a:solidFill>
                          <a:latin typeface="Geist Mono"/>
                        </a:rPr>
                        <a:t>86</a:t>
                      </a:r>
                    </a:p>
                  </a:txBody>
                  <a:tcPr marL="73152" marR="73152" marT="27432" marB="27432">
                    <a:solidFill>
                      <a:srgbClr val="FBF7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0243D"/>
                          </a:solidFill>
                          <a:latin typeface="Geist Mono"/>
                        </a:rPr>
                        <a:t>52.0%</a:t>
                      </a:r>
                    </a:p>
                  </a:txBody>
                  <a:tcPr marL="73152" marR="73152" marT="27432" marB="27432">
                    <a:solidFill>
                      <a:srgbClr val="FBF7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0243D"/>
                          </a:solidFill>
                          <a:latin typeface="Geist Mono"/>
                        </a:rPr>
                        <a:t>-5.6d</a:t>
                      </a:r>
                    </a:p>
                  </a:txBody>
                  <a:tcPr marL="73152" marR="73152" marT="27432" marB="27432">
                    <a:solidFill>
                      <a:srgbClr val="FBF7F1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0243D"/>
                          </a:solidFill>
                          <a:latin typeface="Geist Mono"/>
                        </a:rPr>
                        <a:t>3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0243D"/>
                          </a:solidFill>
                        </a:rPr>
                        <a:t>HK → DE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0243D"/>
                          </a:solidFill>
                          <a:latin typeface="Geist Mono"/>
                        </a:rPr>
                        <a:t>9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0243D"/>
                          </a:solidFill>
                          <a:latin typeface="Geist Mono"/>
                        </a:rPr>
                        <a:t>0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0243D"/>
                          </a:solidFill>
                          <a:latin typeface="Geist Mono"/>
                        </a:rPr>
                        <a:t>9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0243D"/>
                          </a:solidFill>
                          <a:latin typeface="Geist Mono"/>
                        </a:rPr>
                        <a:t>0.0%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0243D"/>
                          </a:solidFill>
                          <a:latin typeface="Geist Mono"/>
                        </a:rPr>
                        <a:t>95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0243D"/>
                          </a:solidFill>
                          <a:latin typeface="Geist Mono"/>
                        </a:rPr>
                        <a:t>56.1%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0243D"/>
                          </a:solidFill>
                          <a:latin typeface="Geist Mono"/>
                        </a:rPr>
                        <a:t>+10.4d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0243D"/>
                          </a:solidFill>
                          <a:latin typeface="Geist Mono"/>
                        </a:rPr>
                        <a:t>4</a:t>
                      </a:r>
                    </a:p>
                  </a:txBody>
                  <a:tcPr marL="73152" marR="73152" marT="27432" marB="27432">
                    <a:solidFill>
                      <a:srgbClr val="FBF7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0243D"/>
                          </a:solidFill>
                        </a:rPr>
                        <a:t>TW → DE</a:t>
                      </a:r>
                    </a:p>
                  </a:txBody>
                  <a:tcPr marL="73152" marR="73152" marT="27432" marB="27432">
                    <a:solidFill>
                      <a:srgbClr val="FBF7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0243D"/>
                          </a:solidFill>
                          <a:latin typeface="Geist Mono"/>
                        </a:rPr>
                        <a:t>13</a:t>
                      </a:r>
                    </a:p>
                  </a:txBody>
                  <a:tcPr marL="73152" marR="73152" marT="27432" marB="27432">
                    <a:solidFill>
                      <a:srgbClr val="FBF7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0243D"/>
                          </a:solidFill>
                          <a:latin typeface="Geist Mono"/>
                        </a:rPr>
                        <a:t>4</a:t>
                      </a:r>
                    </a:p>
                  </a:txBody>
                  <a:tcPr marL="73152" marR="73152" marT="27432" marB="27432">
                    <a:solidFill>
                      <a:srgbClr val="FBF7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0243D"/>
                          </a:solidFill>
                          <a:latin typeface="Geist Mono"/>
                        </a:rPr>
                        <a:t>9</a:t>
                      </a:r>
                    </a:p>
                  </a:txBody>
                  <a:tcPr marL="73152" marR="73152" marT="27432" marB="27432">
                    <a:solidFill>
                      <a:srgbClr val="FBF7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0243D"/>
                          </a:solidFill>
                          <a:latin typeface="Geist Mono"/>
                        </a:rPr>
                        <a:t>30.8%</a:t>
                      </a:r>
                    </a:p>
                  </a:txBody>
                  <a:tcPr marL="73152" marR="73152" marT="27432" marB="27432">
                    <a:solidFill>
                      <a:srgbClr val="FBF7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0243D"/>
                          </a:solidFill>
                          <a:latin typeface="Geist Mono"/>
                        </a:rPr>
                        <a:t>104</a:t>
                      </a:r>
                    </a:p>
                  </a:txBody>
                  <a:tcPr marL="73152" marR="73152" marT="27432" marB="27432">
                    <a:solidFill>
                      <a:srgbClr val="FBF7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0243D"/>
                          </a:solidFill>
                          <a:latin typeface="Geist Mono"/>
                        </a:rPr>
                        <a:t>60.2%</a:t>
                      </a:r>
                    </a:p>
                  </a:txBody>
                  <a:tcPr marL="73152" marR="73152" marT="27432" marB="27432">
                    <a:solidFill>
                      <a:srgbClr val="FBF7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0243D"/>
                          </a:solidFill>
                          <a:latin typeface="Geist Mono"/>
                        </a:rPr>
                        <a:t>+11.1d</a:t>
                      </a:r>
                    </a:p>
                  </a:txBody>
                  <a:tcPr marL="73152" marR="73152" marT="27432" marB="27432">
                    <a:solidFill>
                      <a:srgbClr val="FBF7F1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0243D"/>
                          </a:solidFill>
                          <a:latin typeface="Geist Mono"/>
                        </a:rPr>
                        <a:t>5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0243D"/>
                          </a:solidFill>
                        </a:rPr>
                        <a:t>CN → RS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0243D"/>
                          </a:solidFill>
                          <a:latin typeface="Geist Mono"/>
                        </a:rPr>
                        <a:t>10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0243D"/>
                          </a:solidFill>
                          <a:latin typeface="Geist Mono"/>
                        </a:rPr>
                        <a:t>1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0243D"/>
                          </a:solidFill>
                          <a:latin typeface="Geist Mono"/>
                        </a:rPr>
                        <a:t>9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0243D"/>
                          </a:solidFill>
                          <a:latin typeface="Geist Mono"/>
                        </a:rPr>
                        <a:t>10.0%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0243D"/>
                          </a:solidFill>
                          <a:latin typeface="Geist Mono"/>
                        </a:rPr>
                        <a:t>113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0243D"/>
                          </a:solidFill>
                          <a:latin typeface="Geist Mono"/>
                        </a:rPr>
                        <a:t>64.3%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0243D"/>
                          </a:solidFill>
                          <a:latin typeface="Geist Mono"/>
                        </a:rPr>
                        <a:t>+2.5d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0243D"/>
                          </a:solidFill>
                          <a:latin typeface="Geist Mono"/>
                        </a:rPr>
                        <a:t>6</a:t>
                      </a:r>
                    </a:p>
                  </a:txBody>
                  <a:tcPr marL="73152" marR="73152" marT="27432" marB="27432">
                    <a:solidFill>
                      <a:srgbClr val="FBF7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0243D"/>
                          </a:solidFill>
                        </a:rPr>
                        <a:t>MY → DE</a:t>
                      </a:r>
                    </a:p>
                  </a:txBody>
                  <a:tcPr marL="73152" marR="73152" marT="27432" marB="27432">
                    <a:solidFill>
                      <a:srgbClr val="FBF7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0243D"/>
                          </a:solidFill>
                          <a:latin typeface="Geist Mono"/>
                        </a:rPr>
                        <a:t>11</a:t>
                      </a:r>
                    </a:p>
                  </a:txBody>
                  <a:tcPr marL="73152" marR="73152" marT="27432" marB="27432">
                    <a:solidFill>
                      <a:srgbClr val="FBF7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0243D"/>
                          </a:solidFill>
                          <a:latin typeface="Geist Mono"/>
                        </a:rPr>
                        <a:t>3</a:t>
                      </a:r>
                    </a:p>
                  </a:txBody>
                  <a:tcPr marL="73152" marR="73152" marT="27432" marB="27432">
                    <a:solidFill>
                      <a:srgbClr val="FBF7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0243D"/>
                          </a:solidFill>
                          <a:latin typeface="Geist Mono"/>
                        </a:rPr>
                        <a:t>8</a:t>
                      </a:r>
                    </a:p>
                  </a:txBody>
                  <a:tcPr marL="73152" marR="73152" marT="27432" marB="27432">
                    <a:solidFill>
                      <a:srgbClr val="FBF7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0243D"/>
                          </a:solidFill>
                          <a:latin typeface="Geist Mono"/>
                        </a:rPr>
                        <a:t>27.3%</a:t>
                      </a:r>
                    </a:p>
                  </a:txBody>
                  <a:tcPr marL="73152" marR="73152" marT="27432" marB="27432">
                    <a:solidFill>
                      <a:srgbClr val="FBF7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0243D"/>
                          </a:solidFill>
                          <a:latin typeface="Geist Mono"/>
                        </a:rPr>
                        <a:t>121</a:t>
                      </a:r>
                    </a:p>
                  </a:txBody>
                  <a:tcPr marL="73152" marR="73152" marT="27432" marB="27432">
                    <a:solidFill>
                      <a:srgbClr val="FBF7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0243D"/>
                          </a:solidFill>
                          <a:latin typeface="Geist Mono"/>
                        </a:rPr>
                        <a:t>67.9%</a:t>
                      </a:r>
                    </a:p>
                  </a:txBody>
                  <a:tcPr marL="73152" marR="73152" marT="27432" marB="27432">
                    <a:solidFill>
                      <a:srgbClr val="FBF7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0243D"/>
                          </a:solidFill>
                          <a:latin typeface="Geist Mono"/>
                        </a:rPr>
                        <a:t>+12.9d</a:t>
                      </a:r>
                    </a:p>
                  </a:txBody>
                  <a:tcPr marL="73152" marR="73152" marT="27432" marB="27432">
                    <a:solidFill>
                      <a:srgbClr val="FBF7F1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0243D"/>
                          </a:solidFill>
                          <a:latin typeface="Geist Mono"/>
                        </a:rPr>
                        <a:t>7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0243D"/>
                          </a:solidFill>
                        </a:rPr>
                        <a:t>TH → PT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0243D"/>
                          </a:solidFill>
                          <a:latin typeface="Geist Mono"/>
                        </a:rPr>
                        <a:t>14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0243D"/>
                          </a:solidFill>
                          <a:latin typeface="Geist Mono"/>
                        </a:rPr>
                        <a:t>7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0243D"/>
                          </a:solidFill>
                          <a:latin typeface="Geist Mono"/>
                        </a:rPr>
                        <a:t>7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0243D"/>
                          </a:solidFill>
                          <a:latin typeface="Geist Mono"/>
                        </a:rPr>
                        <a:t>50.0%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0243D"/>
                          </a:solidFill>
                          <a:latin typeface="Geist Mono"/>
                        </a:rPr>
                        <a:t>128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0243D"/>
                          </a:solidFill>
                          <a:latin typeface="Geist Mono"/>
                        </a:rPr>
                        <a:t>71.0%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0243D"/>
                          </a:solidFill>
                          <a:latin typeface="Geist Mono"/>
                        </a:rPr>
                        <a:t>+0.9d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0243D"/>
                          </a:solidFill>
                          <a:latin typeface="Geist Mono"/>
                        </a:rPr>
                        <a:t>8</a:t>
                      </a:r>
                    </a:p>
                  </a:txBody>
                  <a:tcPr marL="73152" marR="73152" marT="27432" marB="27432">
                    <a:solidFill>
                      <a:srgbClr val="FBF7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0243D"/>
                          </a:solidFill>
                        </a:rPr>
                        <a:t>JP → DE</a:t>
                      </a:r>
                    </a:p>
                  </a:txBody>
                  <a:tcPr marL="73152" marR="73152" marT="27432" marB="27432">
                    <a:solidFill>
                      <a:srgbClr val="FBF7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0243D"/>
                          </a:solidFill>
                          <a:latin typeface="Geist Mono"/>
                        </a:rPr>
                        <a:t>11</a:t>
                      </a:r>
                    </a:p>
                  </a:txBody>
                  <a:tcPr marL="73152" marR="73152" marT="27432" marB="27432">
                    <a:solidFill>
                      <a:srgbClr val="FBF7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0243D"/>
                          </a:solidFill>
                          <a:latin typeface="Geist Mono"/>
                        </a:rPr>
                        <a:t>4</a:t>
                      </a:r>
                    </a:p>
                  </a:txBody>
                  <a:tcPr marL="73152" marR="73152" marT="27432" marB="27432">
                    <a:solidFill>
                      <a:srgbClr val="FBF7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0243D"/>
                          </a:solidFill>
                          <a:latin typeface="Geist Mono"/>
                        </a:rPr>
                        <a:t>7</a:t>
                      </a:r>
                    </a:p>
                  </a:txBody>
                  <a:tcPr marL="73152" marR="73152" marT="27432" marB="27432">
                    <a:solidFill>
                      <a:srgbClr val="FBF7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0243D"/>
                          </a:solidFill>
                          <a:latin typeface="Geist Mono"/>
                        </a:rPr>
                        <a:t>36.4%</a:t>
                      </a:r>
                    </a:p>
                  </a:txBody>
                  <a:tcPr marL="73152" marR="73152" marT="27432" marB="27432">
                    <a:solidFill>
                      <a:srgbClr val="FBF7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0243D"/>
                          </a:solidFill>
                          <a:latin typeface="Geist Mono"/>
                        </a:rPr>
                        <a:t>135</a:t>
                      </a:r>
                    </a:p>
                  </a:txBody>
                  <a:tcPr marL="73152" marR="73152" marT="27432" marB="27432">
                    <a:solidFill>
                      <a:srgbClr val="FBF7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0243D"/>
                          </a:solidFill>
                          <a:latin typeface="Geist Mono"/>
                        </a:rPr>
                        <a:t>74.2%</a:t>
                      </a:r>
                    </a:p>
                  </a:txBody>
                  <a:tcPr marL="73152" marR="73152" marT="27432" marB="27432">
                    <a:solidFill>
                      <a:srgbClr val="FBF7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0243D"/>
                          </a:solidFill>
                          <a:latin typeface="Geist Mono"/>
                        </a:rPr>
                        <a:t>+4.6d</a:t>
                      </a:r>
                    </a:p>
                  </a:txBody>
                  <a:tcPr marL="73152" marR="73152" marT="27432" marB="27432">
                    <a:solidFill>
                      <a:srgbClr val="FBF7F1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0243D"/>
                          </a:solidFill>
                          <a:latin typeface="Geist Mono"/>
                        </a:rPr>
                        <a:t>9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0243D"/>
                          </a:solidFill>
                        </a:rPr>
                        <a:t>CN → CZ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0243D"/>
                          </a:solidFill>
                          <a:latin typeface="Geist Mono"/>
                        </a:rPr>
                        <a:t>7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0243D"/>
                          </a:solidFill>
                          <a:latin typeface="Geist Mono"/>
                        </a:rPr>
                        <a:t>1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0243D"/>
                          </a:solidFill>
                          <a:latin typeface="Geist Mono"/>
                        </a:rPr>
                        <a:t>6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0243D"/>
                          </a:solidFill>
                          <a:latin typeface="Geist Mono"/>
                        </a:rPr>
                        <a:t>14.3%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0243D"/>
                          </a:solidFill>
                          <a:latin typeface="Geist Mono"/>
                        </a:rPr>
                        <a:t>141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0243D"/>
                          </a:solidFill>
                          <a:latin typeface="Geist Mono"/>
                        </a:rPr>
                        <a:t>76.9%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0243D"/>
                          </a:solidFill>
                          <a:latin typeface="Geist Mono"/>
                        </a:rPr>
                        <a:t>-1.5d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0243D"/>
                          </a:solidFill>
                          <a:latin typeface="Geist Mono"/>
                        </a:rPr>
                        <a:t>10</a:t>
                      </a:r>
                    </a:p>
                  </a:txBody>
                  <a:tcPr marL="73152" marR="73152" marT="27432" marB="27432">
                    <a:solidFill>
                      <a:srgbClr val="FBF7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0243D"/>
                          </a:solidFill>
                        </a:rPr>
                        <a:t>TH → DE</a:t>
                      </a:r>
                    </a:p>
                  </a:txBody>
                  <a:tcPr marL="73152" marR="73152" marT="27432" marB="27432">
                    <a:solidFill>
                      <a:srgbClr val="FBF7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0243D"/>
                          </a:solidFill>
                          <a:latin typeface="Geist Mono"/>
                        </a:rPr>
                        <a:t>5</a:t>
                      </a:r>
                    </a:p>
                  </a:txBody>
                  <a:tcPr marL="73152" marR="73152" marT="27432" marB="27432">
                    <a:solidFill>
                      <a:srgbClr val="FBF7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0243D"/>
                          </a:solidFill>
                          <a:latin typeface="Geist Mono"/>
                        </a:rPr>
                        <a:t>0</a:t>
                      </a:r>
                    </a:p>
                  </a:txBody>
                  <a:tcPr marL="73152" marR="73152" marT="27432" marB="27432">
                    <a:solidFill>
                      <a:srgbClr val="FBF7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0243D"/>
                          </a:solidFill>
                          <a:latin typeface="Geist Mono"/>
                        </a:rPr>
                        <a:t>5</a:t>
                      </a:r>
                    </a:p>
                  </a:txBody>
                  <a:tcPr marL="73152" marR="73152" marT="27432" marB="27432">
                    <a:solidFill>
                      <a:srgbClr val="FBF7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0243D"/>
                          </a:solidFill>
                          <a:latin typeface="Geist Mono"/>
                        </a:rPr>
                        <a:t>0.0%</a:t>
                      </a:r>
                    </a:p>
                  </a:txBody>
                  <a:tcPr marL="73152" marR="73152" marT="27432" marB="27432">
                    <a:solidFill>
                      <a:srgbClr val="FBF7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0243D"/>
                          </a:solidFill>
                          <a:latin typeface="Geist Mono"/>
                        </a:rPr>
                        <a:t>146</a:t>
                      </a:r>
                    </a:p>
                  </a:txBody>
                  <a:tcPr marL="73152" marR="73152" marT="27432" marB="27432">
                    <a:solidFill>
                      <a:srgbClr val="FBF7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0243D"/>
                          </a:solidFill>
                          <a:latin typeface="Geist Mono"/>
                        </a:rPr>
                        <a:t>79.2%</a:t>
                      </a:r>
                    </a:p>
                  </a:txBody>
                  <a:tcPr marL="73152" marR="73152" marT="27432" marB="27432">
                    <a:solidFill>
                      <a:srgbClr val="FBF7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0243D"/>
                          </a:solidFill>
                          <a:latin typeface="Geist Mono"/>
                        </a:rPr>
                        <a:t>+12.1d</a:t>
                      </a:r>
                    </a:p>
                  </a:txBody>
                  <a:tcPr marL="73152" marR="73152" marT="27432" marB="27432">
                    <a:solidFill>
                      <a:srgbClr val="FBF7F1"/>
                    </a:solidFill>
                  </a:tcPr>
                </a:tc>
              </a:tr>
              <a:tr h="33528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00243D"/>
                          </a:solidFill>
                          <a:latin typeface="Geist Mono"/>
                        </a:rPr>
                        <a:t/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00243D"/>
                          </a:solidFill>
                        </a:rPr>
                        <a:t>TOTAL top-10  (76.0% of failures)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00243D"/>
                          </a:solidFill>
                          <a:latin typeface="Geist Mono"/>
                        </a:rPr>
                        <a:t>170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00243D"/>
                          </a:solidFill>
                          <a:latin typeface="Geist Mono"/>
                        </a:rPr>
                        <a:t>24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00243D"/>
                          </a:solidFill>
                          <a:latin typeface="Geist Mono"/>
                        </a:rPr>
                        <a:t>146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00243D"/>
                          </a:solidFill>
                          <a:latin typeface="Geist Mono"/>
                        </a:rPr>
                        <a:t>14.1%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00243D"/>
                          </a:solidFill>
                          <a:latin typeface="Geist Mono"/>
                        </a:rPr>
                        <a:t>146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00243D"/>
                          </a:solidFill>
                          <a:latin typeface="Geist Mono"/>
                        </a:rPr>
                        <a:t>79.2%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00243D"/>
                          </a:solidFill>
                          <a:latin typeface="Geist Mono"/>
                        </a:rPr>
                        <a:t>—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365760" y="5440680"/>
            <a:ext cx="11430000" cy="914400"/>
          </a:xfrm>
          <a:prstGeom prst="roundRect">
            <a:avLst>
              <a:gd name="adj" fmla="val 6000"/>
            </a:avLst>
          </a:prstGeom>
          <a:solidFill>
            <a:srgbClr val="FBF7F1"/>
          </a:solidFill>
          <a:ln w="12700">
            <a:solidFill>
              <a:srgbClr val="C15F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5440680"/>
            <a:ext cx="73152" cy="914400"/>
          </a:xfrm>
          <a:prstGeom prst="rect">
            <a:avLst/>
          </a:prstGeom>
          <a:solidFill>
            <a:srgbClr val="C15F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5550408"/>
            <a:ext cx="11064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C15F3C"/>
                </a:solidFill>
              </a:rPr>
              <a:t>CN → DE alone is 76 of 192 CW17 failures (39.6%)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5852160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00243D"/>
                </a:solidFill>
              </a:rPr>
              <a:t>One lane — CN→DE — accounts for 39.6% of all CW17 failures, with 5% lane accuracy and avg +9.9 days late. Coordinated origin-CFS + DE last-mile actions on this single lane would move the headline number more than any other lever in the network.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6446520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1">
                <a:solidFill>
                  <a:srgbClr val="6B655E"/>
                </a:solidFill>
              </a:rPr>
              <a:t>Source: SC4 Shipments CW17 — RCA filter. Cumulative-fix math assumes all failures on that lane are fixed.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228600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 i="0">
                <a:solidFill>
                  <a:srgbClr val="00243D"/>
                </a:solidFill>
              </a:rPr>
              <a:t>Appendix A3 — Early vs Late split &amp; window-size question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713232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 i="1">
                <a:solidFill>
                  <a:srgbClr val="6B655E"/>
                </a:solidFill>
              </a:rPr>
              <a:t>26% of CW17 failures were 'early' (data issue, not transport). Even at ±14d, accuracy hits only 83.5%.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1887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 i="0">
                <a:solidFill>
                  <a:srgbClr val="00243D"/>
                </a:solidFill>
              </a:rPr>
              <a:t>CW17 failure direction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65760" y="1508760"/>
          <a:ext cx="5486400" cy="91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1371600"/>
                <a:gridCol w="1371600"/>
                <a:gridCol w="1371600"/>
              </a:tblGrid>
              <a:tr h="30480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Direction</a:t>
                      </a:r>
                    </a:p>
                  </a:txBody>
                  <a:tcPr marL="73152" marR="73152" marT="36576" marB="36576">
                    <a:solidFill>
                      <a:srgbClr val="0024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Count</a:t>
                      </a:r>
                    </a:p>
                  </a:txBody>
                  <a:tcPr marL="73152" marR="73152" marT="36576" marB="36576">
                    <a:solidFill>
                      <a:srgbClr val="0024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% of failures</a:t>
                      </a:r>
                    </a:p>
                  </a:txBody>
                  <a:tcPr marL="73152" marR="73152" marT="36576" marB="36576">
                    <a:solidFill>
                      <a:srgbClr val="0024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Avg deviation</a:t>
                      </a:r>
                    </a:p>
                  </a:txBody>
                  <a:tcPr marL="73152" marR="73152" marT="36576" marB="36576">
                    <a:solidFill>
                      <a:srgbClr val="00243D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0243D"/>
                          </a:solidFill>
                        </a:rPr>
                        <a:t>Early (delivered too soon)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0243D"/>
                          </a:solidFill>
                          <a:latin typeface="Geist Mono"/>
                        </a:rPr>
                        <a:t>50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0243D"/>
                          </a:solidFill>
                          <a:latin typeface="Geist Mono"/>
                        </a:rPr>
                        <a:t>26.0%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0243D"/>
                          </a:solidFill>
                          <a:latin typeface="Geist Mono"/>
                        </a:rPr>
                        <a:t>−9.5 d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0243D"/>
                          </a:solidFill>
                        </a:rPr>
                        <a:t>Late (delivered too late)</a:t>
                      </a:r>
                    </a:p>
                  </a:txBody>
                  <a:tcPr marL="73152" marR="73152" marT="27432" marB="27432">
                    <a:solidFill>
                      <a:srgbClr val="FBF7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0243D"/>
                          </a:solidFill>
                          <a:latin typeface="Geist Mono"/>
                        </a:rPr>
                        <a:t>142</a:t>
                      </a:r>
                    </a:p>
                  </a:txBody>
                  <a:tcPr marL="73152" marR="73152" marT="27432" marB="27432">
                    <a:solidFill>
                      <a:srgbClr val="FBF7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0243D"/>
                          </a:solidFill>
                          <a:latin typeface="Geist Mono"/>
                        </a:rPr>
                        <a:t>74.0%</a:t>
                      </a:r>
                    </a:p>
                  </a:txBody>
                  <a:tcPr marL="73152" marR="73152" marT="27432" marB="27432">
                    <a:solidFill>
                      <a:srgbClr val="FBF7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0243D"/>
                          </a:solidFill>
                          <a:latin typeface="Geist Mono"/>
                        </a:rPr>
                        <a:t>+11.2 d</a:t>
                      </a:r>
                    </a:p>
                  </a:txBody>
                  <a:tcPr marL="73152" marR="73152" marT="27432" marB="27432">
                    <a:solidFill>
                      <a:srgbClr val="FBF7F1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365760" y="2697480"/>
            <a:ext cx="5486400" cy="1828800"/>
          </a:xfrm>
          <a:prstGeom prst="roundRect">
            <a:avLst>
              <a:gd name="adj" fmla="val 6000"/>
            </a:avLst>
          </a:prstGeom>
          <a:solidFill>
            <a:srgbClr val="FBF7F1"/>
          </a:solidFill>
          <a:ln w="12700">
            <a:solidFill>
              <a:srgbClr val="C15F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2697480"/>
            <a:ext cx="73152" cy="1828800"/>
          </a:xfrm>
          <a:prstGeom prst="rect">
            <a:avLst/>
          </a:prstGeom>
          <a:solidFill>
            <a:srgbClr val="C15F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2807208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C15F3C"/>
                </a:solidFill>
              </a:rPr>
              <a:t>Early failures = data process, not transport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3108960"/>
            <a:ext cx="51206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00243D"/>
                </a:solidFill>
              </a:rPr>
              <a:t>50 'early' failures in CW17 show stale ETA snapshots — the S31 estimate was set early, transit was faster than forecast, but the snapshot was never refreshed. Worst city offenders: Hatvan (HU, −9.8d), Simanovci (RS, −8.6d), Miskolc (HU, −6.5d). Closing these requires an ETA-update process, not a freight fix.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63640" y="11887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 i="0">
                <a:solidFill>
                  <a:srgbClr val="00243D"/>
                </a:solidFill>
              </a:rPr>
              <a:t>What-if: accuracy at different windows</a:t>
            </a:r>
          </a:p>
        </p:txBody>
      </p:sp>
      <p:graphicFrame>
        <p:nvGraphicFramePr>
          <p:cNvPr id="11" name="Chart 10"/>
          <p:cNvGraphicFramePr>
            <a:graphicFrameLocks noGrp="1"/>
          </p:cNvGraphicFramePr>
          <p:nvPr/>
        </p:nvGraphicFramePr>
        <p:xfrm>
          <a:off x="6263640" y="1508760"/>
          <a:ext cx="5532120" cy="3200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2" name="Rounded Rectangle 11"/>
          <p:cNvSpPr/>
          <p:nvPr/>
        </p:nvSpPr>
        <p:spPr>
          <a:xfrm>
            <a:off x="6263640" y="4800600"/>
            <a:ext cx="5532120" cy="1188720"/>
          </a:xfrm>
          <a:prstGeom prst="roundRect">
            <a:avLst>
              <a:gd name="adj" fmla="val 6000"/>
            </a:avLst>
          </a:prstGeom>
          <a:solidFill>
            <a:srgbClr val="FBF7F1"/>
          </a:solidFill>
          <a:ln w="12700">
            <a:solidFill>
              <a:srgbClr val="D98B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63640" y="4800600"/>
            <a:ext cx="73152" cy="1188720"/>
          </a:xfrm>
          <a:prstGeom prst="rect">
            <a:avLst/>
          </a:prstGeom>
          <a:solidFill>
            <a:srgbClr val="D98B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92240" y="4910328"/>
            <a:ext cx="5166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D98B3D"/>
                </a:solidFill>
              </a:rPr>
              <a:t>Even ±14 days only reaches 83.5%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5212080"/>
            <a:ext cx="5166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00243D"/>
                </a:solidFill>
              </a:rPr>
              <a:t>ETAs need fundamental recalibration — widening the window is not a complete fix. Recommend phased target conversation with Bosch.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6446520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1">
                <a:solidFill>
                  <a:srgbClr val="6B655E"/>
                </a:solidFill>
              </a:rPr>
              <a:t>Sources: CW17 early/late split — reconciled extraction. What-if windows — CW12 RCA (284 measurements with deviation captured).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228600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 i="0">
                <a:solidFill>
                  <a:srgbClr val="00243D"/>
                </a:solidFill>
              </a:rPr>
              <a:t>Appendix A4 — By destination country, city &amp; service (CW17)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713232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 i="1">
                <a:solidFill>
                  <a:srgbClr val="6B655E"/>
                </a:solidFill>
              </a:rPr>
              <a:t>Top failing destinations from the latest complete week — Germany dominates, Immenstadt is the largest single quick-win.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18872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00243D"/>
                </a:solidFill>
              </a:rPr>
              <a:t>By destination country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65760" y="1508760"/>
          <a:ext cx="3657600" cy="3383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/>
                <a:gridCol w="914400"/>
                <a:gridCol w="914400"/>
                <a:gridCol w="914400"/>
              </a:tblGrid>
              <a:tr h="338328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Country</a:t>
                      </a:r>
                    </a:p>
                  </a:txBody>
                  <a:tcPr marL="73152" marR="73152" marT="36576" marB="36576">
                    <a:solidFill>
                      <a:srgbClr val="0024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Total</a:t>
                      </a:r>
                    </a:p>
                  </a:txBody>
                  <a:tcPr marL="73152" marR="73152" marT="36576" marB="36576">
                    <a:solidFill>
                      <a:srgbClr val="0024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Acc</a:t>
                      </a:r>
                    </a:p>
                  </a:txBody>
                  <a:tcPr marL="73152" marR="73152" marT="36576" marB="36576">
                    <a:solidFill>
                      <a:srgbClr val="0024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Acc %</a:t>
                      </a:r>
                    </a:p>
                  </a:txBody>
                  <a:tcPr marL="73152" marR="73152" marT="36576" marB="36576">
                    <a:solidFill>
                      <a:srgbClr val="00243D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0243D"/>
                          </a:solidFill>
                        </a:rPr>
                        <a:t>DE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0243D"/>
                          </a:solidFill>
                          <a:latin typeface="Geist Mono"/>
                        </a:rPr>
                        <a:t>131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0243D"/>
                          </a:solidFill>
                          <a:latin typeface="Geist Mono"/>
                        </a:rPr>
                        <a:t>15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0243D"/>
                          </a:solidFill>
                          <a:latin typeface="Geist Mono"/>
                        </a:rPr>
                        <a:t>11.5%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0243D"/>
                          </a:solidFill>
                        </a:rPr>
                        <a:t>PT</a:t>
                      </a:r>
                    </a:p>
                  </a:txBody>
                  <a:tcPr marL="73152" marR="73152" marT="27432" marB="27432">
                    <a:solidFill>
                      <a:srgbClr val="FBF7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0243D"/>
                          </a:solidFill>
                          <a:latin typeface="Geist Mono"/>
                        </a:rPr>
                        <a:t>24</a:t>
                      </a:r>
                    </a:p>
                  </a:txBody>
                  <a:tcPr marL="73152" marR="73152" marT="27432" marB="27432">
                    <a:solidFill>
                      <a:srgbClr val="FBF7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0243D"/>
                          </a:solidFill>
                          <a:latin typeface="Geist Mono"/>
                        </a:rPr>
                        <a:t>8</a:t>
                      </a:r>
                    </a:p>
                  </a:txBody>
                  <a:tcPr marL="73152" marR="73152" marT="27432" marB="27432">
                    <a:solidFill>
                      <a:srgbClr val="FBF7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0243D"/>
                          </a:solidFill>
                          <a:latin typeface="Geist Mono"/>
                        </a:rPr>
                        <a:t>33.3%</a:t>
                      </a:r>
                    </a:p>
                  </a:txBody>
                  <a:tcPr marL="73152" marR="73152" marT="27432" marB="27432">
                    <a:solidFill>
                      <a:srgbClr val="FBF7F1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0243D"/>
                          </a:solidFill>
                        </a:rPr>
                        <a:t>HU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0243D"/>
                          </a:solidFill>
                          <a:latin typeface="Geist Mono"/>
                        </a:rPr>
                        <a:t>17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0243D"/>
                          </a:solidFill>
                          <a:latin typeface="Geist Mono"/>
                        </a:rPr>
                        <a:t>0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0243D"/>
                          </a:solidFill>
                          <a:latin typeface="Geist Mono"/>
                        </a:rPr>
                        <a:t>0.0%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0243D"/>
                          </a:solidFill>
                        </a:rPr>
                        <a:t>RS</a:t>
                      </a:r>
                    </a:p>
                  </a:txBody>
                  <a:tcPr marL="73152" marR="73152" marT="27432" marB="27432">
                    <a:solidFill>
                      <a:srgbClr val="FBF7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0243D"/>
                          </a:solidFill>
                          <a:latin typeface="Geist Mono"/>
                        </a:rPr>
                        <a:t>13</a:t>
                      </a:r>
                    </a:p>
                  </a:txBody>
                  <a:tcPr marL="73152" marR="73152" marT="27432" marB="27432">
                    <a:solidFill>
                      <a:srgbClr val="FBF7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0243D"/>
                          </a:solidFill>
                          <a:latin typeface="Geist Mono"/>
                        </a:rPr>
                        <a:t>1</a:t>
                      </a:r>
                    </a:p>
                  </a:txBody>
                  <a:tcPr marL="73152" marR="73152" marT="27432" marB="27432">
                    <a:solidFill>
                      <a:srgbClr val="FBF7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0243D"/>
                          </a:solidFill>
                          <a:latin typeface="Geist Mono"/>
                        </a:rPr>
                        <a:t>7.7%</a:t>
                      </a:r>
                    </a:p>
                  </a:txBody>
                  <a:tcPr marL="73152" marR="73152" marT="27432" marB="27432">
                    <a:solidFill>
                      <a:srgbClr val="FBF7F1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0243D"/>
                          </a:solidFill>
                        </a:rPr>
                        <a:t>ID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0243D"/>
                          </a:solidFill>
                          <a:latin typeface="Geist Mono"/>
                        </a:rPr>
                        <a:t>9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0243D"/>
                          </a:solidFill>
                          <a:latin typeface="Geist Mono"/>
                        </a:rPr>
                        <a:t>2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0243D"/>
                          </a:solidFill>
                          <a:latin typeface="Geist Mono"/>
                        </a:rPr>
                        <a:t>22.2%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0243D"/>
                          </a:solidFill>
                        </a:rPr>
                        <a:t>CZ</a:t>
                      </a:r>
                    </a:p>
                  </a:txBody>
                  <a:tcPr marL="73152" marR="73152" marT="27432" marB="27432">
                    <a:solidFill>
                      <a:srgbClr val="FBF7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0243D"/>
                          </a:solidFill>
                          <a:latin typeface="Geist Mono"/>
                        </a:rPr>
                        <a:t>7</a:t>
                      </a:r>
                    </a:p>
                  </a:txBody>
                  <a:tcPr marL="73152" marR="73152" marT="27432" marB="27432">
                    <a:solidFill>
                      <a:srgbClr val="FBF7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0243D"/>
                          </a:solidFill>
                          <a:latin typeface="Geist Mono"/>
                        </a:rPr>
                        <a:t>1</a:t>
                      </a:r>
                    </a:p>
                  </a:txBody>
                  <a:tcPr marL="73152" marR="73152" marT="27432" marB="27432">
                    <a:solidFill>
                      <a:srgbClr val="FBF7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0243D"/>
                          </a:solidFill>
                          <a:latin typeface="Geist Mono"/>
                        </a:rPr>
                        <a:t>14.3%</a:t>
                      </a:r>
                    </a:p>
                  </a:txBody>
                  <a:tcPr marL="73152" marR="73152" marT="27432" marB="27432">
                    <a:solidFill>
                      <a:srgbClr val="FBF7F1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0243D"/>
                          </a:solidFill>
                        </a:rPr>
                        <a:t>PL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0243D"/>
                          </a:solidFill>
                          <a:latin typeface="Geist Mono"/>
                        </a:rPr>
                        <a:t>5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0243D"/>
                          </a:solidFill>
                          <a:latin typeface="Geist Mono"/>
                        </a:rPr>
                        <a:t>0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0243D"/>
                          </a:solidFill>
                          <a:latin typeface="Geist Mono"/>
                        </a:rPr>
                        <a:t>0.0%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0243D"/>
                          </a:solidFill>
                        </a:rPr>
                        <a:t>RO</a:t>
                      </a:r>
                    </a:p>
                  </a:txBody>
                  <a:tcPr marL="73152" marR="73152" marT="27432" marB="27432">
                    <a:solidFill>
                      <a:srgbClr val="FBF7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0243D"/>
                          </a:solidFill>
                          <a:latin typeface="Geist Mono"/>
                        </a:rPr>
                        <a:t>3</a:t>
                      </a:r>
                    </a:p>
                  </a:txBody>
                  <a:tcPr marL="73152" marR="73152" marT="27432" marB="27432">
                    <a:solidFill>
                      <a:srgbClr val="FBF7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0243D"/>
                          </a:solidFill>
                          <a:latin typeface="Geist Mono"/>
                        </a:rPr>
                        <a:t>1</a:t>
                      </a:r>
                    </a:p>
                  </a:txBody>
                  <a:tcPr marL="73152" marR="73152" marT="27432" marB="27432">
                    <a:solidFill>
                      <a:srgbClr val="FBF7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0243D"/>
                          </a:solidFill>
                          <a:latin typeface="Geist Mono"/>
                        </a:rPr>
                        <a:t>33.3%</a:t>
                      </a:r>
                    </a:p>
                  </a:txBody>
                  <a:tcPr marL="73152" marR="73152" marT="27432" marB="27432">
                    <a:solidFill>
                      <a:srgbClr val="FBF7F1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0243D"/>
                          </a:solidFill>
                        </a:rPr>
                        <a:t>FR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0243D"/>
                          </a:solidFill>
                          <a:latin typeface="Geist Mono"/>
                        </a:rPr>
                        <a:t>2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0243D"/>
                          </a:solidFill>
                          <a:latin typeface="Geist Mono"/>
                        </a:rPr>
                        <a:t>1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0243D"/>
                          </a:solidFill>
                          <a:latin typeface="Geist Mono"/>
                        </a:rPr>
                        <a:t>50.0%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297680" y="118872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00243D"/>
                </a:solidFill>
              </a:rPr>
              <a:t>Top failing delivery cities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297680" y="1508760"/>
          <a:ext cx="4297680" cy="3383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74420"/>
                <a:gridCol w="1074420"/>
                <a:gridCol w="1074420"/>
                <a:gridCol w="1074420"/>
              </a:tblGrid>
              <a:tr h="30757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City</a:t>
                      </a:r>
                    </a:p>
                  </a:txBody>
                  <a:tcPr marL="73152" marR="73152" marT="36576" marB="36576">
                    <a:solidFill>
                      <a:srgbClr val="0024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Total</a:t>
                      </a:r>
                    </a:p>
                  </a:txBody>
                  <a:tcPr marL="73152" marR="73152" marT="36576" marB="36576">
                    <a:solidFill>
                      <a:srgbClr val="0024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Failed</a:t>
                      </a:r>
                    </a:p>
                  </a:txBody>
                  <a:tcPr marL="73152" marR="73152" marT="36576" marB="36576">
                    <a:solidFill>
                      <a:srgbClr val="0024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Avg Dev</a:t>
                      </a:r>
                    </a:p>
                  </a:txBody>
                  <a:tcPr marL="73152" marR="73152" marT="36576" marB="36576">
                    <a:solidFill>
                      <a:srgbClr val="00243D"/>
                    </a:solidFill>
                  </a:tcPr>
                </a:tc>
              </a:tr>
              <a:tr h="30757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0243D"/>
                          </a:solidFill>
                        </a:rPr>
                        <a:t>IMMENSTADT (DE)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0243D"/>
                          </a:solidFill>
                          <a:latin typeface="Geist Mono"/>
                        </a:rPr>
                        <a:t>21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0243D"/>
                          </a:solidFill>
                          <a:latin typeface="Geist Mono"/>
                        </a:rPr>
                        <a:t>21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0243D"/>
                          </a:solidFill>
                          <a:latin typeface="Geist Mono"/>
                        </a:rPr>
                        <a:t>+8.4d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  <a:tr h="30757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0243D"/>
                          </a:solidFill>
                        </a:rPr>
                        <a:t>BRAGA (PT)</a:t>
                      </a:r>
                    </a:p>
                  </a:txBody>
                  <a:tcPr marL="73152" marR="73152" marT="27432" marB="27432">
                    <a:solidFill>
                      <a:srgbClr val="FBF7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0243D"/>
                          </a:solidFill>
                          <a:latin typeface="Geist Mono"/>
                        </a:rPr>
                        <a:t>19</a:t>
                      </a:r>
                    </a:p>
                  </a:txBody>
                  <a:tcPr marL="73152" marR="73152" marT="27432" marB="27432">
                    <a:solidFill>
                      <a:srgbClr val="FBF7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0243D"/>
                          </a:solidFill>
                          <a:latin typeface="Geist Mono"/>
                        </a:rPr>
                        <a:t>11</a:t>
                      </a:r>
                    </a:p>
                  </a:txBody>
                  <a:tcPr marL="73152" marR="73152" marT="27432" marB="27432">
                    <a:solidFill>
                      <a:srgbClr val="FBF7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0243D"/>
                          </a:solidFill>
                          <a:latin typeface="Geist Mono"/>
                        </a:rPr>
                        <a:t>−1.1d</a:t>
                      </a:r>
                    </a:p>
                  </a:txBody>
                  <a:tcPr marL="73152" marR="73152" marT="27432" marB="27432">
                    <a:solidFill>
                      <a:srgbClr val="FBF7F1"/>
                    </a:solidFill>
                  </a:tcPr>
                </a:tc>
              </a:tr>
              <a:tr h="30757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0243D"/>
                          </a:solidFill>
                        </a:rPr>
                        <a:t>Simanovci (RS)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0243D"/>
                          </a:solidFill>
                          <a:latin typeface="Geist Mono"/>
                        </a:rPr>
                        <a:t>11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0243D"/>
                          </a:solidFill>
                          <a:latin typeface="Geist Mono"/>
                        </a:rPr>
                        <a:t>11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0243D"/>
                          </a:solidFill>
                          <a:latin typeface="Geist Mono"/>
                        </a:rPr>
                        <a:t>−8.6d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  <a:tr h="30757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0243D"/>
                          </a:solidFill>
                        </a:rPr>
                        <a:t>HATVAN (HU)</a:t>
                      </a:r>
                    </a:p>
                  </a:txBody>
                  <a:tcPr marL="73152" marR="73152" marT="27432" marB="27432">
                    <a:solidFill>
                      <a:srgbClr val="FBF7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0243D"/>
                          </a:solidFill>
                          <a:latin typeface="Geist Mono"/>
                        </a:rPr>
                        <a:t>9</a:t>
                      </a:r>
                    </a:p>
                  </a:txBody>
                  <a:tcPr marL="73152" marR="73152" marT="27432" marB="27432">
                    <a:solidFill>
                      <a:srgbClr val="FBF7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0243D"/>
                          </a:solidFill>
                          <a:latin typeface="Geist Mono"/>
                        </a:rPr>
                        <a:t>9</a:t>
                      </a:r>
                    </a:p>
                  </a:txBody>
                  <a:tcPr marL="73152" marR="73152" marT="27432" marB="27432">
                    <a:solidFill>
                      <a:srgbClr val="FBF7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0243D"/>
                          </a:solidFill>
                          <a:latin typeface="Geist Mono"/>
                        </a:rPr>
                        <a:t>−9.8d</a:t>
                      </a:r>
                    </a:p>
                  </a:txBody>
                  <a:tcPr marL="73152" marR="73152" marT="27432" marB="27432">
                    <a:solidFill>
                      <a:srgbClr val="FBF7F1"/>
                    </a:solidFill>
                  </a:tcPr>
                </a:tc>
              </a:tr>
              <a:tr h="30757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0243D"/>
                          </a:solidFill>
                        </a:rPr>
                        <a:t>TAMM (DE)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0243D"/>
                          </a:solidFill>
                          <a:latin typeface="Geist Mono"/>
                        </a:rPr>
                        <a:t>12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0243D"/>
                          </a:solidFill>
                          <a:latin typeface="Geist Mono"/>
                        </a:rPr>
                        <a:t>8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0243D"/>
                          </a:solidFill>
                          <a:latin typeface="Geist Mono"/>
                        </a:rPr>
                        <a:t>+5.2d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  <a:tr h="30757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0243D"/>
                          </a:solidFill>
                        </a:rPr>
                        <a:t>MISKOLC (HU)</a:t>
                      </a:r>
                    </a:p>
                  </a:txBody>
                  <a:tcPr marL="73152" marR="73152" marT="27432" marB="27432">
                    <a:solidFill>
                      <a:srgbClr val="FBF7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0243D"/>
                          </a:solidFill>
                          <a:latin typeface="Geist Mono"/>
                        </a:rPr>
                        <a:t>7</a:t>
                      </a:r>
                    </a:p>
                  </a:txBody>
                  <a:tcPr marL="73152" marR="73152" marT="27432" marB="27432">
                    <a:solidFill>
                      <a:srgbClr val="FBF7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0243D"/>
                          </a:solidFill>
                          <a:latin typeface="Geist Mono"/>
                        </a:rPr>
                        <a:t>7</a:t>
                      </a:r>
                    </a:p>
                  </a:txBody>
                  <a:tcPr marL="73152" marR="73152" marT="27432" marB="27432">
                    <a:solidFill>
                      <a:srgbClr val="FBF7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0243D"/>
                          </a:solidFill>
                          <a:latin typeface="Geist Mono"/>
                        </a:rPr>
                        <a:t>−6.5d</a:t>
                      </a:r>
                    </a:p>
                  </a:txBody>
                  <a:tcPr marL="73152" marR="73152" marT="27432" marB="27432">
                    <a:solidFill>
                      <a:srgbClr val="FBF7F1"/>
                    </a:solidFill>
                  </a:tcPr>
                </a:tc>
              </a:tr>
              <a:tr h="30757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0243D"/>
                          </a:solidFill>
                        </a:rPr>
                        <a:t>KARLSRUHE (DE)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0243D"/>
                          </a:solidFill>
                          <a:latin typeface="Geist Mono"/>
                        </a:rPr>
                        <a:t>9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0243D"/>
                          </a:solidFill>
                          <a:latin typeface="Geist Mono"/>
                        </a:rPr>
                        <a:t>7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0243D"/>
                          </a:solidFill>
                          <a:latin typeface="Geist Mono"/>
                        </a:rPr>
                        <a:t>+13.6d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  <a:tr h="30757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0243D"/>
                          </a:solidFill>
                        </a:rPr>
                        <a:t>MURRHARDT (DE)</a:t>
                      </a:r>
                    </a:p>
                  </a:txBody>
                  <a:tcPr marL="73152" marR="73152" marT="27432" marB="27432">
                    <a:solidFill>
                      <a:srgbClr val="FBF7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0243D"/>
                          </a:solidFill>
                          <a:latin typeface="Geist Mono"/>
                        </a:rPr>
                        <a:t>6</a:t>
                      </a:r>
                    </a:p>
                  </a:txBody>
                  <a:tcPr marL="73152" marR="73152" marT="27432" marB="27432">
                    <a:solidFill>
                      <a:srgbClr val="FBF7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0243D"/>
                          </a:solidFill>
                          <a:latin typeface="Geist Mono"/>
                        </a:rPr>
                        <a:t>6</a:t>
                      </a:r>
                    </a:p>
                  </a:txBody>
                  <a:tcPr marL="73152" marR="73152" marT="27432" marB="27432">
                    <a:solidFill>
                      <a:srgbClr val="FBF7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0243D"/>
                          </a:solidFill>
                          <a:latin typeface="Geist Mono"/>
                        </a:rPr>
                        <a:t>+11.6d</a:t>
                      </a:r>
                    </a:p>
                  </a:txBody>
                  <a:tcPr marL="73152" marR="73152" marT="27432" marB="27432">
                    <a:solidFill>
                      <a:srgbClr val="FBF7F1"/>
                    </a:solidFill>
                  </a:tcPr>
                </a:tc>
              </a:tr>
              <a:tr h="30757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0243D"/>
                          </a:solidFill>
                        </a:rPr>
                        <a:t>NEUSTADT (DE)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0243D"/>
                          </a:solidFill>
                          <a:latin typeface="Geist Mono"/>
                        </a:rPr>
                        <a:t>6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0243D"/>
                          </a:solidFill>
                          <a:latin typeface="Geist Mono"/>
                        </a:rPr>
                        <a:t>6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0243D"/>
                          </a:solidFill>
                          <a:latin typeface="Geist Mono"/>
                        </a:rPr>
                        <a:t>+13.8d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  <a:tr h="30758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0243D"/>
                          </a:solidFill>
                        </a:rPr>
                        <a:t>HILDESHEIM (DE)</a:t>
                      </a:r>
                    </a:p>
                  </a:txBody>
                  <a:tcPr marL="73152" marR="73152" marT="27432" marB="27432">
                    <a:solidFill>
                      <a:srgbClr val="FBF7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0243D"/>
                          </a:solidFill>
                          <a:latin typeface="Geist Mono"/>
                        </a:rPr>
                        <a:t>6</a:t>
                      </a:r>
                    </a:p>
                  </a:txBody>
                  <a:tcPr marL="73152" marR="73152" marT="27432" marB="27432">
                    <a:solidFill>
                      <a:srgbClr val="FBF7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0243D"/>
                          </a:solidFill>
                          <a:latin typeface="Geist Mono"/>
                        </a:rPr>
                        <a:t>6</a:t>
                      </a:r>
                    </a:p>
                  </a:txBody>
                  <a:tcPr marL="73152" marR="73152" marT="27432" marB="27432">
                    <a:solidFill>
                      <a:srgbClr val="FBF7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0243D"/>
                          </a:solidFill>
                          <a:latin typeface="Geist Mono"/>
                        </a:rPr>
                        <a:t>+7.8d</a:t>
                      </a:r>
                    </a:p>
                  </a:txBody>
                  <a:tcPr marL="73152" marR="73152" marT="27432" marB="27432">
                    <a:solidFill>
                      <a:srgbClr val="FBF7F1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8869680" y="118872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00243D"/>
                </a:solidFill>
              </a:rPr>
              <a:t>By service type (CW12 ref)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8869680" y="1508760"/>
          <a:ext cx="292608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75360"/>
                <a:gridCol w="975360"/>
                <a:gridCol w="975360"/>
              </a:tblGrid>
              <a:tr h="45720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Service</a:t>
                      </a:r>
                    </a:p>
                  </a:txBody>
                  <a:tcPr marL="73152" marR="73152" marT="36576" marB="36576">
                    <a:solidFill>
                      <a:srgbClr val="0024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Total</a:t>
                      </a:r>
                    </a:p>
                  </a:txBody>
                  <a:tcPr marL="73152" marR="73152" marT="36576" marB="36576">
                    <a:solidFill>
                      <a:srgbClr val="0024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Acc %</a:t>
                      </a:r>
                    </a:p>
                  </a:txBody>
                  <a:tcPr marL="73152" marR="73152" marT="36576" marB="36576">
                    <a:solidFill>
                      <a:srgbClr val="00243D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0243D"/>
                          </a:solidFill>
                        </a:rPr>
                        <a:t>S03 (LCL)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0243D"/>
                          </a:solidFill>
                          <a:latin typeface="Geist Mono"/>
                        </a:rPr>
                        <a:t>147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0243D"/>
                          </a:solidFill>
                          <a:latin typeface="Geist Mono"/>
                        </a:rPr>
                        <a:t>32.7%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0243D"/>
                          </a:solidFill>
                        </a:rPr>
                        <a:t>S01 (FCL)</a:t>
                      </a:r>
                    </a:p>
                  </a:txBody>
                  <a:tcPr marL="73152" marR="73152" marT="27432" marB="27432">
                    <a:solidFill>
                      <a:srgbClr val="FBF7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0243D"/>
                          </a:solidFill>
                          <a:latin typeface="Geist Mono"/>
                        </a:rPr>
                        <a:t>86</a:t>
                      </a:r>
                    </a:p>
                  </a:txBody>
                  <a:tcPr marL="73152" marR="73152" marT="27432" marB="27432">
                    <a:solidFill>
                      <a:srgbClr val="FBF7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0243D"/>
                          </a:solidFill>
                          <a:latin typeface="Geist Mono"/>
                        </a:rPr>
                        <a:t>29.1%</a:t>
                      </a:r>
                    </a:p>
                  </a:txBody>
                  <a:tcPr marL="73152" marR="73152" marT="27432" marB="27432">
                    <a:solidFill>
                      <a:srgbClr val="FBF7F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0243D"/>
                          </a:solidFill>
                        </a:rPr>
                        <a:t>S02 (LCL/FCL)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0243D"/>
                          </a:solidFill>
                          <a:latin typeface="Geist Mono"/>
                        </a:rPr>
                        <a:t>52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00243D"/>
                          </a:solidFill>
                          <a:latin typeface="Geist Mono"/>
                        </a:rPr>
                        <a:t>25.0%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8869680" y="3520440"/>
            <a:ext cx="2926080" cy="1417320"/>
          </a:xfrm>
          <a:prstGeom prst="roundRect">
            <a:avLst>
              <a:gd name="adj" fmla="val 6000"/>
            </a:avLst>
          </a:prstGeom>
          <a:solidFill>
            <a:srgbClr val="FBF7F1"/>
          </a:solidFill>
          <a:ln w="12700">
            <a:solidFill>
              <a:srgbClr val="42B0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869680" y="3520440"/>
            <a:ext cx="73152" cy="1417320"/>
          </a:xfrm>
          <a:prstGeom prst="rect">
            <a:avLst/>
          </a:prstGeom>
          <a:solidFill>
            <a:srgbClr val="42B0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98280" y="3630168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42B0D5"/>
                </a:solidFill>
              </a:rPr>
              <a:t>Service-type neutral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098280" y="3931920"/>
            <a:ext cx="256032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00243D"/>
                </a:solidFill>
              </a:rPr>
              <a:t>All three service types fail at 25–33%. The issue is the ETA estimation process + last-mile reality, not any single product line.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65760" y="5029200"/>
            <a:ext cx="11430000" cy="1280160"/>
          </a:xfrm>
          <a:prstGeom prst="roundRect">
            <a:avLst>
              <a:gd name="adj" fmla="val 6000"/>
            </a:avLst>
          </a:prstGeom>
          <a:solidFill>
            <a:srgbClr val="FBF7F1"/>
          </a:solidFill>
          <a:ln w="12700">
            <a:solidFill>
              <a:srgbClr val="C15F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65760" y="5029200"/>
            <a:ext cx="73152" cy="1280160"/>
          </a:xfrm>
          <a:prstGeom prst="rect">
            <a:avLst/>
          </a:prstGeom>
          <a:solidFill>
            <a:srgbClr val="C15F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60" y="5138928"/>
            <a:ext cx="11064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C15F3C"/>
                </a:solidFill>
              </a:rPr>
              <a:t>Immenstadt (DE) — 21 shipments, 100% failure rate, biggest single quick-win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" y="544068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00243D"/>
                </a:solidFill>
              </a:rPr>
              <a:t>In CW17 every Immenstadt shipment missed the window (avg +8.4d late). A single consignee/warehouse cluster causing systematic delay — operationally investigable. Pair with Simanovci (RS) and Hatvan (HU) — both at 0% accuracy — for a +9pp uplift across 41 shipments.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" y="6446520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1">
                <a:solidFill>
                  <a:srgbClr val="6B655E"/>
                </a:solidFill>
              </a:rPr>
              <a:t>Source: SC4 Shipments CW17 — RCA filter. Service-type breakdown is CW12 reference (pattern stable across weeks).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228600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 i="0">
                <a:solidFill>
                  <a:srgbClr val="00243D"/>
                </a:solidFill>
              </a:rPr>
              <a:t>Appendix A5 — Recommended actions &amp; open questions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713232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 i="1">
                <a:solidFill>
                  <a:srgbClr val="6B655E"/>
                </a:solidFill>
              </a:rPr>
              <a:t>Eight actions across four priority tiers — P1+P2 = +38–53 pp uplift potential by CW22.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65760" y="1188720"/>
          <a:ext cx="1143000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05000"/>
                <a:gridCol w="1905000"/>
                <a:gridCol w="1905000"/>
                <a:gridCol w="1905000"/>
                <a:gridCol w="1905000"/>
                <a:gridCol w="1905000"/>
              </a:tblGrid>
              <a:tr h="36576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Priority</a:t>
                      </a:r>
                    </a:p>
                  </a:txBody>
                  <a:tcPr marL="73152" marR="73152" marT="36576" marB="36576">
                    <a:solidFill>
                      <a:srgbClr val="0024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Action</a:t>
                      </a:r>
                    </a:p>
                  </a:txBody>
                  <a:tcPr marL="73152" marR="73152" marT="36576" marB="36576">
                    <a:solidFill>
                      <a:srgbClr val="0024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Tackles</a:t>
                      </a:r>
                    </a:p>
                  </a:txBody>
                  <a:tcPr marL="73152" marR="73152" marT="36576" marB="36576">
                    <a:solidFill>
                      <a:srgbClr val="0024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Expected</a:t>
                      </a:r>
                    </a:p>
                  </a:txBody>
                  <a:tcPr marL="73152" marR="73152" marT="36576" marB="36576">
                    <a:solidFill>
                      <a:srgbClr val="0024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Owner</a:t>
                      </a:r>
                    </a:p>
                  </a:txBody>
                  <a:tcPr marL="73152" marR="73152" marT="36576" marB="36576">
                    <a:solidFill>
                      <a:srgbClr val="0024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Timeline</a:t>
                      </a:r>
                    </a:p>
                  </a:txBody>
                  <a:tcPr marL="73152" marR="73152" marT="36576" marB="36576">
                    <a:solidFill>
                      <a:srgbClr val="00243D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00243D"/>
                          </a:solidFill>
                        </a:rPr>
                        <a:t>P1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00243D"/>
                          </a:solidFill>
                        </a:rPr>
                        <a:t>Dynamic ETA update post-ATA — recalculate S31 after vessel arrival with customs + inland estimates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00243D"/>
                          </a:solidFill>
                        </a:rPr>
                        <a:t>RC1 + RC4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00243D"/>
                          </a:solidFill>
                          <a:latin typeface="Geist Mono"/>
                        </a:rPr>
                        <a:t>+15–20 pp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00243D"/>
                          </a:solidFill>
                        </a:rPr>
                        <a:t>Bosch IT / EDI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00243D"/>
                          </a:solidFill>
                          <a:latin typeface="Geist Mono"/>
                        </a:rPr>
                        <a:t>CW18–CW22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00243D"/>
                          </a:solidFill>
                        </a:rPr>
                        <a:t>P1</a:t>
                      </a:r>
                    </a:p>
                  </a:txBody>
                  <a:tcPr marL="73152" marR="73152" marT="27432" marB="27432">
                    <a:solidFill>
                      <a:srgbClr val="FBF7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00243D"/>
                          </a:solidFill>
                        </a:rPr>
                        <a:t>Calibrate last-mile transit buffers per destination cluster (DE 12d / HU 11d / PT 10d)</a:t>
                      </a:r>
                    </a:p>
                  </a:txBody>
                  <a:tcPr marL="73152" marR="73152" marT="27432" marB="27432">
                    <a:solidFill>
                      <a:srgbClr val="FBF7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00243D"/>
                          </a:solidFill>
                        </a:rPr>
                        <a:t>RC3</a:t>
                      </a:r>
                    </a:p>
                  </a:txBody>
                  <a:tcPr marL="73152" marR="73152" marT="27432" marB="27432">
                    <a:solidFill>
                      <a:srgbClr val="FBF7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00243D"/>
                          </a:solidFill>
                          <a:latin typeface="Geist Mono"/>
                        </a:rPr>
                        <a:t>+10–15 pp</a:t>
                      </a:r>
                    </a:p>
                  </a:txBody>
                  <a:tcPr marL="73152" marR="73152" marT="27432" marB="27432">
                    <a:solidFill>
                      <a:srgbClr val="FBF7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00243D"/>
                          </a:solidFill>
                        </a:rPr>
                        <a:t>Maersk Ops</a:t>
                      </a:r>
                    </a:p>
                  </a:txBody>
                  <a:tcPr marL="73152" marR="73152" marT="27432" marB="27432">
                    <a:solidFill>
                      <a:srgbClr val="FBF7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00243D"/>
                          </a:solidFill>
                          <a:latin typeface="Geist Mono"/>
                        </a:rPr>
                        <a:t>CW18–CW20</a:t>
                      </a:r>
                    </a:p>
                  </a:txBody>
                  <a:tcPr marL="73152" marR="73152" marT="27432" marB="27432">
                    <a:solidFill>
                      <a:srgbClr val="FBF7F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00243D"/>
                          </a:solidFill>
                        </a:rPr>
                        <a:t>P2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00243D"/>
                          </a:solidFill>
                        </a:rPr>
                        <a:t>Investigate CN→DE consolidation delays — 76 failures @ +9.9d avg in CW17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00243D"/>
                          </a:solidFill>
                        </a:rPr>
                        <a:t>RC2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00243D"/>
                          </a:solidFill>
                          <a:latin typeface="Geist Mono"/>
                        </a:rPr>
                        <a:t>+8–10 pp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00243D"/>
                          </a:solidFill>
                        </a:rPr>
                        <a:t>Origin Ops / CFS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00243D"/>
                          </a:solidFill>
                          <a:latin typeface="Geist Mono"/>
                        </a:rPr>
                        <a:t>CW18–CW20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00243D"/>
                          </a:solidFill>
                        </a:rPr>
                        <a:t>P2</a:t>
                      </a:r>
                    </a:p>
                  </a:txBody>
                  <a:tcPr marL="73152" marR="73152" marT="27432" marB="27432">
                    <a:solidFill>
                      <a:srgbClr val="FBF7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00243D"/>
                          </a:solidFill>
                        </a:rPr>
                        <a:t>Add ETA checkpoint at customs clearance (S16)</a:t>
                      </a:r>
                    </a:p>
                  </a:txBody>
                  <a:tcPr marL="73152" marR="73152" marT="27432" marB="27432">
                    <a:solidFill>
                      <a:srgbClr val="FBF7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00243D"/>
                          </a:solidFill>
                        </a:rPr>
                        <a:t>RC1 + RC4</a:t>
                      </a:r>
                    </a:p>
                  </a:txBody>
                  <a:tcPr marL="73152" marR="73152" marT="27432" marB="27432">
                    <a:solidFill>
                      <a:srgbClr val="FBF7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00243D"/>
                          </a:solidFill>
                          <a:latin typeface="Geist Mono"/>
                        </a:rPr>
                        <a:t>+5–8 pp</a:t>
                      </a:r>
                    </a:p>
                  </a:txBody>
                  <a:tcPr marL="73152" marR="73152" marT="27432" marB="27432">
                    <a:solidFill>
                      <a:srgbClr val="FBF7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00243D"/>
                          </a:solidFill>
                        </a:rPr>
                        <a:t>Bosch IT / Maersk IT</a:t>
                      </a:r>
                    </a:p>
                  </a:txBody>
                  <a:tcPr marL="73152" marR="73152" marT="27432" marB="27432">
                    <a:solidFill>
                      <a:srgbClr val="FBF7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00243D"/>
                          </a:solidFill>
                          <a:latin typeface="Geist Mono"/>
                        </a:rPr>
                        <a:t>CW20–CW24</a:t>
                      </a:r>
                    </a:p>
                  </a:txBody>
                  <a:tcPr marL="73152" marR="73152" marT="27432" marB="27432">
                    <a:solidFill>
                      <a:srgbClr val="FBF7F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00243D"/>
                          </a:solidFill>
                        </a:rPr>
                        <a:t>P3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00243D"/>
                          </a:solidFill>
                        </a:rPr>
                        <a:t>Lane-specific ETA models — historical transit distributions per OD pair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00243D"/>
                          </a:solidFill>
                        </a:rPr>
                        <a:t>All RCs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00243D"/>
                          </a:solidFill>
                          <a:latin typeface="Geist Mono"/>
                        </a:rPr>
                        <a:t>Long-term ≥85%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00243D"/>
                          </a:solidFill>
                        </a:rPr>
                        <a:t>Data &amp; Analytics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00243D"/>
                          </a:solidFill>
                          <a:latin typeface="Geist Mono"/>
                        </a:rPr>
                        <a:t>CW22–CW30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00243D"/>
                          </a:solidFill>
                        </a:rPr>
                        <a:t>P3</a:t>
                      </a:r>
                    </a:p>
                  </a:txBody>
                  <a:tcPr marL="73152" marR="73152" marT="27432" marB="27432">
                    <a:solidFill>
                      <a:srgbClr val="FBF7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00243D"/>
                          </a:solidFill>
                        </a:rPr>
                        <a:t>Negotiate measurement window review (±72h or phased target)</a:t>
                      </a:r>
                    </a:p>
                  </a:txBody>
                  <a:tcPr marL="73152" marR="73152" marT="27432" marB="27432">
                    <a:solidFill>
                      <a:srgbClr val="FBF7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00243D"/>
                          </a:solidFill>
                        </a:rPr>
                        <a:t>Structural</a:t>
                      </a:r>
                    </a:p>
                  </a:txBody>
                  <a:tcPr marL="73152" marR="73152" marT="27432" marB="27432">
                    <a:solidFill>
                      <a:srgbClr val="FBF7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00243D"/>
                          </a:solidFill>
                          <a:latin typeface="Geist Mono"/>
                        </a:rPr>
                        <a:t>Resets target</a:t>
                      </a:r>
                    </a:p>
                  </a:txBody>
                  <a:tcPr marL="73152" marR="73152" marT="27432" marB="27432">
                    <a:solidFill>
                      <a:srgbClr val="FBF7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00243D"/>
                          </a:solidFill>
                        </a:rPr>
                        <a:t>Account Mgmt</a:t>
                      </a:r>
                    </a:p>
                  </a:txBody>
                  <a:tcPr marL="73152" marR="73152" marT="27432" marB="27432">
                    <a:solidFill>
                      <a:srgbClr val="FBF7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00243D"/>
                          </a:solidFill>
                          <a:latin typeface="Geist Mono"/>
                        </a:rPr>
                        <a:t>CW18</a:t>
                      </a:r>
                    </a:p>
                  </a:txBody>
                  <a:tcPr marL="73152" marR="73152" marT="27432" marB="27432">
                    <a:solidFill>
                      <a:srgbClr val="FBF7F1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00243D"/>
                          </a:solidFill>
                        </a:rPr>
                        <a:t>P4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00243D"/>
                          </a:solidFill>
                        </a:rPr>
                        <a:t>Fix Immenstadt (DE) — 21 shipments / 0% accuracy / avg +8.4d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00243D"/>
                          </a:solidFill>
                        </a:rPr>
                        <a:t>RC2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00243D"/>
                          </a:solidFill>
                          <a:latin typeface="Geist Mono"/>
                        </a:rPr>
                        <a:t>+10 pp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00243D"/>
                          </a:solidFill>
                        </a:rPr>
                        <a:t>DE Ops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00243D"/>
                          </a:solidFill>
                          <a:latin typeface="Geist Mono"/>
                        </a:rPr>
                        <a:t>CW18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00243D"/>
                          </a:solidFill>
                        </a:rPr>
                        <a:t>P4</a:t>
                      </a:r>
                    </a:p>
                  </a:txBody>
                  <a:tcPr marL="73152" marR="73152" marT="27432" marB="27432">
                    <a:solidFill>
                      <a:srgbClr val="FBF7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00243D"/>
                          </a:solidFill>
                        </a:rPr>
                        <a:t>Fix Simanovci (RS) / Hatvan (HU) — 20 shipments / 0% combined</a:t>
                      </a:r>
                    </a:p>
                  </a:txBody>
                  <a:tcPr marL="73152" marR="73152" marT="27432" marB="27432">
                    <a:solidFill>
                      <a:srgbClr val="FBF7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00243D"/>
                          </a:solidFill>
                        </a:rPr>
                        <a:t>RC3</a:t>
                      </a:r>
                    </a:p>
                  </a:txBody>
                  <a:tcPr marL="73152" marR="73152" marT="27432" marB="27432">
                    <a:solidFill>
                      <a:srgbClr val="FBF7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00243D"/>
                          </a:solidFill>
                          <a:latin typeface="Geist Mono"/>
                        </a:rPr>
                        <a:t>+9 pp</a:t>
                      </a:r>
                    </a:p>
                  </a:txBody>
                  <a:tcPr marL="73152" marR="73152" marT="27432" marB="27432">
                    <a:solidFill>
                      <a:srgbClr val="FBF7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00243D"/>
                          </a:solidFill>
                        </a:rPr>
                        <a:t>Origin Ops + DE</a:t>
                      </a:r>
                    </a:p>
                  </a:txBody>
                  <a:tcPr marL="73152" marR="73152" marT="27432" marB="27432">
                    <a:solidFill>
                      <a:srgbClr val="FBF7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00243D"/>
                          </a:solidFill>
                          <a:latin typeface="Geist Mono"/>
                        </a:rPr>
                        <a:t>CW18–CW20</a:t>
                      </a:r>
                    </a:p>
                  </a:txBody>
                  <a:tcPr marL="73152" marR="73152" marT="27432" marB="27432">
                    <a:solidFill>
                      <a:srgbClr val="FBF7F1"/>
                    </a:solidFill>
                  </a:tcPr>
                </a:tc>
              </a:tr>
            </a:tbl>
          </a:graphicData>
        </a:graphic>
      </p:graphicFrame>
      <p:sp>
        <p:nvSpPr>
          <p:cNvPr id="5" name="Rounded Rectangle 4"/>
          <p:cNvSpPr/>
          <p:nvPr/>
        </p:nvSpPr>
        <p:spPr>
          <a:xfrm>
            <a:off x="365760" y="4572000"/>
            <a:ext cx="11430000" cy="731520"/>
          </a:xfrm>
          <a:prstGeom prst="roundRect">
            <a:avLst>
              <a:gd name="adj" fmla="val 6000"/>
            </a:avLst>
          </a:prstGeom>
          <a:solidFill>
            <a:srgbClr val="FBF7F1"/>
          </a:solidFill>
          <a:ln w="12700">
            <a:solidFill>
              <a:srgbClr val="4A7C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4572000"/>
            <a:ext cx="73152" cy="731520"/>
          </a:xfrm>
          <a:prstGeom prst="rect">
            <a:avLst/>
          </a:prstGeom>
          <a:solidFill>
            <a:srgbClr val="4A7C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4681728"/>
            <a:ext cx="11064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4A7C59"/>
                </a:solidFill>
              </a:rPr>
              <a:t>P1+P2 conservative (+38 pp) takes us 13.1% → ~51%; stretch (P1+P2+P3+P4) lands in 85%+ band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4983480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00243D"/>
                </a:solidFill>
              </a:rPr>
              <a:t>Status of each in-flight action from CW12 plan is the first thing we need from owners.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5440680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 i="0">
                <a:solidFill>
                  <a:srgbClr val="00243D"/>
                </a:solidFill>
              </a:rPr>
              <a:t>Open questions for sign-off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65760" y="5760720"/>
          <a:ext cx="11430000" cy="640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15000"/>
                <a:gridCol w="5715000"/>
              </a:tblGrid>
              <a:tr h="128016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#</a:t>
                      </a:r>
                    </a:p>
                  </a:txBody>
                  <a:tcPr marL="73152" marR="73152" marT="36576" marB="36576">
                    <a:solidFill>
                      <a:srgbClr val="00243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Question</a:t>
                      </a:r>
                    </a:p>
                  </a:txBody>
                  <a:tcPr marL="73152" marR="73152" marT="36576" marB="36576">
                    <a:solidFill>
                      <a:srgbClr val="00243D"/>
                    </a:solidFill>
                  </a:tcPr>
                </a:tc>
              </a:tr>
              <a:tr h="128016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00243D"/>
                          </a:solidFill>
                          <a:latin typeface="Geist Mono"/>
                        </a:rPr>
                        <a:t>Q1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00243D"/>
                          </a:solidFill>
                        </a:rPr>
                        <a:t>Why has ETA 2D dropped from 30% (CW12) to 13% (CW17)? Operational deterioration on CN→DE specifically?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  <a:tr h="128016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00243D"/>
                          </a:solidFill>
                          <a:latin typeface="Geist Mono"/>
                        </a:rPr>
                        <a:t>Q2</a:t>
                      </a:r>
                    </a:p>
                  </a:txBody>
                  <a:tcPr marL="73152" marR="73152" marT="27432" marB="27432">
                    <a:solidFill>
                      <a:srgbClr val="FBF7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00243D"/>
                          </a:solidFill>
                        </a:rPr>
                        <a:t>Are CW12 RCA actions in flight? P1 actions had CW16–CW20 timelines — need status before recommending new work.</a:t>
                      </a:r>
                    </a:p>
                  </a:txBody>
                  <a:tcPr marL="73152" marR="73152" marT="27432" marB="27432">
                    <a:solidFill>
                      <a:srgbClr val="FBF7F1"/>
                    </a:solidFill>
                  </a:tcPr>
                </a:tc>
              </a:tr>
              <a:tr h="128016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00243D"/>
                          </a:solidFill>
                          <a:latin typeface="Geist Mono"/>
                        </a:rPr>
                        <a:t>Q3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00243D"/>
                          </a:solidFill>
                        </a:rPr>
                        <a:t>Window negotiation appetite with Bosch? ±72h would lift accuracy to 38%, ±7d to 67%.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  <a:tr h="128016"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00243D"/>
                          </a:solidFill>
                          <a:latin typeface="Geist Mono"/>
                        </a:rPr>
                        <a:t>Q4</a:t>
                      </a:r>
                    </a:p>
                  </a:txBody>
                  <a:tcPr marL="73152" marR="73152" marT="27432" marB="27432">
                    <a:solidFill>
                      <a:srgbClr val="FBF7F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>
                          <a:solidFill>
                            <a:srgbClr val="00243D"/>
                          </a:solidFill>
                        </a:rPr>
                        <a:t>Immenstadt (DE) — 21/21 failures in CW17. DE-Ops site visit needed.</a:t>
                      </a:r>
                    </a:p>
                  </a:txBody>
                  <a:tcPr marL="73152" marR="73152" marT="27432" marB="27432">
                    <a:solidFill>
                      <a:srgbClr val="FBF7F1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65760" y="6446520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 i="1">
                <a:solidFill>
                  <a:srgbClr val="6B655E"/>
                </a:solidFill>
              </a:rPr>
              <a:t>References: CLAUDE.md (Bosch Milestone Analysis), eta_2d_deep_dive.py, ETA_2D_RCA_Analysis_CW12.md.</a:t>
            </a: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Mærsk">
  <a:themeElements>
    <a:clrScheme name="Maersk">
      <a:dk1>
        <a:srgbClr val="141414"/>
      </a:dk1>
      <a:lt1>
        <a:srgbClr val="FFFFFF"/>
      </a:lt1>
      <a:dk2>
        <a:srgbClr val="545454"/>
      </a:dk2>
      <a:lt2>
        <a:srgbClr val="EDEDED"/>
      </a:lt2>
      <a:accent1>
        <a:srgbClr val="42B0D5"/>
      </a:accent1>
      <a:accent2>
        <a:srgbClr val="00243D"/>
      </a:accent2>
      <a:accent3>
        <a:srgbClr val="CFCFCF"/>
      </a:accent3>
      <a:accent4>
        <a:srgbClr val="ED685F"/>
      </a:accent4>
      <a:accent5>
        <a:srgbClr val="00796B"/>
      </a:accent5>
      <a:accent6>
        <a:srgbClr val="F59F19"/>
      </a:accent6>
      <a:hlink>
        <a:srgbClr val="0000FF"/>
      </a:hlink>
      <a:folHlink>
        <a:srgbClr val="800080"/>
      </a:folHlink>
    </a:clrScheme>
    <a:fontScheme name="Maersk">
      <a:majorFont>
        <a:latin typeface="Maersk Headline Light"/>
        <a:ea typeface=""/>
        <a:cs typeface=""/>
      </a:majorFont>
      <a:minorFont>
        <a:latin typeface="Maersk Tex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solidFill>
            <a:schemeClr val="accent1"/>
          </a:solidFill>
        </a:ln>
      </a:spPr>
      <a:bodyPr lIns="237600" tIns="237600" rIns="237600" bIns="237600" rtlCol="0" anchor="ctr"/>
      <a:lstStyle>
        <a:defPPr algn="ctr">
          <a:defRPr sz="2000" noProof="0" dirty="0" err="1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accent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237600" tIns="237600" rIns="237600" bIns="237600" rtlCol="0">
        <a:spAutoFit/>
      </a:bodyPr>
      <a:lstStyle>
        <a:defPPr algn="l">
          <a:defRPr sz="1600" dirty="0" err="1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MAERSK_GLC25_Template_00" id="{4E04E0CA-9D56-8C48-83AA-8FB7044F797C}" vid="{CAF266B3-037E-A34D-9410-0919F4B5385A}"/>
    </a:ext>
  </a:extLst>
</a:theme>
</file>

<file path=ppt/theme/theme2.xml><?xml version="1.0" encoding="utf-8"?>
<a:theme xmlns:a="http://schemas.openxmlformats.org/drawingml/2006/main" name="1_Mærsk">
  <a:themeElements>
    <a:clrScheme name="Custom 1">
      <a:dk1>
        <a:srgbClr val="141414"/>
      </a:dk1>
      <a:lt1>
        <a:srgbClr val="FFFFFF"/>
      </a:lt1>
      <a:dk2>
        <a:srgbClr val="696969"/>
      </a:dk2>
      <a:lt2>
        <a:srgbClr val="F0F0F0"/>
      </a:lt2>
      <a:accent1>
        <a:srgbClr val="42B0D5"/>
      </a:accent1>
      <a:accent2>
        <a:srgbClr val="003E61"/>
      </a:accent2>
      <a:accent3>
        <a:srgbClr val="1686BD"/>
      </a:accent3>
      <a:accent4>
        <a:srgbClr val="A1D1E8"/>
      </a:accent4>
      <a:accent5>
        <a:srgbClr val="E2F3FB"/>
      </a:accent5>
      <a:accent6>
        <a:srgbClr val="EA5D4B"/>
      </a:accent6>
      <a:hlink>
        <a:srgbClr val="0000FF"/>
      </a:hlink>
      <a:folHlink>
        <a:srgbClr val="800080"/>
      </a:folHlink>
    </a:clrScheme>
    <a:fontScheme name="Maersk">
      <a:majorFont>
        <a:latin typeface="Maersk Headline Light"/>
        <a:ea typeface=""/>
        <a:cs typeface=""/>
      </a:majorFont>
      <a:minorFont>
        <a:latin typeface="Maersk Tex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solidFill>
            <a:schemeClr val="accent1"/>
          </a:solidFill>
        </a:ln>
      </a:spPr>
      <a:bodyPr lIns="237600" tIns="237600" rIns="237600" bIns="237600" rtlCol="0" anchor="ctr"/>
      <a:lstStyle>
        <a:defPPr algn="ctr">
          <a:defRPr sz="2000" noProof="0" dirty="0" err="1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accent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237600" tIns="237600" rIns="237600" bIns="237600" rtlCol="0">
        <a:spAutoFit/>
      </a:bodyPr>
      <a:lstStyle>
        <a:defPPr algn="l">
          <a:defRPr sz="1600" dirty="0" err="1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Maersk_2.0_PPT_Template_08" id="{1BB685C8-EE68-D342-A32A-447827B40EE1}" vid="{E5C42056-7AA8-2C4D-9B52-95F5E0A1DBC6}"/>
    </a:ext>
  </a:extLst>
</a:theme>
</file>

<file path=ppt/theme/theme3.xml><?xml version="1.0" encoding="utf-8"?>
<a:theme xmlns:a="http://schemas.openxmlformats.org/drawingml/2006/main" name="11_Mærsk">
  <a:themeElements>
    <a:clrScheme name="Maersk">
      <a:dk1>
        <a:srgbClr val="141414"/>
      </a:dk1>
      <a:lt1>
        <a:srgbClr val="FFFFFF"/>
      </a:lt1>
      <a:dk2>
        <a:srgbClr val="545454"/>
      </a:dk2>
      <a:lt2>
        <a:srgbClr val="EDEDED"/>
      </a:lt2>
      <a:accent1>
        <a:srgbClr val="42B0D5"/>
      </a:accent1>
      <a:accent2>
        <a:srgbClr val="00243D"/>
      </a:accent2>
      <a:accent3>
        <a:srgbClr val="CFCFCF"/>
      </a:accent3>
      <a:accent4>
        <a:srgbClr val="ED685F"/>
      </a:accent4>
      <a:accent5>
        <a:srgbClr val="00796B"/>
      </a:accent5>
      <a:accent6>
        <a:srgbClr val="F59F19"/>
      </a:accent6>
      <a:hlink>
        <a:srgbClr val="0000FF"/>
      </a:hlink>
      <a:folHlink>
        <a:srgbClr val="800080"/>
      </a:folHlink>
    </a:clrScheme>
    <a:fontScheme name="Maersk">
      <a:majorFont>
        <a:latin typeface="Maersk Headline Light"/>
        <a:ea typeface=""/>
        <a:cs typeface=""/>
      </a:majorFont>
      <a:minorFont>
        <a:latin typeface="Maersk Tex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solidFill>
            <a:schemeClr val="accent1"/>
          </a:solidFill>
        </a:ln>
      </a:spPr>
      <a:bodyPr lIns="237600" tIns="237600" rIns="237600" bIns="237600" rtlCol="0" anchor="ctr"/>
      <a:lstStyle>
        <a:defPPr algn="ctr">
          <a:defRPr sz="2000" noProof="0" dirty="0" err="1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accent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237600" tIns="237600" rIns="237600" bIns="237600" rtlCol="0">
        <a:spAutoFit/>
      </a:bodyPr>
      <a:lstStyle>
        <a:defPPr algn="l">
          <a:defRPr sz="1600" dirty="0" err="1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MAERSK_GLC25_Template_00" id="{4E04E0CA-9D56-8C48-83AA-8FB7044F797C}" vid="{CAF266B3-037E-A34D-9410-0919F4B5385A}"/>
    </a:ext>
  </a:extLst>
</a:theme>
</file>

<file path=ppt/theme/theme4.xml><?xml version="1.0" encoding="utf-8"?>
<a:theme xmlns:a="http://schemas.openxmlformats.org/drawingml/2006/main" name="2_Mærsk">
  <a:themeElements>
    <a:clrScheme name="Custom 1">
      <a:dk1>
        <a:srgbClr val="141414"/>
      </a:dk1>
      <a:lt1>
        <a:srgbClr val="FFFFFF"/>
      </a:lt1>
      <a:dk2>
        <a:srgbClr val="696969"/>
      </a:dk2>
      <a:lt2>
        <a:srgbClr val="F0F0F0"/>
      </a:lt2>
      <a:accent1>
        <a:srgbClr val="42B0D5"/>
      </a:accent1>
      <a:accent2>
        <a:srgbClr val="003E61"/>
      </a:accent2>
      <a:accent3>
        <a:srgbClr val="1686BD"/>
      </a:accent3>
      <a:accent4>
        <a:srgbClr val="A1D1E8"/>
      </a:accent4>
      <a:accent5>
        <a:srgbClr val="E2F3FB"/>
      </a:accent5>
      <a:accent6>
        <a:srgbClr val="EA5D4B"/>
      </a:accent6>
      <a:hlink>
        <a:srgbClr val="0000FF"/>
      </a:hlink>
      <a:folHlink>
        <a:srgbClr val="800080"/>
      </a:folHlink>
    </a:clrScheme>
    <a:fontScheme name="Maersk">
      <a:majorFont>
        <a:latin typeface="Maersk Headline Light"/>
        <a:ea typeface=""/>
        <a:cs typeface=""/>
      </a:majorFont>
      <a:minorFont>
        <a:latin typeface="Maersk Tex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solidFill>
            <a:schemeClr val="accent1"/>
          </a:solidFill>
        </a:ln>
      </a:spPr>
      <a:bodyPr lIns="237600" tIns="237600" rIns="237600" bIns="237600" rtlCol="0" anchor="ctr"/>
      <a:lstStyle>
        <a:defPPr algn="ctr">
          <a:defRPr sz="2000" noProof="0" dirty="0" err="1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accent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237600" tIns="237600" rIns="237600" bIns="237600" rtlCol="0">
        <a:spAutoFit/>
      </a:bodyPr>
      <a:lstStyle>
        <a:defPPr algn="l">
          <a:defRPr sz="1600" dirty="0" err="1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Maersk Powerpoint template 2025" id="{263AC223-639B-45CB-99B5-029534B71591}" vid="{5123AA09-CAE2-46F1-AD2A-60C2DD420AAE}"/>
    </a:ext>
  </a:extLst>
</a:theme>
</file>

<file path=ppt/theme/theme5.xml><?xml version="1.0" encoding="utf-8"?>
<a:theme xmlns:a="http://schemas.openxmlformats.org/drawingml/2006/main" name="Office-tema">
  <a:themeElements>
    <a:clrScheme name="Kontor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Skabelondesign Arial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Kontor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Skabelondesign Arial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BEDE652ADA72EF409A8949D8A31F2F60" ma:contentTypeVersion="19" ma:contentTypeDescription="Ein neues Dokument erstellen." ma:contentTypeScope="" ma:versionID="65634a97b59c53685670d7450200909c">
  <xsd:schema xmlns:xsd="http://www.w3.org/2001/XMLSchema" xmlns:xs="http://www.w3.org/2001/XMLSchema" xmlns:p="http://schemas.microsoft.com/office/2006/metadata/properties" xmlns:ns2="0e6548aa-1d0d-4b63-ae30-55c0f9d11b61" xmlns:ns3="47208d89-fe78-4719-b5df-ed8282c025a7" targetNamespace="http://schemas.microsoft.com/office/2006/metadata/properties" ma:root="true" ma:fieldsID="14c292ed41c5cdf38cb0923299051cf4" ns2:_="" ns3:_="">
    <xsd:import namespace="0e6548aa-1d0d-4b63-ae30-55c0f9d11b61"/>
    <xsd:import namespace="47208d89-fe78-4719-b5df-ed8282c025a7"/>
    <xsd:element name="properties">
      <xsd:complexType>
        <xsd:sequence>
          <xsd:element name="documentManagement">
            <xsd:complexType>
              <xsd:all>
                <xsd:element ref="ns2:MigrationWizId" minOccurs="0"/>
                <xsd:element ref="ns2:MigrationWizIdPermissions" minOccurs="0"/>
                <xsd:element ref="ns2:MigrationWizIdVersion" minOccurs="0"/>
                <xsd:element ref="ns2:MigrationWizIdPermissionLevels" minOccurs="0"/>
                <xsd:element ref="ns2:MigrationWizIdDocumentLibraryPermissions" minOccurs="0"/>
                <xsd:element ref="ns2:MigrationWizIdSecurityGroups" minOccurs="0"/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2:MediaServiceDateTaken" minOccurs="0"/>
                <xsd:element ref="ns2:MediaServiceLocation" minOccurs="0"/>
                <xsd:element ref="ns2:MediaServiceGenerationTime" minOccurs="0"/>
                <xsd:element ref="ns2:MediaServiceEventHashCode" minOccurs="0"/>
                <xsd:element ref="ns2:MediaServiceObjectDetectorVersions" minOccurs="0"/>
                <xsd:element ref="ns2:MediaServiceOCR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e6548aa-1d0d-4b63-ae30-55c0f9d11b61" elementFormDefault="qualified">
    <xsd:import namespace="http://schemas.microsoft.com/office/2006/documentManagement/types"/>
    <xsd:import namespace="http://schemas.microsoft.com/office/infopath/2007/PartnerControls"/>
    <xsd:element name="MigrationWizId" ma:index="8" nillable="true" ma:displayName="MigrationWizId" ma:internalName="MigrationWizId">
      <xsd:simpleType>
        <xsd:restriction base="dms:Text"/>
      </xsd:simpleType>
    </xsd:element>
    <xsd:element name="MigrationWizIdPermissions" ma:index="9" nillable="true" ma:displayName="MigrationWizIdPermissions" ma:internalName="MigrationWizIdPermissions">
      <xsd:simpleType>
        <xsd:restriction base="dms:Text"/>
      </xsd:simpleType>
    </xsd:element>
    <xsd:element name="MigrationWizIdVersion" ma:index="10" nillable="true" ma:displayName="MigrationWizIdVersion" ma:internalName="MigrationWizIdVersion">
      <xsd:simpleType>
        <xsd:restriction base="dms:Text"/>
      </xsd:simpleType>
    </xsd:element>
    <xsd:element name="MigrationWizIdPermissionLevels" ma:index="11" nillable="true" ma:displayName="MigrationWizIdPermissionLevels" ma:internalName="MigrationWizIdPermissionLevels">
      <xsd:simpleType>
        <xsd:restriction base="dms:Text"/>
      </xsd:simpleType>
    </xsd:element>
    <xsd:element name="MigrationWizIdDocumentLibraryPermissions" ma:index="12" nillable="true" ma:displayName="MigrationWizIdDocumentLibraryPermissions" ma:internalName="MigrationWizIdDocumentLibraryPermissions">
      <xsd:simpleType>
        <xsd:restriction base="dms:Text"/>
      </xsd:simpleType>
    </xsd:element>
    <xsd:element name="MigrationWizIdSecurityGroups" ma:index="13" nillable="true" ma:displayName="MigrationWizIdSecurityGroups" ma:internalName="MigrationWizIdSecurityGroups">
      <xsd:simpleType>
        <xsd:restriction base="dms:Text"/>
      </xsd:simpleType>
    </xsd:element>
    <xsd:element name="MediaServiceMetadata" ma:index="14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5" nillable="true" ma:displayName="MediaServiceFastMetadata" ma:hidden="true" ma:internalName="MediaServiceFastMetadata" ma:readOnly="true">
      <xsd:simpleType>
        <xsd:restriction base="dms:Note"/>
      </xsd:simpleType>
    </xsd:element>
    <xsd:element name="lcf76f155ced4ddcb4097134ff3c332f" ma:index="19" nillable="true" ma:taxonomy="true" ma:internalName="lcf76f155ced4ddcb4097134ff3c332f" ma:taxonomyFieldName="MediaServiceImageTags" ma:displayName="Bildmarkierungen" ma:readOnly="false" ma:fieldId="{5cf76f15-5ced-4ddc-b409-7134ff3c332f}" ma:taxonomyMulti="true" ma:sspId="c1972f45-99e4-4d95-9530-8f50712244ba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20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Location" ma:index="21" nillable="true" ma:displayName="Location" ma:indexed="true" ma:internalName="MediaServiceLocation" ma:readOnly="true">
      <xsd:simpleType>
        <xsd:restriction base="dms:Text"/>
      </xsd:simpleType>
    </xsd:element>
    <xsd:element name="MediaServiceGenerationTime" ma:index="2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bjectDetectorVersions" ma:index="24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OCR" ma:index="2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SearchProperties" ma:index="26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7208d89-fe78-4719-b5df-ed8282c025a7" elementFormDefault="qualified">
    <xsd:import namespace="http://schemas.microsoft.com/office/2006/documentManagement/types"/>
    <xsd:import namespace="http://schemas.microsoft.com/office/infopath/2007/PartnerControls"/>
    <xsd:element name="SharedWithUsers" ma:index="16" nillable="true" ma:displayName="Freigegeben für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7" nillable="true" ma:displayName="Freigegeben für -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altstyp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0e6548aa-1d0d-4b63-ae30-55c0f9d11b61">
      <Terms xmlns="http://schemas.microsoft.com/office/infopath/2007/PartnerControls"/>
    </lcf76f155ced4ddcb4097134ff3c332f>
    <MigrationWizIdPermissionLevels xmlns="0e6548aa-1d0d-4b63-ae30-55c0f9d11b61" xsi:nil="true"/>
    <MigrationWizIdSecurityGroups xmlns="0e6548aa-1d0d-4b63-ae30-55c0f9d11b61" xsi:nil="true"/>
    <MigrationWizId xmlns="0e6548aa-1d0d-4b63-ae30-55c0f9d11b61" xsi:nil="true"/>
    <MigrationWizIdVersion xmlns="0e6548aa-1d0d-4b63-ae30-55c0f9d11b61" xsi:nil="true"/>
    <MigrationWizIdDocumentLibraryPermissions xmlns="0e6548aa-1d0d-4b63-ae30-55c0f9d11b61" xsi:nil="true"/>
    <MigrationWizIdPermissions xmlns="0e6548aa-1d0d-4b63-ae30-55c0f9d11b61" xsi:nil="true"/>
  </documentManagement>
</p:properties>
</file>

<file path=customXml/itemProps1.xml><?xml version="1.0" encoding="utf-8"?>
<ds:datastoreItem xmlns:ds="http://schemas.openxmlformats.org/officeDocument/2006/customXml" ds:itemID="{1C11F402-A464-4B74-8A65-B83FE029016C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8F7E4C29-1321-488E-B109-BBAD2F8DBFA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0e6548aa-1d0d-4b63-ae30-55c0f9d11b61"/>
    <ds:schemaRef ds:uri="47208d89-fe78-4719-b5df-ed8282c025a7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233F0DFA-5E17-4FB7-9E56-32F2D757509D}">
  <ds:schemaRefs>
    <ds:schemaRef ds:uri="http://schemas.microsoft.com/office/2006/documentManagement/types"/>
    <ds:schemaRef ds:uri="http://purl.org/dc/elements/1.1/"/>
    <ds:schemaRef ds:uri="http://www.w3.org/XML/1998/namespace"/>
    <ds:schemaRef ds:uri="http://schemas.microsoft.com/office/2006/metadata/properties"/>
    <ds:schemaRef ds:uri="http://purl.org/dc/dcmitype/"/>
    <ds:schemaRef ds:uri="http://purl.org/dc/terms/"/>
    <ds:schemaRef ds:uri="http://schemas.microsoft.com/office/infopath/2007/PartnerControls"/>
    <ds:schemaRef ds:uri="http://schemas.openxmlformats.org/package/2006/metadata/core-properties"/>
    <ds:schemaRef ds:uri="47208d89-fe78-4719-b5df-ed8282c025a7"/>
    <ds:schemaRef ds:uri="0e6548aa-1d0d-4b63-ae30-55c0f9d11b61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218</TotalTime>
  <Words>1868</Words>
  <Application>Microsoft Macintosh PowerPoint</Application>
  <PresentationFormat>Widescreen</PresentationFormat>
  <Paragraphs>447</Paragraphs>
  <Slides>6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7</vt:i4>
      </vt:variant>
      <vt:variant>
        <vt:lpstr>Theme</vt:lpstr>
      </vt:variant>
      <vt:variant>
        <vt:i4>4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8" baseType="lpstr">
      <vt:lpstr>Geist Mono</vt:lpstr>
      <vt:lpstr>Maersk Text Office Light</vt:lpstr>
      <vt:lpstr>Calibri</vt:lpstr>
      <vt:lpstr>Maersk Headline Office</vt:lpstr>
      <vt:lpstr>Arial</vt:lpstr>
      <vt:lpstr>Maersk Headline Light</vt:lpstr>
      <vt:lpstr>Maersk Text</vt:lpstr>
      <vt:lpstr>Mærsk</vt:lpstr>
      <vt:lpstr>1_Mærsk</vt:lpstr>
      <vt:lpstr>11_Mærsk</vt:lpstr>
      <vt:lpstr>2_Mærsk</vt:lpstr>
      <vt:lpstr>think-cell Slide</vt:lpstr>
      <vt:lpstr>Problem Statement — Global LSP Air: Gateway Underutilization &amp; NAR–NBR Gap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Lars Preiland</dc:creator>
  <cp:lastModifiedBy>Harsh Puri</cp:lastModifiedBy>
  <cp:revision>3</cp:revision>
  <cp:lastPrinted>2025-09-22T08:14:43Z</cp:lastPrinted>
  <dcterms:created xsi:type="dcterms:W3CDTF">2024-12-10T18:29:57Z</dcterms:created>
  <dcterms:modified xsi:type="dcterms:W3CDTF">2026-05-13T10:22:46Z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 by">
    <vt:lpwstr>www.skabelondesign.dk</vt:lpwstr>
  </property>
  <property fmtid="{D5CDD505-2E9C-101B-9397-08002B2CF9AE}" pid="3" name="TemplafyTimeStamp">
    <vt:lpwstr>2019-04-17T09:18:37.9632116</vt:lpwstr>
  </property>
  <property fmtid="{D5CDD505-2E9C-101B-9397-08002B2CF9AE}" pid="4" name="CustomerId">
    <vt:lpwstr>maersk</vt:lpwstr>
  </property>
  <property fmtid="{D5CDD505-2E9C-101B-9397-08002B2CF9AE}" pid="5" name="TemplateId">
    <vt:lpwstr>636910895179632116</vt:lpwstr>
  </property>
  <property fmtid="{D5CDD505-2E9C-101B-9397-08002B2CF9AE}" pid="6" name="UserProfileId">
    <vt:lpwstr>636261868921447637</vt:lpwstr>
  </property>
  <property fmtid="{D5CDD505-2E9C-101B-9397-08002B2CF9AE}" pid="7" name="MSIP_Label_455b24b8-e69b-4583-bfd0-d64b5cee0119_Enabled">
    <vt:lpwstr>true</vt:lpwstr>
  </property>
  <property fmtid="{D5CDD505-2E9C-101B-9397-08002B2CF9AE}" pid="8" name="MSIP_Label_455b24b8-e69b-4583-bfd0-d64b5cee0119_SetDate">
    <vt:lpwstr>2022-04-06T18:48:38Z</vt:lpwstr>
  </property>
  <property fmtid="{D5CDD505-2E9C-101B-9397-08002B2CF9AE}" pid="9" name="MSIP_Label_455b24b8-e69b-4583-bfd0-d64b5cee0119_Method">
    <vt:lpwstr>Privileged</vt:lpwstr>
  </property>
  <property fmtid="{D5CDD505-2E9C-101B-9397-08002B2CF9AE}" pid="10" name="MSIP_Label_455b24b8-e69b-4583-bfd0-d64b5cee0119_Name">
    <vt:lpwstr>Public</vt:lpwstr>
  </property>
  <property fmtid="{D5CDD505-2E9C-101B-9397-08002B2CF9AE}" pid="11" name="MSIP_Label_455b24b8-e69b-4583-bfd0-d64b5cee0119_SiteId">
    <vt:lpwstr>05d75c05-fa1a-42e7-9cf1-eb416c396f2d</vt:lpwstr>
  </property>
  <property fmtid="{D5CDD505-2E9C-101B-9397-08002B2CF9AE}" pid="12" name="MSIP_Label_455b24b8-e69b-4583-bfd0-d64b5cee0119_ActionId">
    <vt:lpwstr>7dcf2405-7219-4b11-9ff2-3e11d55c9a4f</vt:lpwstr>
  </property>
  <property fmtid="{D5CDD505-2E9C-101B-9397-08002B2CF9AE}" pid="13" name="MSIP_Label_455b24b8-e69b-4583-bfd0-d64b5cee0119_ContentBits">
    <vt:lpwstr>2</vt:lpwstr>
  </property>
  <property fmtid="{D5CDD505-2E9C-101B-9397-08002B2CF9AE}" pid="14" name="ClassificationContentMarkingFooterLocations">
    <vt:lpwstr>Mærsk:5</vt:lpwstr>
  </property>
  <property fmtid="{D5CDD505-2E9C-101B-9397-08002B2CF9AE}" pid="15" name="ClassificationContentMarkingFooterText">
    <vt:lpwstr>Classification: Public</vt:lpwstr>
  </property>
  <property fmtid="{D5CDD505-2E9C-101B-9397-08002B2CF9AE}" pid="16" name="MediaServiceImageTags">
    <vt:lpwstr/>
  </property>
  <property fmtid="{D5CDD505-2E9C-101B-9397-08002B2CF9AE}" pid="17" name="ContentTypeId">
    <vt:lpwstr>0x010100BEDE652ADA72EF409A8949D8A31F2F60</vt:lpwstr>
  </property>
</Properties>
</file>